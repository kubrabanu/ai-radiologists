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0" r:id="rId4"/>
  </p:sldMasterIdLst>
  <p:notesMasterIdLst>
    <p:notesMasterId r:id="rId23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82" r:id="rId13"/>
    <p:sldId id="266" r:id="rId14"/>
    <p:sldId id="265" r:id="rId15"/>
    <p:sldId id="268" r:id="rId16"/>
    <p:sldId id="279" r:id="rId17"/>
    <p:sldId id="274" r:id="rId18"/>
    <p:sldId id="276" r:id="rId19"/>
    <p:sldId id="278" r:id="rId20"/>
    <p:sldId id="277" r:id="rId21"/>
    <p:sldId id="270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6489C1-A986-407C-8ED6-EB08B6F6D63A}">
  <a:tblStyle styleId="{436489C1-A986-407C-8ED6-EB08B6F6D6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45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e2e43c3253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e2e43c3253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e2e43c32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e2e43c32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ddd8227e7d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ddd8227e7d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e2e43c3253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e2e43c3253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e2e43c3253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e2e43c3253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b8357f889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b8357f889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e2e43c3253_0_1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e2e43c3253_0_19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2">
          <a:extLst>
            <a:ext uri="{FF2B5EF4-FFF2-40B4-BE49-F238E27FC236}">
              <a16:creationId xmlns:a16="http://schemas.microsoft.com/office/drawing/2014/main" id="{2B548A20-2B34-7C87-8CF7-2FAE29FA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ddd8227e7d_0_189:notes">
            <a:extLst>
              <a:ext uri="{FF2B5EF4-FFF2-40B4-BE49-F238E27FC236}">
                <a16:creationId xmlns:a16="http://schemas.microsoft.com/office/drawing/2014/main" id="{A1D0E98F-B12C-BFB9-2358-195A97D5F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ddd8227e7d_0_189:notes">
            <a:extLst>
              <a:ext uri="{FF2B5EF4-FFF2-40B4-BE49-F238E27FC236}">
                <a16:creationId xmlns:a16="http://schemas.microsoft.com/office/drawing/2014/main" id="{122284AA-3D51-AB4D-548C-3C0B53F3F6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099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ddd8227e7d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ddd8227e7d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e2e43c3253_0_1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e2e43c3253_0_1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ddd8227e7d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ddd8227e7d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e2e43c3253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e2e43c3253_0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e2e43c3253_0_2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e2e43c3253_0_2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e2e43c3253_0_2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e2e43c3253_0_2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e2e43c3253_0_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e2e43c3253_0_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e2e43c325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e2e43c3253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8852098">
            <a:off x="143823" y="-579947"/>
            <a:ext cx="3076656" cy="2775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8642472">
            <a:off x="1407651" y="456161"/>
            <a:ext cx="1214251" cy="124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5900" y="3512450"/>
            <a:ext cx="2369100" cy="2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62900" y="1296802"/>
            <a:ext cx="4618200" cy="21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ExtraBold"/>
              <a:buNone/>
              <a:defRPr sz="4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2211750" y="3488513"/>
            <a:ext cx="47205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20125" y="897850"/>
            <a:ext cx="1419600" cy="139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5620" y="3433024"/>
            <a:ext cx="1822355" cy="163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897065">
            <a:off x="7511850" y="245150"/>
            <a:ext cx="1412179" cy="124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8">
            <a:alphaModFix/>
          </a:blip>
          <a:srcRect t="387" b="377"/>
          <a:stretch/>
        </p:blipFill>
        <p:spPr>
          <a:xfrm rot="-5708560">
            <a:off x="585519" y="2419855"/>
            <a:ext cx="633737" cy="613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9">
            <a:alphaModFix/>
          </a:blip>
          <a:srcRect l="386" r="386"/>
          <a:stretch/>
        </p:blipFill>
        <p:spPr>
          <a:xfrm rot="8398216">
            <a:off x="-362150" y="4585297"/>
            <a:ext cx="934725" cy="912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54975" y="2057575"/>
            <a:ext cx="36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865125" y="3204150"/>
            <a:ext cx="26331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1C1D"/>
              </a:buClr>
              <a:buSzPts val="1400"/>
              <a:buNone/>
              <a:defRPr>
                <a:solidFill>
                  <a:srgbClr val="541C1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1C1D"/>
              </a:buClr>
              <a:buSzPts val="1400"/>
              <a:buNone/>
              <a:defRPr>
                <a:solidFill>
                  <a:srgbClr val="541C1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1C1D"/>
              </a:buClr>
              <a:buSzPts val="1400"/>
              <a:buNone/>
              <a:defRPr>
                <a:solidFill>
                  <a:srgbClr val="541C1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1C1D"/>
              </a:buClr>
              <a:buSzPts val="1400"/>
              <a:buNone/>
              <a:defRPr>
                <a:solidFill>
                  <a:srgbClr val="541C1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1C1D"/>
              </a:buClr>
              <a:buSzPts val="1400"/>
              <a:buNone/>
              <a:defRPr>
                <a:solidFill>
                  <a:srgbClr val="541C1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1C1D"/>
              </a:buClr>
              <a:buSzPts val="1400"/>
              <a:buNone/>
              <a:defRPr>
                <a:solidFill>
                  <a:srgbClr val="541C1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1C1D"/>
              </a:buClr>
              <a:buSzPts val="1400"/>
              <a:buNone/>
              <a:defRPr>
                <a:solidFill>
                  <a:srgbClr val="541C1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1C1D"/>
              </a:buClr>
              <a:buSzPts val="1400"/>
              <a:buNone/>
              <a:defRPr>
                <a:solidFill>
                  <a:srgbClr val="541C1D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1989100" y="667625"/>
            <a:ext cx="2509200" cy="131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5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7200002">
            <a:off x="6741298" y="-568972"/>
            <a:ext cx="3076656" cy="2775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50" y="3951225"/>
            <a:ext cx="1419600" cy="139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5995" y="190149"/>
            <a:ext cx="1822355" cy="163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4612612">
            <a:off x="6756356" y="3376174"/>
            <a:ext cx="1705813" cy="152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130547">
            <a:off x="5926999" y="2222567"/>
            <a:ext cx="1643752" cy="1618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4975" y="3781962"/>
            <a:ext cx="1214251" cy="124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897065">
            <a:off x="5667650" y="4486275"/>
            <a:ext cx="1412179" cy="1243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p3"/>
          <p:cNvGrpSpPr/>
          <p:nvPr/>
        </p:nvGrpSpPr>
        <p:grpSpPr>
          <a:xfrm flipH="1">
            <a:off x="3434490" y="3975786"/>
            <a:ext cx="856905" cy="855826"/>
            <a:chOff x="3633600" y="1267950"/>
            <a:chExt cx="529575" cy="528875"/>
          </a:xfrm>
        </p:grpSpPr>
        <p:sp>
          <p:nvSpPr>
            <p:cNvPr id="31" name="Google Shape;31;p3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40;p3"/>
          <p:cNvGrpSpPr/>
          <p:nvPr/>
        </p:nvGrpSpPr>
        <p:grpSpPr>
          <a:xfrm>
            <a:off x="8535365" y="4480511"/>
            <a:ext cx="856905" cy="855826"/>
            <a:chOff x="3633600" y="1267950"/>
            <a:chExt cx="529575" cy="528875"/>
          </a:xfrm>
        </p:grpSpPr>
        <p:sp>
          <p:nvSpPr>
            <p:cNvPr id="41" name="Google Shape;41;p3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0" name="Google Shape;50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8338" y="539999"/>
            <a:ext cx="927525" cy="90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3"/>
          <p:cNvGrpSpPr/>
          <p:nvPr/>
        </p:nvGrpSpPr>
        <p:grpSpPr>
          <a:xfrm>
            <a:off x="514215" y="964961"/>
            <a:ext cx="856905" cy="855826"/>
            <a:chOff x="3633600" y="1267950"/>
            <a:chExt cx="529575" cy="528875"/>
          </a:xfrm>
        </p:grpSpPr>
        <p:sp>
          <p:nvSpPr>
            <p:cNvPr id="52" name="Google Shape;52;p3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title" idx="2"/>
          </p:nvPr>
        </p:nvSpPr>
        <p:spPr>
          <a:xfrm>
            <a:off x="1585750" y="2595350"/>
            <a:ext cx="27969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1"/>
          </p:nvPr>
        </p:nvSpPr>
        <p:spPr>
          <a:xfrm>
            <a:off x="1585600" y="3004875"/>
            <a:ext cx="27969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 idx="3"/>
          </p:nvPr>
        </p:nvSpPr>
        <p:spPr>
          <a:xfrm>
            <a:off x="4761500" y="2595350"/>
            <a:ext cx="27969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5"/>
          <p:cNvSpPr txBox="1">
            <a:spLocks noGrp="1"/>
          </p:cNvSpPr>
          <p:nvPr>
            <p:ph type="subTitle" idx="4"/>
          </p:nvPr>
        </p:nvSpPr>
        <p:spPr>
          <a:xfrm>
            <a:off x="4761500" y="3004875"/>
            <a:ext cx="27969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6130547">
            <a:off x="6910949" y="4096492"/>
            <a:ext cx="1643752" cy="1618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4612612">
            <a:off x="-27394" y="3196924"/>
            <a:ext cx="1705813" cy="152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9775" y="1017725"/>
            <a:ext cx="1419600" cy="1397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5"/>
          <p:cNvGrpSpPr/>
          <p:nvPr/>
        </p:nvGrpSpPr>
        <p:grpSpPr>
          <a:xfrm>
            <a:off x="7995540" y="3258524"/>
            <a:ext cx="856905" cy="855826"/>
            <a:chOff x="3633600" y="1267950"/>
            <a:chExt cx="529575" cy="528875"/>
          </a:xfrm>
        </p:grpSpPr>
        <p:sp>
          <p:nvSpPr>
            <p:cNvPr id="97" name="Google Shape;97;p5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Google Shape;106;p5"/>
          <p:cNvGrpSpPr/>
          <p:nvPr/>
        </p:nvGrpSpPr>
        <p:grpSpPr>
          <a:xfrm flipH="1">
            <a:off x="-136910" y="1328411"/>
            <a:ext cx="856905" cy="855826"/>
            <a:chOff x="3633600" y="1267950"/>
            <a:chExt cx="529575" cy="528875"/>
          </a:xfrm>
        </p:grpSpPr>
        <p:sp>
          <p:nvSpPr>
            <p:cNvPr id="107" name="Google Shape;107;p5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" name="Google Shape;11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708562">
            <a:off x="440837" y="2676673"/>
            <a:ext cx="558329" cy="540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897065">
            <a:off x="1665425" y="4554275"/>
            <a:ext cx="1412179" cy="124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18813">
            <a:off x="7061862" y="470412"/>
            <a:ext cx="1163974" cy="10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4612612">
            <a:off x="7981481" y="4037299"/>
            <a:ext cx="1705813" cy="152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968975"/>
            <a:ext cx="1193175" cy="117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4411627">
            <a:off x="6640048" y="-963847"/>
            <a:ext cx="3076656" cy="2775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6"/>
          <p:cNvGrpSpPr/>
          <p:nvPr/>
        </p:nvGrpSpPr>
        <p:grpSpPr>
          <a:xfrm>
            <a:off x="7859590" y="358224"/>
            <a:ext cx="856905" cy="855826"/>
            <a:chOff x="3633600" y="1267950"/>
            <a:chExt cx="529575" cy="528875"/>
          </a:xfrm>
        </p:grpSpPr>
        <p:sp>
          <p:nvSpPr>
            <p:cNvPr id="125" name="Google Shape;125;p6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6"/>
          <p:cNvGrpSpPr/>
          <p:nvPr/>
        </p:nvGrpSpPr>
        <p:grpSpPr>
          <a:xfrm flipH="1">
            <a:off x="325615" y="4693149"/>
            <a:ext cx="856905" cy="855826"/>
            <a:chOff x="3633600" y="1267950"/>
            <a:chExt cx="529575" cy="528875"/>
          </a:xfrm>
        </p:grpSpPr>
        <p:sp>
          <p:nvSpPr>
            <p:cNvPr id="135" name="Google Shape;135;p6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6"/>
          <p:cNvGrpSpPr/>
          <p:nvPr/>
        </p:nvGrpSpPr>
        <p:grpSpPr>
          <a:xfrm flipH="1">
            <a:off x="8640240" y="3445611"/>
            <a:ext cx="856905" cy="855826"/>
            <a:chOff x="3633600" y="1267950"/>
            <a:chExt cx="529575" cy="528875"/>
          </a:xfrm>
        </p:grpSpPr>
        <p:sp>
          <p:nvSpPr>
            <p:cNvPr id="145" name="Google Shape;145;p6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4" name="Google Shape;154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101535">
            <a:off x="8368773" y="1424587"/>
            <a:ext cx="1399849" cy="1065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290550" y="1214039"/>
            <a:ext cx="856900" cy="723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>
            <a:spLocks noGrp="1"/>
          </p:cNvSpPr>
          <p:nvPr>
            <p:ph type="title"/>
          </p:nvPr>
        </p:nvSpPr>
        <p:spPr>
          <a:xfrm>
            <a:off x="1388100" y="1662650"/>
            <a:ext cx="6367800" cy="19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7" name="Google Shape;197;p8"/>
          <p:cNvSpPr txBox="1">
            <a:spLocks noGrp="1"/>
          </p:cNvSpPr>
          <p:nvPr>
            <p:ph type="subTitle" idx="1"/>
          </p:nvPr>
        </p:nvSpPr>
        <p:spPr>
          <a:xfrm>
            <a:off x="2871000" y="4038950"/>
            <a:ext cx="32859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198" name="Google Shape;19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7146" y="-168075"/>
            <a:ext cx="1425799" cy="1416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47444">
            <a:off x="7486927" y="3057574"/>
            <a:ext cx="1667505" cy="19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5207" y="540002"/>
            <a:ext cx="1304474" cy="111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1704" y="165067"/>
            <a:ext cx="983550" cy="749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8"/>
          <p:cNvGrpSpPr/>
          <p:nvPr/>
        </p:nvGrpSpPr>
        <p:grpSpPr>
          <a:xfrm>
            <a:off x="-237923" y="800411"/>
            <a:ext cx="856905" cy="855826"/>
            <a:chOff x="3633600" y="1267950"/>
            <a:chExt cx="529575" cy="528875"/>
          </a:xfrm>
        </p:grpSpPr>
        <p:sp>
          <p:nvSpPr>
            <p:cNvPr id="203" name="Google Shape;203;p8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8"/>
          <p:cNvGrpSpPr/>
          <p:nvPr/>
        </p:nvGrpSpPr>
        <p:grpSpPr>
          <a:xfrm flipH="1">
            <a:off x="7575027" y="2955199"/>
            <a:ext cx="856905" cy="855826"/>
            <a:chOff x="3633600" y="1267950"/>
            <a:chExt cx="529575" cy="528875"/>
          </a:xfrm>
        </p:grpSpPr>
        <p:sp>
          <p:nvSpPr>
            <p:cNvPr id="213" name="Google Shape;213;p8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8"/>
          <p:cNvGrpSpPr/>
          <p:nvPr/>
        </p:nvGrpSpPr>
        <p:grpSpPr>
          <a:xfrm flipH="1">
            <a:off x="2991777" y="-168064"/>
            <a:ext cx="856905" cy="855826"/>
            <a:chOff x="3633600" y="1267950"/>
            <a:chExt cx="529575" cy="528875"/>
          </a:xfrm>
        </p:grpSpPr>
        <p:sp>
          <p:nvSpPr>
            <p:cNvPr id="223" name="Google Shape;223;p8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" name="Google Shape;232;p8"/>
          <p:cNvGrpSpPr/>
          <p:nvPr/>
        </p:nvGrpSpPr>
        <p:grpSpPr>
          <a:xfrm>
            <a:off x="6236177" y="4438911"/>
            <a:ext cx="856905" cy="855826"/>
            <a:chOff x="3633600" y="1267950"/>
            <a:chExt cx="529575" cy="528875"/>
          </a:xfrm>
        </p:grpSpPr>
        <p:sp>
          <p:nvSpPr>
            <p:cNvPr id="233" name="Google Shape;233;p8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 txBox="1">
            <a:spLocks noGrp="1"/>
          </p:cNvSpPr>
          <p:nvPr>
            <p:ph type="title"/>
          </p:nvPr>
        </p:nvSpPr>
        <p:spPr>
          <a:xfrm>
            <a:off x="3927325" y="1124400"/>
            <a:ext cx="4266000" cy="7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4" name="Google Shape;244;p9"/>
          <p:cNvSpPr txBox="1">
            <a:spLocks noGrp="1"/>
          </p:cNvSpPr>
          <p:nvPr>
            <p:ph type="subTitle" idx="1"/>
          </p:nvPr>
        </p:nvSpPr>
        <p:spPr>
          <a:xfrm>
            <a:off x="4059925" y="1864500"/>
            <a:ext cx="4000800" cy="21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245" name="Google Shape;2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179418">
            <a:off x="7600036" y="89274"/>
            <a:ext cx="1290948" cy="154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7854043">
            <a:off x="2805583" y="-551723"/>
            <a:ext cx="1922712" cy="1734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4615141">
            <a:off x="7795609" y="3316677"/>
            <a:ext cx="1922712" cy="17344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9"/>
          <p:cNvGrpSpPr/>
          <p:nvPr/>
        </p:nvGrpSpPr>
        <p:grpSpPr>
          <a:xfrm rot="4068678" flipH="1">
            <a:off x="6960033" y="3998255"/>
            <a:ext cx="856921" cy="855838"/>
            <a:chOff x="3633600" y="1267950"/>
            <a:chExt cx="529575" cy="528875"/>
          </a:xfrm>
        </p:grpSpPr>
        <p:sp>
          <p:nvSpPr>
            <p:cNvPr id="249" name="Google Shape;249;p9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8" name="Google Shape;25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5879" y="3727350"/>
            <a:ext cx="1425799" cy="141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 txBox="1">
            <a:spLocks noGrp="1"/>
          </p:cNvSpPr>
          <p:nvPr>
            <p:ph type="ctrTitle"/>
          </p:nvPr>
        </p:nvSpPr>
        <p:spPr>
          <a:xfrm>
            <a:off x="720000" y="3544875"/>
            <a:ext cx="5069400" cy="12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61" name="Google Shape;261;p10"/>
          <p:cNvGrpSpPr/>
          <p:nvPr/>
        </p:nvGrpSpPr>
        <p:grpSpPr>
          <a:xfrm rot="5175056" flipH="1">
            <a:off x="8418408" y="-132379"/>
            <a:ext cx="856886" cy="855806"/>
            <a:chOff x="3633600" y="1267950"/>
            <a:chExt cx="529575" cy="528875"/>
          </a:xfrm>
        </p:grpSpPr>
        <p:sp>
          <p:nvSpPr>
            <p:cNvPr id="262" name="Google Shape;262;p10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0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0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0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10"/>
          <p:cNvGrpSpPr/>
          <p:nvPr/>
        </p:nvGrpSpPr>
        <p:grpSpPr>
          <a:xfrm rot="8345833" flipH="1">
            <a:off x="427561" y="927088"/>
            <a:ext cx="856909" cy="855816"/>
            <a:chOff x="3633600" y="1267950"/>
            <a:chExt cx="529575" cy="528875"/>
          </a:xfrm>
        </p:grpSpPr>
        <p:sp>
          <p:nvSpPr>
            <p:cNvPr id="272" name="Google Shape;272;p10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99999">
                <a:alpha val="52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99999">
                <a:alpha val="52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9999">
                <a:alpha val="52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999999">
                <a:alpha val="52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76" name="Google Shape;276;p10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999999">
                <a:alpha val="52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77" name="Google Shape;277;p10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999999">
                <a:alpha val="52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999999">
                <a:alpha val="52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79" name="Google Shape;279;p10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999999">
                <a:alpha val="52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80" name="Google Shape;280;p10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999999">
                <a:alpha val="52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</p:grpSp>
      <p:grpSp>
        <p:nvGrpSpPr>
          <p:cNvPr id="281" name="Google Shape;281;p10"/>
          <p:cNvGrpSpPr/>
          <p:nvPr/>
        </p:nvGrpSpPr>
        <p:grpSpPr>
          <a:xfrm flipH="1">
            <a:off x="5789402" y="3612299"/>
            <a:ext cx="856905" cy="855826"/>
            <a:chOff x="3633600" y="1267950"/>
            <a:chExt cx="529575" cy="528875"/>
          </a:xfrm>
        </p:grpSpPr>
        <p:sp>
          <p:nvSpPr>
            <p:cNvPr id="282" name="Google Shape;282;p10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0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"/>
          <p:cNvSpPr txBox="1">
            <a:spLocks noGrp="1"/>
          </p:cNvSpPr>
          <p:nvPr>
            <p:ph type="title" hasCustomPrompt="1"/>
          </p:nvPr>
        </p:nvSpPr>
        <p:spPr>
          <a:xfrm>
            <a:off x="4634825" y="2542200"/>
            <a:ext cx="9261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34" name="Google Shape;334;p13"/>
          <p:cNvSpPr txBox="1">
            <a:spLocks noGrp="1"/>
          </p:cNvSpPr>
          <p:nvPr>
            <p:ph type="title" idx="2"/>
          </p:nvPr>
        </p:nvSpPr>
        <p:spPr>
          <a:xfrm>
            <a:off x="721875" y="2862000"/>
            <a:ext cx="2753700" cy="5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35" name="Google Shape;335;p13"/>
          <p:cNvSpPr txBox="1">
            <a:spLocks noGrp="1"/>
          </p:cNvSpPr>
          <p:nvPr>
            <p:ph type="title" idx="3"/>
          </p:nvPr>
        </p:nvSpPr>
        <p:spPr>
          <a:xfrm>
            <a:off x="721875" y="2464888"/>
            <a:ext cx="27537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36" name="Google Shape;336;p13"/>
          <p:cNvSpPr txBox="1">
            <a:spLocks noGrp="1"/>
          </p:cNvSpPr>
          <p:nvPr>
            <p:ph type="title" idx="4"/>
          </p:nvPr>
        </p:nvSpPr>
        <p:spPr>
          <a:xfrm>
            <a:off x="5677350" y="1737438"/>
            <a:ext cx="2753700" cy="5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37" name="Google Shape;337;p13"/>
          <p:cNvSpPr txBox="1">
            <a:spLocks noGrp="1"/>
          </p:cNvSpPr>
          <p:nvPr>
            <p:ph type="title" idx="5"/>
          </p:nvPr>
        </p:nvSpPr>
        <p:spPr>
          <a:xfrm>
            <a:off x="5680400" y="2862000"/>
            <a:ext cx="2753700" cy="5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38" name="Google Shape;338;p13"/>
          <p:cNvSpPr txBox="1">
            <a:spLocks noGrp="1"/>
          </p:cNvSpPr>
          <p:nvPr>
            <p:ph type="title" idx="6"/>
          </p:nvPr>
        </p:nvSpPr>
        <p:spPr>
          <a:xfrm>
            <a:off x="5662050" y="2464900"/>
            <a:ext cx="27537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39" name="Google Shape;339;p13"/>
          <p:cNvSpPr txBox="1">
            <a:spLocks noGrp="1"/>
          </p:cNvSpPr>
          <p:nvPr>
            <p:ph type="title" idx="7" hasCustomPrompt="1"/>
          </p:nvPr>
        </p:nvSpPr>
        <p:spPr>
          <a:xfrm>
            <a:off x="3692400" y="2542200"/>
            <a:ext cx="864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40" name="Google Shape;340;p13"/>
          <p:cNvSpPr txBox="1">
            <a:spLocks noGrp="1"/>
          </p:cNvSpPr>
          <p:nvPr>
            <p:ph type="title" idx="8" hasCustomPrompt="1"/>
          </p:nvPr>
        </p:nvSpPr>
        <p:spPr>
          <a:xfrm>
            <a:off x="4655325" y="1412375"/>
            <a:ext cx="864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41" name="Google Shape;341;p13"/>
          <p:cNvSpPr txBox="1">
            <a:spLocks noGrp="1"/>
          </p:cNvSpPr>
          <p:nvPr>
            <p:ph type="title" idx="9" hasCustomPrompt="1"/>
          </p:nvPr>
        </p:nvSpPr>
        <p:spPr>
          <a:xfrm>
            <a:off x="3692400" y="1412375"/>
            <a:ext cx="864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42" name="Google Shape;342;p13"/>
          <p:cNvSpPr txBox="1">
            <a:spLocks noGrp="1"/>
          </p:cNvSpPr>
          <p:nvPr>
            <p:ph type="title" idx="13"/>
          </p:nvPr>
        </p:nvSpPr>
        <p:spPr>
          <a:xfrm>
            <a:off x="720000" y="445025"/>
            <a:ext cx="775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13"/>
          <p:cNvSpPr txBox="1">
            <a:spLocks noGrp="1"/>
          </p:cNvSpPr>
          <p:nvPr>
            <p:ph type="title" idx="14"/>
          </p:nvPr>
        </p:nvSpPr>
        <p:spPr>
          <a:xfrm>
            <a:off x="5677350" y="1333038"/>
            <a:ext cx="27537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4" name="Google Shape;344;p13"/>
          <p:cNvSpPr txBox="1">
            <a:spLocks noGrp="1"/>
          </p:cNvSpPr>
          <p:nvPr>
            <p:ph type="title" idx="15"/>
          </p:nvPr>
        </p:nvSpPr>
        <p:spPr>
          <a:xfrm>
            <a:off x="721875" y="1732175"/>
            <a:ext cx="2753700" cy="5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45" name="Google Shape;345;p13"/>
          <p:cNvSpPr txBox="1">
            <a:spLocks noGrp="1"/>
          </p:cNvSpPr>
          <p:nvPr>
            <p:ph type="title" idx="16"/>
          </p:nvPr>
        </p:nvSpPr>
        <p:spPr>
          <a:xfrm>
            <a:off x="721875" y="1333038"/>
            <a:ext cx="27537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346" name="Google Shape;346;p13"/>
          <p:cNvGrpSpPr/>
          <p:nvPr/>
        </p:nvGrpSpPr>
        <p:grpSpPr>
          <a:xfrm>
            <a:off x="7309215" y="-410801"/>
            <a:ext cx="856905" cy="855826"/>
            <a:chOff x="3633600" y="1267950"/>
            <a:chExt cx="529575" cy="528875"/>
          </a:xfrm>
        </p:grpSpPr>
        <p:sp>
          <p:nvSpPr>
            <p:cNvPr id="347" name="Google Shape;347;p13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3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3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3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3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13"/>
          <p:cNvGrpSpPr/>
          <p:nvPr/>
        </p:nvGrpSpPr>
        <p:grpSpPr>
          <a:xfrm rot="-3887243">
            <a:off x="-90062" y="4480391"/>
            <a:ext cx="856935" cy="855803"/>
            <a:chOff x="3633600" y="1267950"/>
            <a:chExt cx="529575" cy="528875"/>
          </a:xfrm>
        </p:grpSpPr>
        <p:sp>
          <p:nvSpPr>
            <p:cNvPr id="357" name="Google Shape;357;p13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3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6" name="Google Shape;36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00475" y="3910525"/>
            <a:ext cx="1318095" cy="130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965462">
            <a:off x="1207049" y="4699213"/>
            <a:ext cx="1662327" cy="142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334463">
            <a:off x="8188585" y="180718"/>
            <a:ext cx="1012033" cy="792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979995">
            <a:off x="15898" y="2891898"/>
            <a:ext cx="797406" cy="60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66123" y="4364975"/>
            <a:ext cx="700575" cy="629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4915930">
            <a:off x="-523939" y="1919411"/>
            <a:ext cx="1290948" cy="154473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3"/>
          <p:cNvSpPr txBox="1">
            <a:spLocks noGrp="1"/>
          </p:cNvSpPr>
          <p:nvPr>
            <p:ph type="title" idx="17" hasCustomPrompt="1"/>
          </p:nvPr>
        </p:nvSpPr>
        <p:spPr>
          <a:xfrm>
            <a:off x="4634825" y="3684625"/>
            <a:ext cx="9261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73" name="Google Shape;373;p13"/>
          <p:cNvSpPr txBox="1">
            <a:spLocks noGrp="1"/>
          </p:cNvSpPr>
          <p:nvPr>
            <p:ph type="title" idx="18"/>
          </p:nvPr>
        </p:nvSpPr>
        <p:spPr>
          <a:xfrm>
            <a:off x="721875" y="3996000"/>
            <a:ext cx="2753700" cy="5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4" name="Google Shape;374;p13"/>
          <p:cNvSpPr txBox="1">
            <a:spLocks noGrp="1"/>
          </p:cNvSpPr>
          <p:nvPr>
            <p:ph type="title" idx="19"/>
          </p:nvPr>
        </p:nvSpPr>
        <p:spPr>
          <a:xfrm>
            <a:off x="721875" y="3596750"/>
            <a:ext cx="27537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5" name="Google Shape;375;p13"/>
          <p:cNvSpPr txBox="1">
            <a:spLocks noGrp="1"/>
          </p:cNvSpPr>
          <p:nvPr>
            <p:ph type="title" idx="20"/>
          </p:nvPr>
        </p:nvSpPr>
        <p:spPr>
          <a:xfrm>
            <a:off x="5680400" y="3996000"/>
            <a:ext cx="2753700" cy="5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13"/>
          <p:cNvSpPr txBox="1">
            <a:spLocks noGrp="1"/>
          </p:cNvSpPr>
          <p:nvPr>
            <p:ph type="title" idx="21"/>
          </p:nvPr>
        </p:nvSpPr>
        <p:spPr>
          <a:xfrm>
            <a:off x="5662050" y="3578700"/>
            <a:ext cx="27537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7" name="Google Shape;377;p13"/>
          <p:cNvSpPr txBox="1">
            <a:spLocks noGrp="1"/>
          </p:cNvSpPr>
          <p:nvPr>
            <p:ph type="title" idx="22" hasCustomPrompt="1"/>
          </p:nvPr>
        </p:nvSpPr>
        <p:spPr>
          <a:xfrm>
            <a:off x="3692400" y="3684625"/>
            <a:ext cx="864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5"/>
          <p:cNvSpPr txBox="1">
            <a:spLocks noGrp="1"/>
          </p:cNvSpPr>
          <p:nvPr>
            <p:ph type="title"/>
          </p:nvPr>
        </p:nvSpPr>
        <p:spPr>
          <a:xfrm>
            <a:off x="804350" y="2590925"/>
            <a:ext cx="23160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42" name="Google Shape;442;p15"/>
          <p:cNvSpPr txBox="1">
            <a:spLocks noGrp="1"/>
          </p:cNvSpPr>
          <p:nvPr>
            <p:ph type="subTitle" idx="1"/>
          </p:nvPr>
        </p:nvSpPr>
        <p:spPr>
          <a:xfrm>
            <a:off x="804344" y="3009600"/>
            <a:ext cx="23160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15"/>
          <p:cNvSpPr txBox="1">
            <a:spLocks noGrp="1"/>
          </p:cNvSpPr>
          <p:nvPr>
            <p:ph type="title" idx="2"/>
          </p:nvPr>
        </p:nvSpPr>
        <p:spPr>
          <a:xfrm>
            <a:off x="3443100" y="2590925"/>
            <a:ext cx="23160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44" name="Google Shape;444;p15"/>
          <p:cNvSpPr txBox="1">
            <a:spLocks noGrp="1"/>
          </p:cNvSpPr>
          <p:nvPr>
            <p:ph type="subTitle" idx="3"/>
          </p:nvPr>
        </p:nvSpPr>
        <p:spPr>
          <a:xfrm>
            <a:off x="3443093" y="3009600"/>
            <a:ext cx="23160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5"/>
          <p:cNvSpPr txBox="1">
            <a:spLocks noGrp="1"/>
          </p:cNvSpPr>
          <p:nvPr>
            <p:ph type="title" idx="4"/>
          </p:nvPr>
        </p:nvSpPr>
        <p:spPr>
          <a:xfrm>
            <a:off x="6081850" y="2590925"/>
            <a:ext cx="23160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46" name="Google Shape;446;p15"/>
          <p:cNvSpPr txBox="1">
            <a:spLocks noGrp="1"/>
          </p:cNvSpPr>
          <p:nvPr>
            <p:ph type="subTitle" idx="5"/>
          </p:nvPr>
        </p:nvSpPr>
        <p:spPr>
          <a:xfrm>
            <a:off x="6081850" y="3009600"/>
            <a:ext cx="23160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15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5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448" name="Google Shape;44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829642">
            <a:off x="7245670" y="3947902"/>
            <a:ext cx="1217693" cy="14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4320" y="-379136"/>
            <a:ext cx="1094325" cy="1092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290091">
            <a:off x="-18296" y="4097083"/>
            <a:ext cx="1951621" cy="1760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398836">
            <a:off x="7393940" y="381382"/>
            <a:ext cx="921175" cy="70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3929728">
            <a:off x="200698" y="1651363"/>
            <a:ext cx="882050" cy="721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95301" y="4258284"/>
            <a:ext cx="882051" cy="6904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4" name="Google Shape;454;p15"/>
          <p:cNvGrpSpPr/>
          <p:nvPr/>
        </p:nvGrpSpPr>
        <p:grpSpPr>
          <a:xfrm rot="4068678" flipH="1">
            <a:off x="8469233" y="3486655"/>
            <a:ext cx="856921" cy="855838"/>
            <a:chOff x="3633600" y="1267950"/>
            <a:chExt cx="529575" cy="528875"/>
          </a:xfrm>
        </p:grpSpPr>
        <p:sp>
          <p:nvSpPr>
            <p:cNvPr id="455" name="Google Shape;455;p15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5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5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5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5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15"/>
          <p:cNvGrpSpPr/>
          <p:nvPr/>
        </p:nvGrpSpPr>
        <p:grpSpPr>
          <a:xfrm rot="-3602078" flipH="1">
            <a:off x="-150609" y="2562647"/>
            <a:ext cx="856903" cy="855842"/>
            <a:chOff x="3633600" y="1267950"/>
            <a:chExt cx="529575" cy="528875"/>
          </a:xfrm>
        </p:grpSpPr>
        <p:sp>
          <p:nvSpPr>
            <p:cNvPr id="465" name="Google Shape;465;p15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5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5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74" name="Google Shape;474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45251" y="1054626"/>
            <a:ext cx="1044000" cy="102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"/>
          <p:cNvSpPr txBox="1">
            <a:spLocks noGrp="1"/>
          </p:cNvSpPr>
          <p:nvPr>
            <p:ph type="ctrTitle"/>
          </p:nvPr>
        </p:nvSpPr>
        <p:spPr>
          <a:xfrm flipH="1">
            <a:off x="2214200" y="2947675"/>
            <a:ext cx="1930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477" name="Google Shape;477;p16"/>
          <p:cNvSpPr txBox="1">
            <a:spLocks noGrp="1"/>
          </p:cNvSpPr>
          <p:nvPr>
            <p:ph type="subTitle" idx="1"/>
          </p:nvPr>
        </p:nvSpPr>
        <p:spPr>
          <a:xfrm flipH="1">
            <a:off x="2214175" y="3371300"/>
            <a:ext cx="19308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78" name="Google Shape;478;p16"/>
          <p:cNvSpPr txBox="1">
            <a:spLocks noGrp="1"/>
          </p:cNvSpPr>
          <p:nvPr>
            <p:ph type="ctrTitle" idx="2"/>
          </p:nvPr>
        </p:nvSpPr>
        <p:spPr>
          <a:xfrm flipH="1">
            <a:off x="5818099" y="2943475"/>
            <a:ext cx="1930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479" name="Google Shape;479;p16"/>
          <p:cNvSpPr txBox="1">
            <a:spLocks noGrp="1"/>
          </p:cNvSpPr>
          <p:nvPr>
            <p:ph type="subTitle" idx="3"/>
          </p:nvPr>
        </p:nvSpPr>
        <p:spPr>
          <a:xfrm flipH="1">
            <a:off x="5817950" y="3367100"/>
            <a:ext cx="19308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80" name="Google Shape;480;p16"/>
          <p:cNvSpPr txBox="1">
            <a:spLocks noGrp="1"/>
          </p:cNvSpPr>
          <p:nvPr>
            <p:ph type="ctrTitle" idx="4"/>
          </p:nvPr>
        </p:nvSpPr>
        <p:spPr>
          <a:xfrm flipH="1">
            <a:off x="5817974" y="1320225"/>
            <a:ext cx="1930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481" name="Google Shape;481;p16"/>
          <p:cNvSpPr txBox="1">
            <a:spLocks noGrp="1"/>
          </p:cNvSpPr>
          <p:nvPr>
            <p:ph type="subTitle" idx="5"/>
          </p:nvPr>
        </p:nvSpPr>
        <p:spPr>
          <a:xfrm flipH="1">
            <a:off x="5817800" y="1744650"/>
            <a:ext cx="19308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82" name="Google Shape;482;p16"/>
          <p:cNvSpPr txBox="1">
            <a:spLocks noGrp="1"/>
          </p:cNvSpPr>
          <p:nvPr>
            <p:ph type="ctrTitle" idx="6"/>
          </p:nvPr>
        </p:nvSpPr>
        <p:spPr>
          <a:xfrm flipH="1">
            <a:off x="2214175" y="1320225"/>
            <a:ext cx="1930800" cy="4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egu"/>
              <a:buNone/>
              <a:defRPr sz="1800" b="1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483" name="Google Shape;483;p16"/>
          <p:cNvSpPr txBox="1">
            <a:spLocks noGrp="1"/>
          </p:cNvSpPr>
          <p:nvPr>
            <p:ph type="subTitle" idx="7"/>
          </p:nvPr>
        </p:nvSpPr>
        <p:spPr>
          <a:xfrm flipH="1">
            <a:off x="2214000" y="1744650"/>
            <a:ext cx="19308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84" name="Google Shape;484;p16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5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485" name="Google Shape;48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61905" y="-388940"/>
            <a:ext cx="1091824" cy="1090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4676" y="4088513"/>
            <a:ext cx="1044000" cy="1029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7" name="Google Shape;487;p16"/>
          <p:cNvGrpSpPr/>
          <p:nvPr/>
        </p:nvGrpSpPr>
        <p:grpSpPr>
          <a:xfrm rot="4068678" flipH="1">
            <a:off x="7358983" y="371130"/>
            <a:ext cx="856921" cy="855838"/>
            <a:chOff x="3633600" y="1267950"/>
            <a:chExt cx="529575" cy="528875"/>
          </a:xfrm>
        </p:grpSpPr>
        <p:sp>
          <p:nvSpPr>
            <p:cNvPr id="488" name="Google Shape;488;p16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16"/>
          <p:cNvGrpSpPr/>
          <p:nvPr/>
        </p:nvGrpSpPr>
        <p:grpSpPr>
          <a:xfrm rot="-9641164" flipH="1">
            <a:off x="-181014" y="3235362"/>
            <a:ext cx="856942" cy="855827"/>
            <a:chOff x="3633600" y="1267950"/>
            <a:chExt cx="529575" cy="528875"/>
          </a:xfrm>
        </p:grpSpPr>
        <p:sp>
          <p:nvSpPr>
            <p:cNvPr id="498" name="Google Shape;498;p16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7" name="Google Shape;507;p16"/>
          <p:cNvGrpSpPr/>
          <p:nvPr/>
        </p:nvGrpSpPr>
        <p:grpSpPr>
          <a:xfrm rot="10235963" flipH="1">
            <a:off x="8121539" y="3438620"/>
            <a:ext cx="856922" cy="855832"/>
            <a:chOff x="3633600" y="1267950"/>
            <a:chExt cx="529575" cy="528875"/>
          </a:xfrm>
        </p:grpSpPr>
        <p:sp>
          <p:nvSpPr>
            <p:cNvPr id="508" name="Google Shape;508;p16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7" name="Google Shape;51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46333">
            <a:off x="8271377" y="2316514"/>
            <a:ext cx="1236347" cy="942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386188">
            <a:off x="-1076192" y="3907159"/>
            <a:ext cx="2041611" cy="1184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926410">
            <a:off x="-556700" y="874450"/>
            <a:ext cx="1452960" cy="124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3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7"/>
          <p:cNvSpPr txBox="1">
            <a:spLocks noGrp="1"/>
          </p:cNvSpPr>
          <p:nvPr>
            <p:ph type="title"/>
          </p:nvPr>
        </p:nvSpPr>
        <p:spPr>
          <a:xfrm>
            <a:off x="960034" y="3589650"/>
            <a:ext cx="19464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22" name="Google Shape;522;p17"/>
          <p:cNvSpPr txBox="1">
            <a:spLocks noGrp="1"/>
          </p:cNvSpPr>
          <p:nvPr>
            <p:ph type="subTitle" idx="1"/>
          </p:nvPr>
        </p:nvSpPr>
        <p:spPr>
          <a:xfrm>
            <a:off x="766375" y="4008325"/>
            <a:ext cx="23337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17"/>
          <p:cNvSpPr txBox="1">
            <a:spLocks noGrp="1"/>
          </p:cNvSpPr>
          <p:nvPr>
            <p:ph type="title" idx="2"/>
          </p:nvPr>
        </p:nvSpPr>
        <p:spPr>
          <a:xfrm>
            <a:off x="3598799" y="3589650"/>
            <a:ext cx="19464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24" name="Google Shape;524;p17"/>
          <p:cNvSpPr txBox="1">
            <a:spLocks noGrp="1"/>
          </p:cNvSpPr>
          <p:nvPr>
            <p:ph type="subTitle" idx="3"/>
          </p:nvPr>
        </p:nvSpPr>
        <p:spPr>
          <a:xfrm>
            <a:off x="3405148" y="4008325"/>
            <a:ext cx="23337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17"/>
          <p:cNvSpPr txBox="1">
            <a:spLocks noGrp="1"/>
          </p:cNvSpPr>
          <p:nvPr>
            <p:ph type="title" idx="4"/>
          </p:nvPr>
        </p:nvSpPr>
        <p:spPr>
          <a:xfrm>
            <a:off x="6237553" y="3589650"/>
            <a:ext cx="19464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26" name="Google Shape;526;p17"/>
          <p:cNvSpPr txBox="1">
            <a:spLocks noGrp="1"/>
          </p:cNvSpPr>
          <p:nvPr>
            <p:ph type="subTitle" idx="5"/>
          </p:nvPr>
        </p:nvSpPr>
        <p:spPr>
          <a:xfrm>
            <a:off x="6043925" y="4008325"/>
            <a:ext cx="23337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17"/>
          <p:cNvSpPr txBox="1">
            <a:spLocks noGrp="1"/>
          </p:cNvSpPr>
          <p:nvPr>
            <p:ph type="title" idx="6"/>
          </p:nvPr>
        </p:nvSpPr>
        <p:spPr>
          <a:xfrm>
            <a:off x="2279415" y="1804900"/>
            <a:ext cx="19464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28" name="Google Shape;528;p17"/>
          <p:cNvSpPr txBox="1">
            <a:spLocks noGrp="1"/>
          </p:cNvSpPr>
          <p:nvPr>
            <p:ph type="subTitle" idx="7"/>
          </p:nvPr>
        </p:nvSpPr>
        <p:spPr>
          <a:xfrm>
            <a:off x="2085774" y="2223575"/>
            <a:ext cx="23337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17"/>
          <p:cNvSpPr txBox="1">
            <a:spLocks noGrp="1"/>
          </p:cNvSpPr>
          <p:nvPr>
            <p:ph type="title" idx="8"/>
          </p:nvPr>
        </p:nvSpPr>
        <p:spPr>
          <a:xfrm>
            <a:off x="4918181" y="1804900"/>
            <a:ext cx="19464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30" name="Google Shape;530;p17"/>
          <p:cNvSpPr txBox="1">
            <a:spLocks noGrp="1"/>
          </p:cNvSpPr>
          <p:nvPr>
            <p:ph type="subTitle" idx="9"/>
          </p:nvPr>
        </p:nvSpPr>
        <p:spPr>
          <a:xfrm>
            <a:off x="4724520" y="2223575"/>
            <a:ext cx="23337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1" name="Google Shape;531;p17"/>
          <p:cNvSpPr txBox="1">
            <a:spLocks noGrp="1"/>
          </p:cNvSpPr>
          <p:nvPr>
            <p:ph type="title" idx="13"/>
          </p:nvPr>
        </p:nvSpPr>
        <p:spPr>
          <a:xfrm>
            <a:off x="720000" y="445025"/>
            <a:ext cx="775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532" name="Google Shape;532;p17"/>
          <p:cNvGrpSpPr/>
          <p:nvPr/>
        </p:nvGrpSpPr>
        <p:grpSpPr>
          <a:xfrm rot="6129514" flipH="1">
            <a:off x="-170638" y="4359894"/>
            <a:ext cx="856903" cy="855822"/>
            <a:chOff x="3633600" y="1267950"/>
            <a:chExt cx="529575" cy="528875"/>
          </a:xfrm>
        </p:grpSpPr>
        <p:sp>
          <p:nvSpPr>
            <p:cNvPr id="533" name="Google Shape;533;p17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7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7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7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7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7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7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7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7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" name="Google Shape;542;p17"/>
          <p:cNvGrpSpPr/>
          <p:nvPr/>
        </p:nvGrpSpPr>
        <p:grpSpPr>
          <a:xfrm rot="7776528" flipH="1">
            <a:off x="8112722" y="174985"/>
            <a:ext cx="856899" cy="855807"/>
            <a:chOff x="3633600" y="1267950"/>
            <a:chExt cx="529575" cy="528875"/>
          </a:xfrm>
        </p:grpSpPr>
        <p:sp>
          <p:nvSpPr>
            <p:cNvPr id="543" name="Google Shape;543;p17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7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7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7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7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7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7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7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7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52" name="Google Shape;55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5620" y="660086"/>
            <a:ext cx="1205649" cy="699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0743" y="3937738"/>
            <a:ext cx="1409130" cy="1205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8354" y="2770050"/>
            <a:ext cx="1359401" cy="1350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5" name="Google Shape;555;p17"/>
          <p:cNvGrpSpPr/>
          <p:nvPr/>
        </p:nvGrpSpPr>
        <p:grpSpPr>
          <a:xfrm rot="-9116488" flipH="1">
            <a:off x="8528522" y="3396194"/>
            <a:ext cx="856893" cy="855807"/>
            <a:chOff x="3633600" y="1267950"/>
            <a:chExt cx="529575" cy="528875"/>
          </a:xfrm>
        </p:grpSpPr>
        <p:sp>
          <p:nvSpPr>
            <p:cNvPr id="556" name="Google Shape;556;p17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7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7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7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7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7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7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65" name="Google Shape;56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31480" y="1153470"/>
            <a:ext cx="1132945" cy="101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3505780">
            <a:off x="8083230" y="3954094"/>
            <a:ext cx="1132950" cy="862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5"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5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47" name="Google Shape;64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700000">
            <a:off x="-366303" y="1565358"/>
            <a:ext cx="1092923" cy="7864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8" name="Google Shape;648;p20"/>
          <p:cNvGrpSpPr/>
          <p:nvPr/>
        </p:nvGrpSpPr>
        <p:grpSpPr>
          <a:xfrm rot="3456030" flipH="1">
            <a:off x="8353269" y="4125468"/>
            <a:ext cx="856896" cy="855836"/>
            <a:chOff x="3633600" y="1267950"/>
            <a:chExt cx="529575" cy="528875"/>
          </a:xfrm>
        </p:grpSpPr>
        <p:sp>
          <p:nvSpPr>
            <p:cNvPr id="649" name="Google Shape;649;p20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58" name="Google Shape;6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7313" y="82525"/>
            <a:ext cx="1092926" cy="93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27758"/>
            <a:ext cx="1181749" cy="118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79849" y="740551"/>
            <a:ext cx="1092924" cy="85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384350" y="4236874"/>
            <a:ext cx="856900" cy="7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75025" y="4529525"/>
            <a:ext cx="1013408" cy="855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3" name="Google Shape;663;p20"/>
          <p:cNvGrpSpPr/>
          <p:nvPr/>
        </p:nvGrpSpPr>
        <p:grpSpPr>
          <a:xfrm flipH="1">
            <a:off x="2281671" y="4761863"/>
            <a:ext cx="856905" cy="855826"/>
            <a:chOff x="3633600" y="1267950"/>
            <a:chExt cx="529575" cy="528875"/>
          </a:xfrm>
        </p:grpSpPr>
        <p:sp>
          <p:nvSpPr>
            <p:cNvPr id="664" name="Google Shape;664;p20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0"/>
          <p:cNvGrpSpPr/>
          <p:nvPr/>
        </p:nvGrpSpPr>
        <p:grpSpPr>
          <a:xfrm rot="7913327" flipH="1">
            <a:off x="6681605" y="-65671"/>
            <a:ext cx="856918" cy="855825"/>
            <a:chOff x="3633600" y="1267950"/>
            <a:chExt cx="529575" cy="528875"/>
          </a:xfrm>
        </p:grpSpPr>
        <p:sp>
          <p:nvSpPr>
            <p:cNvPr id="674" name="Google Shape;674;p20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20"/>
          <p:cNvGrpSpPr/>
          <p:nvPr/>
        </p:nvGrpSpPr>
        <p:grpSpPr>
          <a:xfrm flipH="1">
            <a:off x="-136910" y="1017724"/>
            <a:ext cx="856905" cy="855826"/>
            <a:chOff x="3633600" y="1267950"/>
            <a:chExt cx="529575" cy="528875"/>
          </a:xfrm>
        </p:grpSpPr>
        <p:sp>
          <p:nvSpPr>
            <p:cNvPr id="684" name="Google Shape;684;p20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1"/>
          <p:cNvSpPr txBox="1">
            <a:spLocks noGrp="1"/>
          </p:cNvSpPr>
          <p:nvPr>
            <p:ph type="subTitle" idx="1"/>
          </p:nvPr>
        </p:nvSpPr>
        <p:spPr>
          <a:xfrm>
            <a:off x="2917800" y="2008400"/>
            <a:ext cx="33084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95" name="Google Shape;695;p21"/>
          <p:cNvSpPr txBox="1">
            <a:spLocks noGrp="1"/>
          </p:cNvSpPr>
          <p:nvPr>
            <p:ph type="title" hasCustomPrompt="1"/>
          </p:nvPr>
        </p:nvSpPr>
        <p:spPr>
          <a:xfrm>
            <a:off x="2917650" y="1483350"/>
            <a:ext cx="33084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96" name="Google Shape;696;p21"/>
          <p:cNvSpPr txBox="1">
            <a:spLocks noGrp="1"/>
          </p:cNvSpPr>
          <p:nvPr>
            <p:ph type="subTitle" idx="2"/>
          </p:nvPr>
        </p:nvSpPr>
        <p:spPr>
          <a:xfrm>
            <a:off x="630700" y="3446850"/>
            <a:ext cx="35187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97" name="Google Shape;697;p21"/>
          <p:cNvSpPr txBox="1">
            <a:spLocks noGrp="1"/>
          </p:cNvSpPr>
          <p:nvPr>
            <p:ph type="title" idx="3" hasCustomPrompt="1"/>
          </p:nvPr>
        </p:nvSpPr>
        <p:spPr>
          <a:xfrm>
            <a:off x="615850" y="2921800"/>
            <a:ext cx="3518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98" name="Google Shape;698;p21"/>
          <p:cNvSpPr txBox="1">
            <a:spLocks noGrp="1"/>
          </p:cNvSpPr>
          <p:nvPr>
            <p:ph type="subTitle" idx="4"/>
          </p:nvPr>
        </p:nvSpPr>
        <p:spPr>
          <a:xfrm>
            <a:off x="4994600" y="3446850"/>
            <a:ext cx="35187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99" name="Google Shape;699;p21"/>
          <p:cNvSpPr txBox="1">
            <a:spLocks noGrp="1"/>
          </p:cNvSpPr>
          <p:nvPr>
            <p:ph type="title" idx="5" hasCustomPrompt="1"/>
          </p:nvPr>
        </p:nvSpPr>
        <p:spPr>
          <a:xfrm>
            <a:off x="5009450" y="2921800"/>
            <a:ext cx="3518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ra Sans Extra Condensed Medium"/>
              <a:buNone/>
              <a:defRPr sz="3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pic>
        <p:nvPicPr>
          <p:cNvPr id="700" name="Google Shape;70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13350" y="2499032"/>
            <a:ext cx="1200975" cy="1074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7455" y="1223800"/>
            <a:ext cx="1197046" cy="119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2" name="Google Shape;702;p21"/>
          <p:cNvGrpSpPr/>
          <p:nvPr/>
        </p:nvGrpSpPr>
        <p:grpSpPr>
          <a:xfrm>
            <a:off x="8665090" y="1834974"/>
            <a:ext cx="856905" cy="855826"/>
            <a:chOff x="3633600" y="1267950"/>
            <a:chExt cx="529575" cy="528875"/>
          </a:xfrm>
        </p:grpSpPr>
        <p:sp>
          <p:nvSpPr>
            <p:cNvPr id="703" name="Google Shape;703;p21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1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1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1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1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1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1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1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1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2" name="Google Shape;712;p21"/>
          <p:cNvGrpSpPr/>
          <p:nvPr/>
        </p:nvGrpSpPr>
        <p:grpSpPr>
          <a:xfrm rot="-4491196">
            <a:off x="355687" y="1251256"/>
            <a:ext cx="856912" cy="855831"/>
            <a:chOff x="3633600" y="1267950"/>
            <a:chExt cx="529575" cy="528875"/>
          </a:xfrm>
        </p:grpSpPr>
        <p:sp>
          <p:nvSpPr>
            <p:cNvPr id="713" name="Google Shape;713;p21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1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1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1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1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1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1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1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1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2" name="Google Shape;722;p21"/>
          <p:cNvGrpSpPr/>
          <p:nvPr/>
        </p:nvGrpSpPr>
        <p:grpSpPr>
          <a:xfrm rot="719305">
            <a:off x="7975198" y="4406508"/>
            <a:ext cx="856901" cy="855820"/>
            <a:chOff x="3633600" y="1267950"/>
            <a:chExt cx="529575" cy="528875"/>
          </a:xfrm>
        </p:grpSpPr>
        <p:sp>
          <p:nvSpPr>
            <p:cNvPr id="723" name="Google Shape;723;p21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1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1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1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1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1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1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1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1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2" name="Google Shape;732;p21"/>
          <p:cNvGrpSpPr/>
          <p:nvPr/>
        </p:nvGrpSpPr>
        <p:grpSpPr>
          <a:xfrm rot="8547141">
            <a:off x="-308939" y="3570688"/>
            <a:ext cx="856902" cy="855801"/>
            <a:chOff x="3633600" y="1267950"/>
            <a:chExt cx="529575" cy="528875"/>
          </a:xfrm>
        </p:grpSpPr>
        <p:sp>
          <p:nvSpPr>
            <p:cNvPr id="733" name="Google Shape;733;p21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1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1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1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1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1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1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1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1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42" name="Google Shape;7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068496">
            <a:off x="160174" y="75026"/>
            <a:ext cx="1497198" cy="1791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8357" y="3267976"/>
            <a:ext cx="1707651" cy="146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631293">
            <a:off x="-508422" y="1829961"/>
            <a:ext cx="1349247" cy="1027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04849" y="2336986"/>
            <a:ext cx="1221160" cy="9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21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5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7"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2"/>
          <p:cNvSpPr txBox="1">
            <a:spLocks noGrp="1"/>
          </p:cNvSpPr>
          <p:nvPr>
            <p:ph type="ctrTitle"/>
          </p:nvPr>
        </p:nvSpPr>
        <p:spPr>
          <a:xfrm flipH="1">
            <a:off x="930325" y="1429638"/>
            <a:ext cx="4643700" cy="15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9" name="Google Shape;749;p22"/>
          <p:cNvSpPr txBox="1">
            <a:spLocks noGrp="1"/>
          </p:cNvSpPr>
          <p:nvPr>
            <p:ph type="subTitle" idx="1"/>
          </p:nvPr>
        </p:nvSpPr>
        <p:spPr>
          <a:xfrm flipH="1">
            <a:off x="930300" y="2917363"/>
            <a:ext cx="2819700" cy="7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50" name="Google Shape;75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12600" y="2480143"/>
            <a:ext cx="2122400" cy="18996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1" name="Google Shape;751;p22"/>
          <p:cNvGrpSpPr/>
          <p:nvPr/>
        </p:nvGrpSpPr>
        <p:grpSpPr>
          <a:xfrm>
            <a:off x="467765" y="258811"/>
            <a:ext cx="856905" cy="855826"/>
            <a:chOff x="3633600" y="1267950"/>
            <a:chExt cx="529575" cy="528875"/>
          </a:xfrm>
        </p:grpSpPr>
        <p:sp>
          <p:nvSpPr>
            <p:cNvPr id="752" name="Google Shape;752;p22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2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2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2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2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2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2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2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2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1" name="Google Shape;761;p22"/>
          <p:cNvGrpSpPr/>
          <p:nvPr/>
        </p:nvGrpSpPr>
        <p:grpSpPr>
          <a:xfrm rot="-4603635">
            <a:off x="4415686" y="4467090"/>
            <a:ext cx="856918" cy="855836"/>
            <a:chOff x="3633600" y="1267950"/>
            <a:chExt cx="529575" cy="528875"/>
          </a:xfrm>
        </p:grpSpPr>
        <p:sp>
          <p:nvSpPr>
            <p:cNvPr id="762" name="Google Shape;762;p22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2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2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2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2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2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2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2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2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71" name="Google Shape;7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200" y="3820313"/>
            <a:ext cx="141922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043537">
            <a:off x="572128" y="-417658"/>
            <a:ext cx="1743694" cy="1572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840" y="4379750"/>
            <a:ext cx="939485" cy="91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4216970">
            <a:off x="8551331" y="3347826"/>
            <a:ext cx="1088874" cy="111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219475" y="667064"/>
            <a:ext cx="939475" cy="9098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6" name="Google Shape;776;p22"/>
          <p:cNvGrpSpPr/>
          <p:nvPr/>
        </p:nvGrpSpPr>
        <p:grpSpPr>
          <a:xfrm rot="5400000">
            <a:off x="8506015" y="1209361"/>
            <a:ext cx="856905" cy="855826"/>
            <a:chOff x="3633600" y="1267950"/>
            <a:chExt cx="529575" cy="528875"/>
          </a:xfrm>
        </p:grpSpPr>
        <p:sp>
          <p:nvSpPr>
            <p:cNvPr id="777" name="Google Shape;777;p22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2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2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2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2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2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2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2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2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3"/>
          <p:cNvSpPr txBox="1">
            <a:spLocks noGrp="1"/>
          </p:cNvSpPr>
          <p:nvPr>
            <p:ph type="ctrTitle"/>
          </p:nvPr>
        </p:nvSpPr>
        <p:spPr>
          <a:xfrm flipH="1">
            <a:off x="2250150" y="1583759"/>
            <a:ext cx="46437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88" name="Google Shape;788;p23"/>
          <p:cNvSpPr txBox="1">
            <a:spLocks noGrp="1"/>
          </p:cNvSpPr>
          <p:nvPr>
            <p:ph type="subTitle" idx="1"/>
          </p:nvPr>
        </p:nvSpPr>
        <p:spPr>
          <a:xfrm flipH="1">
            <a:off x="2356800" y="2375641"/>
            <a:ext cx="44304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89" name="Google Shape;789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575634">
            <a:off x="329248" y="-277961"/>
            <a:ext cx="1585800" cy="1141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6376" y="3559757"/>
            <a:ext cx="1585800" cy="1356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7030" y="73825"/>
            <a:ext cx="1585797" cy="158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2" name="Google Shape;792;p23"/>
          <p:cNvGrpSpPr/>
          <p:nvPr/>
        </p:nvGrpSpPr>
        <p:grpSpPr>
          <a:xfrm rot="5065926">
            <a:off x="6615789" y="3711610"/>
            <a:ext cx="856924" cy="855791"/>
            <a:chOff x="3633600" y="1267950"/>
            <a:chExt cx="529575" cy="528875"/>
          </a:xfrm>
        </p:grpSpPr>
        <p:sp>
          <p:nvSpPr>
            <p:cNvPr id="793" name="Google Shape;793;p23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3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3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3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3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3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3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3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3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2" name="Google Shape;802;p23"/>
          <p:cNvGrpSpPr/>
          <p:nvPr/>
        </p:nvGrpSpPr>
        <p:grpSpPr>
          <a:xfrm rot="4052859">
            <a:off x="291535" y="353843"/>
            <a:ext cx="856937" cy="855805"/>
            <a:chOff x="3633600" y="1267950"/>
            <a:chExt cx="529575" cy="528875"/>
          </a:xfrm>
        </p:grpSpPr>
        <p:sp>
          <p:nvSpPr>
            <p:cNvPr id="803" name="Google Shape;803;p23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3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3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3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3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3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3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3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3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2" name="Google Shape;812;p23"/>
          <p:cNvGrpSpPr/>
          <p:nvPr/>
        </p:nvGrpSpPr>
        <p:grpSpPr>
          <a:xfrm rot="7476146">
            <a:off x="8616658" y="1495897"/>
            <a:ext cx="856920" cy="855787"/>
            <a:chOff x="3633600" y="1267950"/>
            <a:chExt cx="529575" cy="528875"/>
          </a:xfrm>
        </p:grpSpPr>
        <p:sp>
          <p:nvSpPr>
            <p:cNvPr id="813" name="Google Shape;813;p23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3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3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3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3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3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3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3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3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2" name="Google Shape;822;p23"/>
          <p:cNvGrpSpPr/>
          <p:nvPr/>
        </p:nvGrpSpPr>
        <p:grpSpPr>
          <a:xfrm rot="-10296180">
            <a:off x="-489146" y="2577424"/>
            <a:ext cx="856930" cy="855797"/>
            <a:chOff x="3633600" y="1267950"/>
            <a:chExt cx="529575" cy="528875"/>
          </a:xfrm>
        </p:grpSpPr>
        <p:sp>
          <p:nvSpPr>
            <p:cNvPr id="823" name="Google Shape;823;p23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3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3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3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3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3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3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3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3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32" name="Google Shape;83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7879" y="3958458"/>
            <a:ext cx="1118201" cy="1110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990157">
            <a:off x="6028074" y="-114387"/>
            <a:ext cx="1284071" cy="111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56800" y="4179190"/>
            <a:ext cx="1118200" cy="1145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9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7"/>
          <p:cNvSpPr txBox="1">
            <a:spLocks noGrp="1"/>
          </p:cNvSpPr>
          <p:nvPr>
            <p:ph type="body" idx="1"/>
          </p:nvPr>
        </p:nvSpPr>
        <p:spPr>
          <a:xfrm>
            <a:off x="1006738" y="1902625"/>
            <a:ext cx="3165300" cy="22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64" name="Google Shape;964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5" name="Google Shape;965;p27"/>
          <p:cNvSpPr txBox="1">
            <a:spLocks noGrp="1"/>
          </p:cNvSpPr>
          <p:nvPr>
            <p:ph type="body" idx="2"/>
          </p:nvPr>
        </p:nvSpPr>
        <p:spPr>
          <a:xfrm>
            <a:off x="4971962" y="1902625"/>
            <a:ext cx="3165300" cy="22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66" name="Google Shape;966;p27"/>
          <p:cNvSpPr txBox="1">
            <a:spLocks noGrp="1"/>
          </p:cNvSpPr>
          <p:nvPr>
            <p:ph type="subTitle" idx="3"/>
          </p:nvPr>
        </p:nvSpPr>
        <p:spPr>
          <a:xfrm flipH="1">
            <a:off x="720100" y="1269200"/>
            <a:ext cx="4310100" cy="7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967" name="Google Shape;96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91771" y="2949721"/>
            <a:ext cx="1358625" cy="1356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436161">
            <a:off x="105220" y="3977076"/>
            <a:ext cx="1403233" cy="1009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9" name="Google Shape;969;p27"/>
          <p:cNvGrpSpPr/>
          <p:nvPr/>
        </p:nvGrpSpPr>
        <p:grpSpPr>
          <a:xfrm rot="-9085882">
            <a:off x="73575" y="3526638"/>
            <a:ext cx="856913" cy="855780"/>
            <a:chOff x="3633600" y="1267950"/>
            <a:chExt cx="529575" cy="528875"/>
          </a:xfrm>
        </p:grpSpPr>
        <p:sp>
          <p:nvSpPr>
            <p:cNvPr id="970" name="Google Shape;970;p27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7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7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7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7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7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7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9" name="Google Shape;979;p27"/>
          <p:cNvGrpSpPr/>
          <p:nvPr/>
        </p:nvGrpSpPr>
        <p:grpSpPr>
          <a:xfrm rot="-10430686">
            <a:off x="7000581" y="4044731"/>
            <a:ext cx="856920" cy="855788"/>
            <a:chOff x="3633600" y="1267950"/>
            <a:chExt cx="529575" cy="528875"/>
          </a:xfrm>
        </p:grpSpPr>
        <p:sp>
          <p:nvSpPr>
            <p:cNvPr id="980" name="Google Shape;980;p27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7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7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7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7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7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7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7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7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9" name="Google Shape;989;p27"/>
          <p:cNvGrpSpPr/>
          <p:nvPr/>
        </p:nvGrpSpPr>
        <p:grpSpPr>
          <a:xfrm rot="7476146">
            <a:off x="8482633" y="303485"/>
            <a:ext cx="856920" cy="855787"/>
            <a:chOff x="3633600" y="1267950"/>
            <a:chExt cx="529575" cy="528875"/>
          </a:xfrm>
        </p:grpSpPr>
        <p:sp>
          <p:nvSpPr>
            <p:cNvPr id="990" name="Google Shape;990;p27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7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7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7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7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7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7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7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7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99" name="Google Shape;99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07217" y="2115325"/>
            <a:ext cx="1031292" cy="87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251305">
            <a:off x="7441934" y="271624"/>
            <a:ext cx="1469649" cy="125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"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131" name="Google Shape;113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6771" y="4014075"/>
            <a:ext cx="1425799" cy="1416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59298" y="3861675"/>
            <a:ext cx="1779300" cy="103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8850" y="84387"/>
            <a:ext cx="1512199" cy="129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372271">
            <a:off x="8476175" y="951750"/>
            <a:ext cx="1059975" cy="8948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5" name="Google Shape;1135;p31"/>
          <p:cNvGrpSpPr/>
          <p:nvPr/>
        </p:nvGrpSpPr>
        <p:grpSpPr>
          <a:xfrm rot="-1225778">
            <a:off x="8435034" y="4136725"/>
            <a:ext cx="856892" cy="855759"/>
            <a:chOff x="3633600" y="1267950"/>
            <a:chExt cx="529575" cy="528875"/>
          </a:xfrm>
        </p:grpSpPr>
        <p:sp>
          <p:nvSpPr>
            <p:cNvPr id="1136" name="Google Shape;1136;p31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1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1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1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1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1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1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1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1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5" name="Google Shape;1145;p31"/>
          <p:cNvGrpSpPr/>
          <p:nvPr/>
        </p:nvGrpSpPr>
        <p:grpSpPr>
          <a:xfrm rot="2503994">
            <a:off x="-312995" y="1423774"/>
            <a:ext cx="856898" cy="855765"/>
            <a:chOff x="3633600" y="1267950"/>
            <a:chExt cx="529575" cy="528875"/>
          </a:xfrm>
        </p:grpSpPr>
        <p:sp>
          <p:nvSpPr>
            <p:cNvPr id="1146" name="Google Shape;1146;p31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1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1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1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1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1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1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1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1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4_1"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4606213">
            <a:off x="7662482" y="-97726"/>
            <a:ext cx="1200867" cy="864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3975" y="4285925"/>
            <a:ext cx="870025" cy="86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59" name="Google Shape;1159;p32"/>
          <p:cNvGrpSpPr/>
          <p:nvPr/>
        </p:nvGrpSpPr>
        <p:grpSpPr>
          <a:xfrm rot="1808779">
            <a:off x="-135605" y="4443216"/>
            <a:ext cx="856878" cy="855745"/>
            <a:chOff x="3633600" y="1267950"/>
            <a:chExt cx="529575" cy="528875"/>
          </a:xfrm>
        </p:grpSpPr>
        <p:sp>
          <p:nvSpPr>
            <p:cNvPr id="1160" name="Google Shape;1160;p32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2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2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2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2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2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2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2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2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9" name="Google Shape;1169;p32"/>
          <p:cNvGrpSpPr/>
          <p:nvPr/>
        </p:nvGrpSpPr>
        <p:grpSpPr>
          <a:xfrm rot="8951794">
            <a:off x="8190883" y="106645"/>
            <a:ext cx="856885" cy="855752"/>
            <a:chOff x="3633600" y="1267950"/>
            <a:chExt cx="529575" cy="528875"/>
          </a:xfrm>
        </p:grpSpPr>
        <p:sp>
          <p:nvSpPr>
            <p:cNvPr id="1170" name="Google Shape;1170;p32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2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2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2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2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2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2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2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2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79" name="Google Shape;117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">
            <a:off x="271229" y="4130200"/>
            <a:ext cx="936800" cy="7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4000" y="855729"/>
            <a:ext cx="1116025" cy="912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2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1" r:id="rId10"/>
    <p:sldLayoutId id="2147483662" r:id="rId11"/>
    <p:sldLayoutId id="2147483663" r:id="rId12"/>
    <p:sldLayoutId id="2147483666" r:id="rId13"/>
    <p:sldLayoutId id="2147483667" r:id="rId14"/>
    <p:sldLayoutId id="2147483668" r:id="rId15"/>
    <p:sldLayoutId id="2147483669" r:id="rId16"/>
    <p:sldLayoutId id="2147483673" r:id="rId17"/>
    <p:sldLayoutId id="2147483677" r:id="rId18"/>
    <p:sldLayoutId id="2147483678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35"/>
          <p:cNvSpPr/>
          <p:nvPr/>
        </p:nvSpPr>
        <p:spPr>
          <a:xfrm>
            <a:off x="1954800" y="633150"/>
            <a:ext cx="5234400" cy="387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35"/>
          <p:cNvSpPr txBox="1">
            <a:spLocks noGrp="1"/>
          </p:cNvSpPr>
          <p:nvPr>
            <p:ph type="subTitle" idx="2"/>
          </p:nvPr>
        </p:nvSpPr>
        <p:spPr>
          <a:xfrm>
            <a:off x="3683425" y="3451850"/>
            <a:ext cx="1892125" cy="8138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Presented by Aman, Joash, Kubra &amp; </a:t>
            </a:r>
            <a:r>
              <a:rPr lang="en-GB" dirty="0" err="1"/>
              <a:t>Manikar</a:t>
            </a:r>
            <a:endParaRPr dirty="0"/>
          </a:p>
        </p:txBody>
      </p:sp>
      <p:grpSp>
        <p:nvGrpSpPr>
          <p:cNvPr id="1192" name="Google Shape;1192;p35"/>
          <p:cNvGrpSpPr/>
          <p:nvPr/>
        </p:nvGrpSpPr>
        <p:grpSpPr>
          <a:xfrm>
            <a:off x="8525815" y="2774936"/>
            <a:ext cx="856905" cy="855826"/>
            <a:chOff x="3633600" y="1267950"/>
            <a:chExt cx="529575" cy="528875"/>
          </a:xfrm>
        </p:grpSpPr>
        <p:sp>
          <p:nvSpPr>
            <p:cNvPr id="1193" name="Google Shape;1193;p35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5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5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5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5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5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5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5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5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2" name="Google Shape;1202;p35"/>
          <p:cNvGrpSpPr/>
          <p:nvPr/>
        </p:nvGrpSpPr>
        <p:grpSpPr>
          <a:xfrm>
            <a:off x="209490" y="1471036"/>
            <a:ext cx="856905" cy="855826"/>
            <a:chOff x="3633600" y="1267950"/>
            <a:chExt cx="529575" cy="528875"/>
          </a:xfrm>
        </p:grpSpPr>
        <p:sp>
          <p:nvSpPr>
            <p:cNvPr id="1203" name="Google Shape;1203;p35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5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5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5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5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5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5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5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5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2" name="Google Shape;1212;p35"/>
          <p:cNvGrpSpPr/>
          <p:nvPr/>
        </p:nvGrpSpPr>
        <p:grpSpPr>
          <a:xfrm flipH="1">
            <a:off x="7114490" y="1038711"/>
            <a:ext cx="856905" cy="855826"/>
            <a:chOff x="3633600" y="1267950"/>
            <a:chExt cx="529575" cy="528875"/>
          </a:xfrm>
        </p:grpSpPr>
        <p:sp>
          <p:nvSpPr>
            <p:cNvPr id="1213" name="Google Shape;1213;p35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5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5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5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5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5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5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5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5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35"/>
          <p:cNvGrpSpPr/>
          <p:nvPr/>
        </p:nvGrpSpPr>
        <p:grpSpPr>
          <a:xfrm flipH="1">
            <a:off x="1627715" y="-369639"/>
            <a:ext cx="856905" cy="855826"/>
            <a:chOff x="3633600" y="1267950"/>
            <a:chExt cx="529575" cy="528875"/>
          </a:xfrm>
        </p:grpSpPr>
        <p:sp>
          <p:nvSpPr>
            <p:cNvPr id="1223" name="Google Shape;1223;p35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5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5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5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5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5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2" name="Google Shape;1232;p35"/>
          <p:cNvGrpSpPr/>
          <p:nvPr/>
        </p:nvGrpSpPr>
        <p:grpSpPr>
          <a:xfrm flipH="1">
            <a:off x="7114490" y="4514311"/>
            <a:ext cx="856905" cy="855826"/>
            <a:chOff x="3633600" y="1267950"/>
            <a:chExt cx="529575" cy="528875"/>
          </a:xfrm>
        </p:grpSpPr>
        <p:sp>
          <p:nvSpPr>
            <p:cNvPr id="1233" name="Google Shape;1233;p35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5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5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5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5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5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5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2" name="Google Shape;1242;p35"/>
          <p:cNvGrpSpPr/>
          <p:nvPr/>
        </p:nvGrpSpPr>
        <p:grpSpPr>
          <a:xfrm>
            <a:off x="994790" y="4024061"/>
            <a:ext cx="856905" cy="855826"/>
            <a:chOff x="3633600" y="1267950"/>
            <a:chExt cx="529575" cy="528875"/>
          </a:xfrm>
        </p:grpSpPr>
        <p:sp>
          <p:nvSpPr>
            <p:cNvPr id="1243" name="Google Shape;1243;p35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5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5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5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5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5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5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52" name="Google Shape;125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7825" y="3949417"/>
            <a:ext cx="1087125" cy="106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6450" y="2929040"/>
            <a:ext cx="891375" cy="8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4928303">
            <a:off x="6714112" y="2522437"/>
            <a:ext cx="1163974" cy="10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logo with text and a book&#10;&#10;AI-generated content may be incorrect.">
            <a:extLst>
              <a:ext uri="{FF2B5EF4-FFF2-40B4-BE49-F238E27FC236}">
                <a16:creationId xmlns:a16="http://schemas.microsoft.com/office/drawing/2014/main" id="{B7330D8E-5086-1C73-90D4-DCC8AA091B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916" y="-68886"/>
            <a:ext cx="1425812" cy="1434007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26191ACE-E8FB-DB23-967D-5DD27A3E6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100" y="1755372"/>
            <a:ext cx="483544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AI's Impact on Radiologists' Efficiency and Speed in Radiograph Interpretation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7"/>
          <p:cNvSpPr/>
          <p:nvPr/>
        </p:nvSpPr>
        <p:spPr>
          <a:xfrm>
            <a:off x="1584300" y="3594960"/>
            <a:ext cx="864300" cy="864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p37"/>
          <p:cNvSpPr txBox="1">
            <a:spLocks noGrp="1"/>
          </p:cNvSpPr>
          <p:nvPr>
            <p:ph type="title" idx="7"/>
          </p:nvPr>
        </p:nvSpPr>
        <p:spPr>
          <a:xfrm>
            <a:off x="1565950" y="3585392"/>
            <a:ext cx="864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271" name="Google Shape;1271;p37"/>
          <p:cNvSpPr/>
          <p:nvPr/>
        </p:nvSpPr>
        <p:spPr>
          <a:xfrm>
            <a:off x="720000" y="1433912"/>
            <a:ext cx="864300" cy="864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37"/>
          <p:cNvSpPr/>
          <p:nvPr/>
        </p:nvSpPr>
        <p:spPr>
          <a:xfrm>
            <a:off x="1133800" y="2541922"/>
            <a:ext cx="864300" cy="864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37"/>
          <p:cNvSpPr txBox="1">
            <a:spLocks noGrp="1"/>
          </p:cNvSpPr>
          <p:nvPr>
            <p:ph type="title" idx="4"/>
          </p:nvPr>
        </p:nvSpPr>
        <p:spPr>
          <a:xfrm>
            <a:off x="1607632" y="1593812"/>
            <a:ext cx="6000800" cy="5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Chest X-rays (CXR) are essential for diagnosing diseases like lung cancer, brain </a:t>
            </a:r>
            <a:r>
              <a:rPr lang="en-GB" dirty="0" err="1"/>
              <a:t>tumors</a:t>
            </a:r>
            <a:r>
              <a:rPr lang="en-GB" dirty="0"/>
              <a:t>, tuberculosis and others.</a:t>
            </a:r>
            <a:br>
              <a:rPr lang="en-GB" dirty="0"/>
            </a:br>
            <a:endParaRPr dirty="0"/>
          </a:p>
        </p:txBody>
      </p:sp>
      <p:sp>
        <p:nvSpPr>
          <p:cNvPr id="1276" name="Google Shape;1276;p37"/>
          <p:cNvSpPr txBox="1">
            <a:spLocks noGrp="1"/>
          </p:cNvSpPr>
          <p:nvPr>
            <p:ph type="title" idx="5"/>
          </p:nvPr>
        </p:nvSpPr>
        <p:spPr>
          <a:xfrm>
            <a:off x="2016450" y="2701822"/>
            <a:ext cx="5780110" cy="5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Traditional radiology is time-consuming and error-prone.</a:t>
            </a:r>
            <a:br>
              <a:rPr lang="en-GB" dirty="0"/>
            </a:br>
            <a:endParaRPr dirty="0"/>
          </a:p>
        </p:txBody>
      </p:sp>
      <p:sp>
        <p:nvSpPr>
          <p:cNvPr id="1278" name="Google Shape;1278;p37"/>
          <p:cNvSpPr txBox="1">
            <a:spLocks noGrp="1"/>
          </p:cNvSpPr>
          <p:nvPr>
            <p:ph type="title" idx="8"/>
          </p:nvPr>
        </p:nvSpPr>
        <p:spPr>
          <a:xfrm>
            <a:off x="1133800" y="2541922"/>
            <a:ext cx="864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279" name="Google Shape;1279;p37"/>
          <p:cNvSpPr txBox="1">
            <a:spLocks noGrp="1"/>
          </p:cNvSpPr>
          <p:nvPr>
            <p:ph type="title" idx="9"/>
          </p:nvPr>
        </p:nvSpPr>
        <p:spPr>
          <a:xfrm>
            <a:off x="720000" y="1470425"/>
            <a:ext cx="864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280" name="Google Shape;1280;p37"/>
          <p:cNvSpPr txBox="1">
            <a:spLocks noGrp="1"/>
          </p:cNvSpPr>
          <p:nvPr>
            <p:ph type="title" idx="13"/>
          </p:nvPr>
        </p:nvSpPr>
        <p:spPr>
          <a:xfrm>
            <a:off x="720000" y="445025"/>
            <a:ext cx="775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</a:t>
            </a:r>
            <a:endParaRPr dirty="0"/>
          </a:p>
        </p:txBody>
      </p:sp>
      <p:sp>
        <p:nvSpPr>
          <p:cNvPr id="1287" name="Google Shape;1287;p37"/>
          <p:cNvSpPr txBox="1">
            <a:spLocks noGrp="1"/>
          </p:cNvSpPr>
          <p:nvPr>
            <p:ph type="title" idx="20"/>
          </p:nvPr>
        </p:nvSpPr>
        <p:spPr>
          <a:xfrm>
            <a:off x="2466950" y="3754860"/>
            <a:ext cx="5594256" cy="5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AI-based diagnostic tools aim to automate and enhance interpretation.</a:t>
            </a:r>
            <a:br>
              <a:rPr lang="en-GB"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38"/>
          <p:cNvPicPr preferRelativeResize="0"/>
          <p:nvPr/>
        </p:nvPicPr>
        <p:blipFill rotWithShape="1">
          <a:blip r:embed="rId3">
            <a:alphaModFix/>
          </a:blip>
          <a:srcRect r="36459"/>
          <a:stretch/>
        </p:blipFill>
        <p:spPr>
          <a:xfrm>
            <a:off x="-1676400" y="0"/>
            <a:ext cx="5810248" cy="609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38"/>
          <p:cNvSpPr txBox="1">
            <a:spLocks noGrp="1"/>
          </p:cNvSpPr>
          <p:nvPr>
            <p:ph type="title"/>
          </p:nvPr>
        </p:nvSpPr>
        <p:spPr>
          <a:xfrm>
            <a:off x="3420688" y="254848"/>
            <a:ext cx="5086974" cy="13213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GB" dirty="0"/>
              <a:t>Why AI in Radiology Reports?</a:t>
            </a:r>
            <a:br>
              <a:rPr lang="en-GB" dirty="0"/>
            </a:br>
            <a:endParaRPr dirty="0"/>
          </a:p>
        </p:txBody>
      </p:sp>
      <p:sp>
        <p:nvSpPr>
          <p:cNvPr id="1296" name="Google Shape;1296;p38"/>
          <p:cNvSpPr txBox="1">
            <a:spLocks noGrp="1"/>
          </p:cNvSpPr>
          <p:nvPr>
            <p:ph type="subTitle" idx="1"/>
          </p:nvPr>
        </p:nvSpPr>
        <p:spPr>
          <a:xfrm>
            <a:off x="3950808" y="1457093"/>
            <a:ext cx="5086974" cy="3431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• Fast triaging of high-risk patients.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• Detect missed patterns in bulky text.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• Generate second opinions for doctors.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• Helps radiologists prioritize complex         cases.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“Not a replacement, but an intelligent assistant!”</a:t>
            </a:r>
            <a:endParaRPr dirty="0"/>
          </a:p>
        </p:txBody>
      </p:sp>
      <p:cxnSp>
        <p:nvCxnSpPr>
          <p:cNvPr id="1297" name="Google Shape;1297;p38"/>
          <p:cNvCxnSpPr/>
          <p:nvPr/>
        </p:nvCxnSpPr>
        <p:spPr>
          <a:xfrm>
            <a:off x="2537750" y="-169950"/>
            <a:ext cx="1341300" cy="4538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8" name="Google Shape;1298;p38"/>
          <p:cNvCxnSpPr/>
          <p:nvPr/>
        </p:nvCxnSpPr>
        <p:spPr>
          <a:xfrm flipH="1">
            <a:off x="950625" y="4354975"/>
            <a:ext cx="2922900" cy="861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9" name="Google Shape;1299;p38"/>
          <p:cNvGrpSpPr/>
          <p:nvPr/>
        </p:nvGrpSpPr>
        <p:grpSpPr>
          <a:xfrm rot="286930" flipH="1">
            <a:off x="2779935" y="1671327"/>
            <a:ext cx="856923" cy="855843"/>
            <a:chOff x="3633600" y="1267950"/>
            <a:chExt cx="529575" cy="528875"/>
          </a:xfrm>
        </p:grpSpPr>
        <p:sp>
          <p:nvSpPr>
            <p:cNvPr id="1300" name="Google Shape;1300;p38"/>
            <p:cNvSpPr/>
            <p:nvPr/>
          </p:nvSpPr>
          <p:spPr>
            <a:xfrm>
              <a:off x="3704475" y="1710825"/>
              <a:ext cx="201000" cy="86000"/>
            </a:xfrm>
            <a:custGeom>
              <a:avLst/>
              <a:gdLst/>
              <a:ahLst/>
              <a:cxnLst/>
              <a:rect l="l" t="t" r="r" b="b"/>
              <a:pathLst>
                <a:path w="8040" h="3440" extrusionOk="0">
                  <a:moveTo>
                    <a:pt x="1" y="1"/>
                  </a:moveTo>
                  <a:cubicBezTo>
                    <a:pt x="968" y="1102"/>
                    <a:pt x="2202" y="1969"/>
                    <a:pt x="3637" y="2603"/>
                  </a:cubicBezTo>
                  <a:cubicBezTo>
                    <a:pt x="4952" y="3197"/>
                    <a:pt x="6354" y="3440"/>
                    <a:pt x="7763" y="3440"/>
                  </a:cubicBezTo>
                  <a:cubicBezTo>
                    <a:pt x="7855" y="3440"/>
                    <a:pt x="7948" y="3439"/>
                    <a:pt x="8040" y="343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8"/>
            <p:cNvSpPr/>
            <p:nvPr/>
          </p:nvSpPr>
          <p:spPr>
            <a:xfrm>
              <a:off x="3650275" y="1619100"/>
              <a:ext cx="360275" cy="165975"/>
            </a:xfrm>
            <a:custGeom>
              <a:avLst/>
              <a:gdLst/>
              <a:ahLst/>
              <a:cxnLst/>
              <a:rect l="l" t="t" r="r" b="b"/>
              <a:pathLst>
                <a:path w="14411" h="6639" extrusionOk="0">
                  <a:moveTo>
                    <a:pt x="1" y="1"/>
                  </a:moveTo>
                  <a:cubicBezTo>
                    <a:pt x="101" y="434"/>
                    <a:pt x="301" y="901"/>
                    <a:pt x="501" y="1301"/>
                  </a:cubicBezTo>
                  <a:lnTo>
                    <a:pt x="13077" y="6639"/>
                  </a:lnTo>
                  <a:cubicBezTo>
                    <a:pt x="13544" y="6505"/>
                    <a:pt x="13977" y="6338"/>
                    <a:pt x="14411" y="61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8"/>
            <p:cNvSpPr/>
            <p:nvPr/>
          </p:nvSpPr>
          <p:spPr>
            <a:xfrm>
              <a:off x="3633600" y="1543225"/>
              <a:ext cx="440350" cy="204325"/>
            </a:xfrm>
            <a:custGeom>
              <a:avLst/>
              <a:gdLst/>
              <a:ahLst/>
              <a:cxnLst/>
              <a:rect l="l" t="t" r="r" b="b"/>
              <a:pathLst>
                <a:path w="17614" h="8173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434"/>
                    <a:pt x="101" y="767"/>
                    <a:pt x="134" y="1134"/>
                  </a:cubicBezTo>
                  <a:lnTo>
                    <a:pt x="16712" y="8173"/>
                  </a:lnTo>
                  <a:cubicBezTo>
                    <a:pt x="17013" y="7972"/>
                    <a:pt x="17313" y="7706"/>
                    <a:pt x="17613" y="74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8"/>
            <p:cNvSpPr/>
            <p:nvPr/>
          </p:nvSpPr>
          <p:spPr>
            <a:xfrm>
              <a:off x="3636100" y="1477325"/>
              <a:ext cx="481200" cy="223525"/>
            </a:xfrm>
            <a:custGeom>
              <a:avLst/>
              <a:gdLst/>
              <a:ahLst/>
              <a:cxnLst/>
              <a:rect l="l" t="t" r="r" b="b"/>
              <a:pathLst>
                <a:path w="19248" h="8941" extrusionOk="0">
                  <a:moveTo>
                    <a:pt x="167" y="1"/>
                  </a:moveTo>
                  <a:cubicBezTo>
                    <a:pt x="67" y="334"/>
                    <a:pt x="34" y="668"/>
                    <a:pt x="1" y="1002"/>
                  </a:cubicBezTo>
                  <a:lnTo>
                    <a:pt x="18647" y="8941"/>
                  </a:lnTo>
                  <a:cubicBezTo>
                    <a:pt x="18881" y="8674"/>
                    <a:pt x="19081" y="8407"/>
                    <a:pt x="19248" y="8140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8"/>
            <p:cNvSpPr/>
            <p:nvPr/>
          </p:nvSpPr>
          <p:spPr>
            <a:xfrm>
              <a:off x="3651100" y="1417300"/>
              <a:ext cx="496225" cy="229350"/>
            </a:xfrm>
            <a:custGeom>
              <a:avLst/>
              <a:gdLst/>
              <a:ahLst/>
              <a:cxnLst/>
              <a:rect l="l" t="t" r="r" b="b"/>
              <a:pathLst>
                <a:path w="19849" h="9174" extrusionOk="0">
                  <a:moveTo>
                    <a:pt x="401" y="0"/>
                  </a:moveTo>
                  <a:cubicBezTo>
                    <a:pt x="301" y="167"/>
                    <a:pt x="234" y="300"/>
                    <a:pt x="168" y="467"/>
                  </a:cubicBezTo>
                  <a:cubicBezTo>
                    <a:pt x="134" y="634"/>
                    <a:pt x="68" y="734"/>
                    <a:pt x="1" y="901"/>
                  </a:cubicBezTo>
                  <a:lnTo>
                    <a:pt x="19482" y="9173"/>
                  </a:lnTo>
                  <a:cubicBezTo>
                    <a:pt x="19582" y="9040"/>
                    <a:pt x="19615" y="8873"/>
                    <a:pt x="19682" y="8740"/>
                  </a:cubicBezTo>
                  <a:cubicBezTo>
                    <a:pt x="19782" y="8573"/>
                    <a:pt x="19815" y="8406"/>
                    <a:pt x="19848" y="8306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8"/>
            <p:cNvSpPr/>
            <p:nvPr/>
          </p:nvSpPr>
          <p:spPr>
            <a:xfrm>
              <a:off x="3679475" y="1363075"/>
              <a:ext cx="482025" cy="222700"/>
            </a:xfrm>
            <a:custGeom>
              <a:avLst/>
              <a:gdLst/>
              <a:ahLst/>
              <a:cxnLst/>
              <a:rect l="l" t="t" r="r" b="b"/>
              <a:pathLst>
                <a:path w="19281" h="8908" extrusionOk="0">
                  <a:moveTo>
                    <a:pt x="634" y="1"/>
                  </a:moveTo>
                  <a:cubicBezTo>
                    <a:pt x="434" y="234"/>
                    <a:pt x="200" y="535"/>
                    <a:pt x="0" y="835"/>
                  </a:cubicBezTo>
                  <a:lnTo>
                    <a:pt x="19114" y="8907"/>
                  </a:lnTo>
                  <a:cubicBezTo>
                    <a:pt x="19180" y="8574"/>
                    <a:pt x="19214" y="8240"/>
                    <a:pt x="19281" y="7907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8"/>
            <p:cNvSpPr/>
            <p:nvPr/>
          </p:nvSpPr>
          <p:spPr>
            <a:xfrm>
              <a:off x="3724500" y="1316375"/>
              <a:ext cx="438675" cy="202675"/>
            </a:xfrm>
            <a:custGeom>
              <a:avLst/>
              <a:gdLst/>
              <a:ahLst/>
              <a:cxnLst/>
              <a:rect l="l" t="t" r="r" b="b"/>
              <a:pathLst>
                <a:path w="17547" h="8107" extrusionOk="0">
                  <a:moveTo>
                    <a:pt x="868" y="1"/>
                  </a:moveTo>
                  <a:cubicBezTo>
                    <a:pt x="534" y="201"/>
                    <a:pt x="234" y="435"/>
                    <a:pt x="0" y="701"/>
                  </a:cubicBezTo>
                  <a:lnTo>
                    <a:pt x="17546" y="8107"/>
                  </a:lnTo>
                  <a:cubicBezTo>
                    <a:pt x="17546" y="7740"/>
                    <a:pt x="17513" y="7373"/>
                    <a:pt x="17413" y="6973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8"/>
            <p:cNvSpPr/>
            <p:nvPr/>
          </p:nvSpPr>
          <p:spPr>
            <a:xfrm>
              <a:off x="3787875" y="1279700"/>
              <a:ext cx="359450" cy="164300"/>
            </a:xfrm>
            <a:custGeom>
              <a:avLst/>
              <a:gdLst/>
              <a:ahLst/>
              <a:cxnLst/>
              <a:rect l="l" t="t" r="r" b="b"/>
              <a:pathLst>
                <a:path w="14378" h="6572" extrusionOk="0">
                  <a:moveTo>
                    <a:pt x="1335" y="0"/>
                  </a:moveTo>
                  <a:cubicBezTo>
                    <a:pt x="868" y="134"/>
                    <a:pt x="434" y="300"/>
                    <a:pt x="1" y="501"/>
                  </a:cubicBezTo>
                  <a:lnTo>
                    <a:pt x="14377" y="6572"/>
                  </a:lnTo>
                  <a:cubicBezTo>
                    <a:pt x="14211" y="6138"/>
                    <a:pt x="14044" y="5704"/>
                    <a:pt x="13844" y="5304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8"/>
            <p:cNvSpPr/>
            <p:nvPr/>
          </p:nvSpPr>
          <p:spPr>
            <a:xfrm>
              <a:off x="3892950" y="1267950"/>
              <a:ext cx="198500" cy="84325"/>
            </a:xfrm>
            <a:custGeom>
              <a:avLst/>
              <a:gdLst/>
              <a:ahLst/>
              <a:cxnLst/>
              <a:rect l="l" t="t" r="r" b="b"/>
              <a:pathLst>
                <a:path w="7940" h="3373" extrusionOk="0">
                  <a:moveTo>
                    <a:pt x="222" y="1"/>
                  </a:moveTo>
                  <a:cubicBezTo>
                    <a:pt x="148" y="1"/>
                    <a:pt x="74" y="1"/>
                    <a:pt x="1" y="3"/>
                  </a:cubicBezTo>
                  <a:lnTo>
                    <a:pt x="7940" y="3372"/>
                  </a:lnTo>
                  <a:cubicBezTo>
                    <a:pt x="6972" y="2305"/>
                    <a:pt x="5771" y="1438"/>
                    <a:pt x="4337" y="837"/>
                  </a:cubicBezTo>
                  <a:cubicBezTo>
                    <a:pt x="3006" y="299"/>
                    <a:pt x="1616" y="1"/>
                    <a:pt x="22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39"/>
          <p:cNvSpPr txBox="1">
            <a:spLocks noGrp="1"/>
          </p:cNvSpPr>
          <p:nvPr>
            <p:ph type="title"/>
          </p:nvPr>
        </p:nvSpPr>
        <p:spPr>
          <a:xfrm>
            <a:off x="854975" y="2057575"/>
            <a:ext cx="36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Problem Statement</a:t>
            </a:r>
            <a:endParaRPr dirty="0"/>
          </a:p>
        </p:txBody>
      </p:sp>
      <p:sp>
        <p:nvSpPr>
          <p:cNvPr id="1315" name="Google Shape;1315;p39"/>
          <p:cNvSpPr txBox="1">
            <a:spLocks noGrp="1"/>
          </p:cNvSpPr>
          <p:nvPr>
            <p:ph type="title" idx="2"/>
          </p:nvPr>
        </p:nvSpPr>
        <p:spPr>
          <a:xfrm>
            <a:off x="1989100" y="667625"/>
            <a:ext cx="2509200" cy="13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1316" name="Google Shape;1316;p39"/>
          <p:cNvPicPr preferRelativeResize="0"/>
          <p:nvPr/>
        </p:nvPicPr>
        <p:blipFill rotWithShape="1">
          <a:blip r:embed="rId3">
            <a:alphaModFix/>
          </a:blip>
          <a:srcRect b="36134"/>
          <a:stretch/>
        </p:blipFill>
        <p:spPr>
          <a:xfrm rot="900000">
            <a:off x="5253575" y="663001"/>
            <a:ext cx="3984000" cy="3817497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17" name="Google Shape;1317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718813">
            <a:off x="7828249" y="317962"/>
            <a:ext cx="1163974" cy="10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40"/>
          <p:cNvSpPr txBox="1">
            <a:spLocks noGrp="1"/>
          </p:cNvSpPr>
          <p:nvPr>
            <p:ph type="ctrTitle"/>
          </p:nvPr>
        </p:nvSpPr>
        <p:spPr>
          <a:xfrm flipH="1">
            <a:off x="2214200" y="2947675"/>
            <a:ext cx="1930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</a:t>
            </a:r>
            <a:endParaRPr dirty="0"/>
          </a:p>
        </p:txBody>
      </p:sp>
      <p:sp>
        <p:nvSpPr>
          <p:cNvPr id="1323" name="Google Shape;1323;p40"/>
          <p:cNvSpPr txBox="1">
            <a:spLocks noGrp="1"/>
          </p:cNvSpPr>
          <p:nvPr>
            <p:ph type="subTitle" idx="1"/>
          </p:nvPr>
        </p:nvSpPr>
        <p:spPr>
          <a:xfrm flipH="1">
            <a:off x="2214175" y="3371300"/>
            <a:ext cx="19308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Doctors ask: "Is the report critical?"</a:t>
            </a:r>
          </a:p>
        </p:txBody>
      </p:sp>
      <p:sp>
        <p:nvSpPr>
          <p:cNvPr id="1324" name="Google Shape;1324;p40"/>
          <p:cNvSpPr txBox="1">
            <a:spLocks noGrp="1"/>
          </p:cNvSpPr>
          <p:nvPr>
            <p:ph type="ctrTitle" idx="2"/>
          </p:nvPr>
        </p:nvSpPr>
        <p:spPr>
          <a:xfrm flipH="1">
            <a:off x="5818099" y="2943475"/>
            <a:ext cx="1930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1325" name="Google Shape;1325;p40"/>
          <p:cNvSpPr txBox="1">
            <a:spLocks noGrp="1"/>
          </p:cNvSpPr>
          <p:nvPr>
            <p:ph type="subTitle" idx="3"/>
          </p:nvPr>
        </p:nvSpPr>
        <p:spPr>
          <a:xfrm flipH="1">
            <a:off x="5817950" y="3367100"/>
            <a:ext cx="19308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dirty="0"/>
              <a:t>Improve speed and accuracy for radiologists</a:t>
            </a:r>
            <a:endParaRPr dirty="0"/>
          </a:p>
        </p:txBody>
      </p:sp>
      <p:sp>
        <p:nvSpPr>
          <p:cNvPr id="1326" name="Google Shape;1326;p40"/>
          <p:cNvSpPr txBox="1">
            <a:spLocks noGrp="1"/>
          </p:cNvSpPr>
          <p:nvPr>
            <p:ph type="ctrTitle" idx="4"/>
          </p:nvPr>
        </p:nvSpPr>
        <p:spPr>
          <a:xfrm flipH="1">
            <a:off x="5817974" y="1320225"/>
            <a:ext cx="1930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2</a:t>
            </a:r>
            <a:endParaRPr dirty="0"/>
          </a:p>
        </p:txBody>
      </p:sp>
      <p:sp>
        <p:nvSpPr>
          <p:cNvPr id="1327" name="Google Shape;1327;p40"/>
          <p:cNvSpPr txBox="1">
            <a:spLocks noGrp="1"/>
          </p:cNvSpPr>
          <p:nvPr>
            <p:ph type="subTitle" idx="5"/>
          </p:nvPr>
        </p:nvSpPr>
        <p:spPr>
          <a:xfrm flipH="1">
            <a:off x="5817800" y="1744650"/>
            <a:ext cx="19308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Automate clinical sentiment analysis</a:t>
            </a:r>
            <a:endParaRPr dirty="0"/>
          </a:p>
        </p:txBody>
      </p:sp>
      <p:sp>
        <p:nvSpPr>
          <p:cNvPr id="1328" name="Google Shape;1328;p40"/>
          <p:cNvSpPr txBox="1">
            <a:spLocks noGrp="1"/>
          </p:cNvSpPr>
          <p:nvPr>
            <p:ph type="ctrTitle" idx="6"/>
          </p:nvPr>
        </p:nvSpPr>
        <p:spPr>
          <a:xfrm flipH="1">
            <a:off x="2214175" y="1320225"/>
            <a:ext cx="1930800" cy="4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1329" name="Google Shape;1329;p40"/>
          <p:cNvSpPr txBox="1">
            <a:spLocks noGrp="1"/>
          </p:cNvSpPr>
          <p:nvPr>
            <p:ph type="subTitle" idx="7"/>
          </p:nvPr>
        </p:nvSpPr>
        <p:spPr>
          <a:xfrm flipH="1">
            <a:off x="2214000" y="1744650"/>
            <a:ext cx="19308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Classify reports using ML</a:t>
            </a:r>
            <a:endParaRPr dirty="0"/>
          </a:p>
        </p:txBody>
      </p:sp>
      <p:sp>
        <p:nvSpPr>
          <p:cNvPr id="1330" name="Google Shape;1330;p40"/>
          <p:cNvSpPr txBox="1">
            <a:spLocks noGrp="1"/>
          </p:cNvSpPr>
          <p:nvPr>
            <p:ph type="title" idx="8"/>
          </p:nvPr>
        </p:nvSpPr>
        <p:spPr>
          <a:xfrm>
            <a:off x="268650" y="109382"/>
            <a:ext cx="7752300" cy="9905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Manual interpretation is slow, prone to error, and non-scalable.</a:t>
            </a:r>
            <a:endParaRPr dirty="0"/>
          </a:p>
        </p:txBody>
      </p:sp>
      <p:grpSp>
        <p:nvGrpSpPr>
          <p:cNvPr id="1331" name="Google Shape;1331;p40"/>
          <p:cNvGrpSpPr/>
          <p:nvPr/>
        </p:nvGrpSpPr>
        <p:grpSpPr>
          <a:xfrm>
            <a:off x="1363867" y="1587522"/>
            <a:ext cx="602364" cy="775051"/>
            <a:chOff x="1772050" y="238125"/>
            <a:chExt cx="4056325" cy="5219200"/>
          </a:xfrm>
        </p:grpSpPr>
        <p:sp>
          <p:nvSpPr>
            <p:cNvPr id="1332" name="Google Shape;1332;p40"/>
            <p:cNvSpPr/>
            <p:nvPr/>
          </p:nvSpPr>
          <p:spPr>
            <a:xfrm>
              <a:off x="5445875" y="4157400"/>
              <a:ext cx="152525" cy="153325"/>
            </a:xfrm>
            <a:custGeom>
              <a:avLst/>
              <a:gdLst/>
              <a:ahLst/>
              <a:cxnLst/>
              <a:rect l="l" t="t" r="r" b="b"/>
              <a:pathLst>
                <a:path w="6101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00" y="6133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0"/>
            <p:cNvSpPr/>
            <p:nvPr/>
          </p:nvSpPr>
          <p:spPr>
            <a:xfrm>
              <a:off x="1772050" y="238125"/>
              <a:ext cx="3826350" cy="3766800"/>
            </a:xfrm>
            <a:custGeom>
              <a:avLst/>
              <a:gdLst/>
              <a:ahLst/>
              <a:cxnLst/>
              <a:rect l="l" t="t" r="r" b="b"/>
              <a:pathLst>
                <a:path w="153054" h="150672" extrusionOk="0">
                  <a:moveTo>
                    <a:pt x="1" y="0"/>
                  </a:moveTo>
                  <a:lnTo>
                    <a:pt x="1" y="18365"/>
                  </a:lnTo>
                  <a:lnTo>
                    <a:pt x="6134" y="18365"/>
                  </a:lnTo>
                  <a:lnTo>
                    <a:pt x="6134" y="6133"/>
                  </a:lnTo>
                  <a:lnTo>
                    <a:pt x="146953" y="6133"/>
                  </a:lnTo>
                  <a:lnTo>
                    <a:pt x="146953" y="150671"/>
                  </a:lnTo>
                  <a:lnTo>
                    <a:pt x="153053" y="150671"/>
                  </a:lnTo>
                  <a:lnTo>
                    <a:pt x="1530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0"/>
            <p:cNvSpPr/>
            <p:nvPr/>
          </p:nvSpPr>
          <p:spPr>
            <a:xfrm>
              <a:off x="5140075" y="849725"/>
              <a:ext cx="152500" cy="153350"/>
            </a:xfrm>
            <a:custGeom>
              <a:avLst/>
              <a:gdLst/>
              <a:ahLst/>
              <a:cxnLst/>
              <a:rect l="l" t="t" r="r" b="b"/>
              <a:pathLst>
                <a:path w="6100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00" y="6133"/>
                  </a:lnTo>
                  <a:lnTo>
                    <a:pt x="6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0"/>
            <p:cNvSpPr/>
            <p:nvPr/>
          </p:nvSpPr>
          <p:spPr>
            <a:xfrm>
              <a:off x="5140075" y="543925"/>
              <a:ext cx="152500" cy="153325"/>
            </a:xfrm>
            <a:custGeom>
              <a:avLst/>
              <a:gdLst/>
              <a:ahLst/>
              <a:cxnLst/>
              <a:rect l="l" t="t" r="r" b="b"/>
              <a:pathLst>
                <a:path w="6100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00" y="6133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0"/>
            <p:cNvSpPr/>
            <p:nvPr/>
          </p:nvSpPr>
          <p:spPr>
            <a:xfrm>
              <a:off x="1772050" y="849725"/>
              <a:ext cx="4056325" cy="4607600"/>
            </a:xfrm>
            <a:custGeom>
              <a:avLst/>
              <a:gdLst/>
              <a:ahLst/>
              <a:cxnLst/>
              <a:rect l="l" t="t" r="r" b="b"/>
              <a:pathLst>
                <a:path w="162253" h="184304" extrusionOk="0">
                  <a:moveTo>
                    <a:pt x="116356" y="141506"/>
                  </a:moveTo>
                  <a:cubicBezTo>
                    <a:pt x="119748" y="141506"/>
                    <a:pt x="122489" y="144246"/>
                    <a:pt x="122489" y="147606"/>
                  </a:cubicBezTo>
                  <a:lnTo>
                    <a:pt x="122489" y="156772"/>
                  </a:lnTo>
                  <a:lnTo>
                    <a:pt x="110223" y="156772"/>
                  </a:lnTo>
                  <a:lnTo>
                    <a:pt x="110223" y="147606"/>
                  </a:lnTo>
                  <a:cubicBezTo>
                    <a:pt x="110223" y="144246"/>
                    <a:pt x="112996" y="141506"/>
                    <a:pt x="116356" y="141506"/>
                  </a:cubicBezTo>
                  <a:close/>
                  <a:moveTo>
                    <a:pt x="94979" y="147613"/>
                  </a:moveTo>
                  <a:cubicBezTo>
                    <a:pt x="98183" y="147613"/>
                    <a:pt x="101389" y="148617"/>
                    <a:pt x="104091" y="150639"/>
                  </a:cubicBezTo>
                  <a:lnTo>
                    <a:pt x="104091" y="167732"/>
                  </a:lnTo>
                  <a:lnTo>
                    <a:pt x="86541" y="150150"/>
                  </a:lnTo>
                  <a:cubicBezTo>
                    <a:pt x="89089" y="148462"/>
                    <a:pt x="92033" y="147613"/>
                    <a:pt x="94979" y="147613"/>
                  </a:cubicBezTo>
                  <a:close/>
                  <a:moveTo>
                    <a:pt x="134721" y="162905"/>
                  </a:moveTo>
                  <a:lnTo>
                    <a:pt x="134721" y="175137"/>
                  </a:lnTo>
                  <a:lnTo>
                    <a:pt x="128230" y="175137"/>
                  </a:lnTo>
                  <a:cubicBezTo>
                    <a:pt x="128458" y="174158"/>
                    <a:pt x="128588" y="173115"/>
                    <a:pt x="128588" y="172071"/>
                  </a:cubicBezTo>
                  <a:lnTo>
                    <a:pt x="128588" y="162905"/>
                  </a:lnTo>
                  <a:close/>
                  <a:moveTo>
                    <a:pt x="150020" y="162905"/>
                  </a:moveTo>
                  <a:cubicBezTo>
                    <a:pt x="153380" y="162905"/>
                    <a:pt x="156120" y="165645"/>
                    <a:pt x="156120" y="169004"/>
                  </a:cubicBezTo>
                  <a:cubicBezTo>
                    <a:pt x="156120" y="172397"/>
                    <a:pt x="153380" y="175137"/>
                    <a:pt x="150020" y="175137"/>
                  </a:cubicBezTo>
                  <a:lnTo>
                    <a:pt x="140821" y="175137"/>
                  </a:lnTo>
                  <a:lnTo>
                    <a:pt x="140821" y="162905"/>
                  </a:lnTo>
                  <a:close/>
                  <a:moveTo>
                    <a:pt x="122489" y="162905"/>
                  </a:moveTo>
                  <a:lnTo>
                    <a:pt x="122489" y="172071"/>
                  </a:lnTo>
                  <a:cubicBezTo>
                    <a:pt x="122489" y="175431"/>
                    <a:pt x="119748" y="178171"/>
                    <a:pt x="116356" y="178171"/>
                  </a:cubicBezTo>
                  <a:cubicBezTo>
                    <a:pt x="112996" y="178171"/>
                    <a:pt x="110223" y="175431"/>
                    <a:pt x="110223" y="172071"/>
                  </a:cubicBezTo>
                  <a:lnTo>
                    <a:pt x="110223" y="162905"/>
                  </a:lnTo>
                  <a:close/>
                  <a:moveTo>
                    <a:pt x="82203" y="154456"/>
                  </a:moveTo>
                  <a:lnTo>
                    <a:pt x="103406" y="175659"/>
                  </a:lnTo>
                  <a:cubicBezTo>
                    <a:pt x="100992" y="177290"/>
                    <a:pt x="98154" y="178171"/>
                    <a:pt x="95120" y="178171"/>
                  </a:cubicBezTo>
                  <a:cubicBezTo>
                    <a:pt x="95080" y="178171"/>
                    <a:pt x="95040" y="178171"/>
                    <a:pt x="95000" y="178171"/>
                  </a:cubicBezTo>
                  <a:cubicBezTo>
                    <a:pt x="90964" y="178171"/>
                    <a:pt x="87003" y="176544"/>
                    <a:pt x="84160" y="173702"/>
                  </a:cubicBezTo>
                  <a:cubicBezTo>
                    <a:pt x="78941" y="168482"/>
                    <a:pt x="78289" y="160393"/>
                    <a:pt x="82203" y="154456"/>
                  </a:cubicBezTo>
                  <a:close/>
                  <a:moveTo>
                    <a:pt x="1" y="1"/>
                  </a:moveTo>
                  <a:lnTo>
                    <a:pt x="1" y="175137"/>
                  </a:lnTo>
                  <a:lnTo>
                    <a:pt x="77408" y="175137"/>
                  </a:lnTo>
                  <a:cubicBezTo>
                    <a:pt x="78126" y="176148"/>
                    <a:pt x="78908" y="177127"/>
                    <a:pt x="79822" y="178040"/>
                  </a:cubicBezTo>
                  <a:cubicBezTo>
                    <a:pt x="83801" y="182020"/>
                    <a:pt x="89347" y="184303"/>
                    <a:pt x="95023" y="184303"/>
                  </a:cubicBezTo>
                  <a:lnTo>
                    <a:pt x="95186" y="184303"/>
                  </a:lnTo>
                  <a:cubicBezTo>
                    <a:pt x="99655" y="184271"/>
                    <a:pt x="103863" y="182868"/>
                    <a:pt x="107353" y="180356"/>
                  </a:cubicBezTo>
                  <a:cubicBezTo>
                    <a:pt x="109604" y="182770"/>
                    <a:pt x="112800" y="184303"/>
                    <a:pt x="116356" y="184303"/>
                  </a:cubicBezTo>
                  <a:cubicBezTo>
                    <a:pt x="119488" y="184303"/>
                    <a:pt x="122325" y="183129"/>
                    <a:pt x="124511" y="181204"/>
                  </a:cubicBezTo>
                  <a:cubicBezTo>
                    <a:pt x="124837" y="181237"/>
                    <a:pt x="125196" y="181237"/>
                    <a:pt x="125555" y="181237"/>
                  </a:cubicBezTo>
                  <a:lnTo>
                    <a:pt x="150020" y="181237"/>
                  </a:lnTo>
                  <a:cubicBezTo>
                    <a:pt x="156739" y="181237"/>
                    <a:pt x="162252" y="175757"/>
                    <a:pt x="162252" y="169004"/>
                  </a:cubicBezTo>
                  <a:cubicBezTo>
                    <a:pt x="162252" y="163329"/>
                    <a:pt x="158338" y="158533"/>
                    <a:pt x="153053" y="157163"/>
                  </a:cubicBezTo>
                  <a:lnTo>
                    <a:pt x="153053" y="144540"/>
                  </a:lnTo>
                  <a:lnTo>
                    <a:pt x="146953" y="144540"/>
                  </a:lnTo>
                  <a:lnTo>
                    <a:pt x="146953" y="156772"/>
                  </a:lnTo>
                  <a:lnTo>
                    <a:pt x="128588" y="156772"/>
                  </a:lnTo>
                  <a:lnTo>
                    <a:pt x="128588" y="147606"/>
                  </a:lnTo>
                  <a:cubicBezTo>
                    <a:pt x="128588" y="140853"/>
                    <a:pt x="123108" y="135373"/>
                    <a:pt x="116356" y="135373"/>
                  </a:cubicBezTo>
                  <a:cubicBezTo>
                    <a:pt x="110941" y="135373"/>
                    <a:pt x="106309" y="138929"/>
                    <a:pt x="104711" y="143822"/>
                  </a:cubicBezTo>
                  <a:cubicBezTo>
                    <a:pt x="101652" y="142268"/>
                    <a:pt x="98304" y="141493"/>
                    <a:pt x="94962" y="141493"/>
                  </a:cubicBezTo>
                  <a:cubicBezTo>
                    <a:pt x="89464" y="141493"/>
                    <a:pt x="83980" y="143590"/>
                    <a:pt x="79822" y="147769"/>
                  </a:cubicBezTo>
                  <a:cubicBezTo>
                    <a:pt x="74081" y="153510"/>
                    <a:pt x="72287" y="161730"/>
                    <a:pt x="74439" y="169004"/>
                  </a:cubicBezTo>
                  <a:lnTo>
                    <a:pt x="6134" y="169004"/>
                  </a:lnTo>
                  <a:lnTo>
                    <a:pt x="61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0"/>
            <p:cNvSpPr/>
            <p:nvPr/>
          </p:nvSpPr>
          <p:spPr>
            <a:xfrm>
              <a:off x="2383675" y="849725"/>
              <a:ext cx="1117275" cy="1269775"/>
            </a:xfrm>
            <a:custGeom>
              <a:avLst/>
              <a:gdLst/>
              <a:ahLst/>
              <a:cxnLst/>
              <a:rect l="l" t="t" r="r" b="b"/>
              <a:pathLst>
                <a:path w="44691" h="50791" extrusionOk="0">
                  <a:moveTo>
                    <a:pt x="16833" y="6101"/>
                  </a:moveTo>
                  <a:cubicBezTo>
                    <a:pt x="19377" y="6101"/>
                    <a:pt x="21432" y="8188"/>
                    <a:pt x="21432" y="10700"/>
                  </a:cubicBezTo>
                  <a:cubicBezTo>
                    <a:pt x="21432" y="13245"/>
                    <a:pt x="19377" y="15300"/>
                    <a:pt x="16833" y="15300"/>
                  </a:cubicBezTo>
                  <a:lnTo>
                    <a:pt x="6133" y="15300"/>
                  </a:lnTo>
                  <a:lnTo>
                    <a:pt x="6133" y="6101"/>
                  </a:lnTo>
                  <a:close/>
                  <a:moveTo>
                    <a:pt x="1" y="1"/>
                  </a:moveTo>
                  <a:lnTo>
                    <a:pt x="1" y="36698"/>
                  </a:lnTo>
                  <a:lnTo>
                    <a:pt x="6133" y="36698"/>
                  </a:lnTo>
                  <a:lnTo>
                    <a:pt x="6133" y="21400"/>
                  </a:lnTo>
                  <a:lnTo>
                    <a:pt x="10994" y="21400"/>
                  </a:lnTo>
                  <a:lnTo>
                    <a:pt x="25216" y="35654"/>
                  </a:lnTo>
                  <a:lnTo>
                    <a:pt x="14419" y="46452"/>
                  </a:lnTo>
                  <a:lnTo>
                    <a:pt x="18725" y="50790"/>
                  </a:lnTo>
                  <a:lnTo>
                    <a:pt x="29554" y="39960"/>
                  </a:lnTo>
                  <a:lnTo>
                    <a:pt x="40352" y="50790"/>
                  </a:lnTo>
                  <a:lnTo>
                    <a:pt x="44690" y="46452"/>
                  </a:lnTo>
                  <a:lnTo>
                    <a:pt x="33860" y="35654"/>
                  </a:lnTo>
                  <a:lnTo>
                    <a:pt x="44690" y="24825"/>
                  </a:lnTo>
                  <a:lnTo>
                    <a:pt x="40352" y="20519"/>
                  </a:lnTo>
                  <a:lnTo>
                    <a:pt x="29554" y="31316"/>
                  </a:lnTo>
                  <a:lnTo>
                    <a:pt x="19344" y="21106"/>
                  </a:lnTo>
                  <a:cubicBezTo>
                    <a:pt x="24042" y="19997"/>
                    <a:pt x="27532" y="15756"/>
                    <a:pt x="27532" y="10700"/>
                  </a:cubicBezTo>
                  <a:cubicBezTo>
                    <a:pt x="27532" y="4796"/>
                    <a:pt x="22737" y="1"/>
                    <a:pt x="16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0"/>
            <p:cNvSpPr/>
            <p:nvPr/>
          </p:nvSpPr>
          <p:spPr>
            <a:xfrm>
              <a:off x="3609375" y="3678700"/>
              <a:ext cx="1224900" cy="152525"/>
            </a:xfrm>
            <a:custGeom>
              <a:avLst/>
              <a:gdLst/>
              <a:ahLst/>
              <a:cxnLst/>
              <a:rect l="l" t="t" r="r" b="b"/>
              <a:pathLst>
                <a:path w="48996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48996" y="6100"/>
                  </a:lnTo>
                  <a:lnTo>
                    <a:pt x="489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0"/>
            <p:cNvSpPr/>
            <p:nvPr/>
          </p:nvSpPr>
          <p:spPr>
            <a:xfrm>
              <a:off x="2383675" y="2455450"/>
              <a:ext cx="1225725" cy="152525"/>
            </a:xfrm>
            <a:custGeom>
              <a:avLst/>
              <a:gdLst/>
              <a:ahLst/>
              <a:cxnLst/>
              <a:rect l="l" t="t" r="r" b="b"/>
              <a:pathLst>
                <a:path w="49029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49029" y="6100"/>
                  </a:lnTo>
                  <a:lnTo>
                    <a:pt x="490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0"/>
            <p:cNvSpPr/>
            <p:nvPr/>
          </p:nvSpPr>
          <p:spPr>
            <a:xfrm>
              <a:off x="2383675" y="2837100"/>
              <a:ext cx="2450600" cy="153350"/>
            </a:xfrm>
            <a:custGeom>
              <a:avLst/>
              <a:gdLst/>
              <a:ahLst/>
              <a:cxnLst/>
              <a:rect l="l" t="t" r="r" b="b"/>
              <a:pathLst>
                <a:path w="9802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98024" y="6133"/>
                  </a:lnTo>
                  <a:lnTo>
                    <a:pt x="980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0"/>
            <p:cNvSpPr/>
            <p:nvPr/>
          </p:nvSpPr>
          <p:spPr>
            <a:xfrm>
              <a:off x="2383675" y="3219575"/>
              <a:ext cx="2450600" cy="153325"/>
            </a:xfrm>
            <a:custGeom>
              <a:avLst/>
              <a:gdLst/>
              <a:ahLst/>
              <a:cxnLst/>
              <a:rect l="l" t="t" r="r" b="b"/>
              <a:pathLst>
                <a:path w="9802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98024" y="6133"/>
                  </a:lnTo>
                  <a:lnTo>
                    <a:pt x="980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" name="Google Shape;1342;p40"/>
          <p:cNvGrpSpPr/>
          <p:nvPr/>
        </p:nvGrpSpPr>
        <p:grpSpPr>
          <a:xfrm>
            <a:off x="1275712" y="3190749"/>
            <a:ext cx="778686" cy="775051"/>
            <a:chOff x="1150650" y="238125"/>
            <a:chExt cx="5243675" cy="5219200"/>
          </a:xfrm>
        </p:grpSpPr>
        <p:sp>
          <p:nvSpPr>
            <p:cNvPr id="1343" name="Google Shape;1343;p40"/>
            <p:cNvSpPr/>
            <p:nvPr/>
          </p:nvSpPr>
          <p:spPr>
            <a:xfrm>
              <a:off x="4182675" y="4693175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0"/>
            <p:cNvSpPr/>
            <p:nvPr/>
          </p:nvSpPr>
          <p:spPr>
            <a:xfrm>
              <a:off x="3876850" y="238125"/>
              <a:ext cx="2517475" cy="5219200"/>
            </a:xfrm>
            <a:custGeom>
              <a:avLst/>
              <a:gdLst/>
              <a:ahLst/>
              <a:cxnLst/>
              <a:rect l="l" t="t" r="r" b="b"/>
              <a:pathLst>
                <a:path w="100699" h="208768" extrusionOk="0">
                  <a:moveTo>
                    <a:pt x="53204" y="6133"/>
                  </a:moveTo>
                  <a:cubicBezTo>
                    <a:pt x="73461" y="6133"/>
                    <a:pt x="89901" y="22573"/>
                    <a:pt x="89901" y="42830"/>
                  </a:cubicBezTo>
                  <a:cubicBezTo>
                    <a:pt x="89901" y="63054"/>
                    <a:pt x="73461" y="79527"/>
                    <a:pt x="53204" y="79527"/>
                  </a:cubicBezTo>
                  <a:cubicBezTo>
                    <a:pt x="46615" y="79527"/>
                    <a:pt x="40189" y="77733"/>
                    <a:pt x="34545" y="74406"/>
                  </a:cubicBezTo>
                  <a:lnTo>
                    <a:pt x="33828" y="73982"/>
                  </a:lnTo>
                  <a:lnTo>
                    <a:pt x="22052" y="73982"/>
                  </a:lnTo>
                  <a:lnTo>
                    <a:pt x="22052" y="62206"/>
                  </a:lnTo>
                  <a:lnTo>
                    <a:pt x="21628" y="61488"/>
                  </a:lnTo>
                  <a:cubicBezTo>
                    <a:pt x="18268" y="55845"/>
                    <a:pt x="16506" y="49386"/>
                    <a:pt x="16506" y="42830"/>
                  </a:cubicBezTo>
                  <a:cubicBezTo>
                    <a:pt x="16506" y="22573"/>
                    <a:pt x="32980" y="6133"/>
                    <a:pt x="53204" y="6133"/>
                  </a:cubicBezTo>
                  <a:close/>
                  <a:moveTo>
                    <a:pt x="9167" y="94565"/>
                  </a:moveTo>
                  <a:cubicBezTo>
                    <a:pt x="10863" y="94565"/>
                    <a:pt x="12233" y="95935"/>
                    <a:pt x="12233" y="97631"/>
                  </a:cubicBezTo>
                  <a:lnTo>
                    <a:pt x="12233" y="103764"/>
                  </a:lnTo>
                  <a:cubicBezTo>
                    <a:pt x="12233" y="107809"/>
                    <a:pt x="13832" y="111658"/>
                    <a:pt x="16735" y="114528"/>
                  </a:cubicBezTo>
                  <a:cubicBezTo>
                    <a:pt x="16865" y="114691"/>
                    <a:pt x="17028" y="114822"/>
                    <a:pt x="17159" y="114952"/>
                  </a:cubicBezTo>
                  <a:cubicBezTo>
                    <a:pt x="15202" y="115768"/>
                    <a:pt x="13310" y="116779"/>
                    <a:pt x="11614" y="118019"/>
                  </a:cubicBezTo>
                  <a:cubicBezTo>
                    <a:pt x="8091" y="114104"/>
                    <a:pt x="6101" y="109016"/>
                    <a:pt x="6101" y="103764"/>
                  </a:cubicBezTo>
                  <a:lnTo>
                    <a:pt x="6101" y="97631"/>
                  </a:lnTo>
                  <a:cubicBezTo>
                    <a:pt x="6101" y="95935"/>
                    <a:pt x="7503" y="94565"/>
                    <a:pt x="9167" y="94565"/>
                  </a:cubicBezTo>
                  <a:close/>
                  <a:moveTo>
                    <a:pt x="74733" y="79821"/>
                  </a:moveTo>
                  <a:cubicBezTo>
                    <a:pt x="82888" y="88465"/>
                    <a:pt x="89020" y="102231"/>
                    <a:pt x="91695" y="118084"/>
                  </a:cubicBezTo>
                  <a:cubicBezTo>
                    <a:pt x="94501" y="134720"/>
                    <a:pt x="93228" y="151650"/>
                    <a:pt x="88205" y="164502"/>
                  </a:cubicBezTo>
                  <a:cubicBezTo>
                    <a:pt x="84193" y="174810"/>
                    <a:pt x="75972" y="187140"/>
                    <a:pt x="59532" y="187336"/>
                  </a:cubicBezTo>
                  <a:cubicBezTo>
                    <a:pt x="59392" y="187338"/>
                    <a:pt x="59252" y="187339"/>
                    <a:pt x="59113" y="187339"/>
                  </a:cubicBezTo>
                  <a:cubicBezTo>
                    <a:pt x="52204" y="187339"/>
                    <a:pt x="46827" y="184954"/>
                    <a:pt x="42798" y="180062"/>
                  </a:cubicBezTo>
                  <a:cubicBezTo>
                    <a:pt x="36568" y="172494"/>
                    <a:pt x="32001" y="154292"/>
                    <a:pt x="36111" y="131556"/>
                  </a:cubicBezTo>
                  <a:lnTo>
                    <a:pt x="36111" y="131556"/>
                  </a:lnTo>
                  <a:cubicBezTo>
                    <a:pt x="40417" y="132371"/>
                    <a:pt x="42961" y="134883"/>
                    <a:pt x="44201" y="136547"/>
                  </a:cubicBezTo>
                  <a:cubicBezTo>
                    <a:pt x="42896" y="140722"/>
                    <a:pt x="42668" y="144963"/>
                    <a:pt x="43483" y="148681"/>
                  </a:cubicBezTo>
                  <a:cubicBezTo>
                    <a:pt x="44560" y="153281"/>
                    <a:pt x="47137" y="156608"/>
                    <a:pt x="50823" y="157978"/>
                  </a:cubicBezTo>
                  <a:lnTo>
                    <a:pt x="52943" y="152237"/>
                  </a:lnTo>
                  <a:cubicBezTo>
                    <a:pt x="50692" y="151389"/>
                    <a:pt x="49811" y="148779"/>
                    <a:pt x="49453" y="147311"/>
                  </a:cubicBezTo>
                  <a:cubicBezTo>
                    <a:pt x="48800" y="144343"/>
                    <a:pt x="49159" y="140657"/>
                    <a:pt x="50431" y="137199"/>
                  </a:cubicBezTo>
                  <a:cubicBezTo>
                    <a:pt x="52605" y="131421"/>
                    <a:pt x="57087" y="127223"/>
                    <a:pt x="60731" y="127223"/>
                  </a:cubicBezTo>
                  <a:cubicBezTo>
                    <a:pt x="61242" y="127223"/>
                    <a:pt x="61737" y="127306"/>
                    <a:pt x="62207" y="127478"/>
                  </a:cubicBezTo>
                  <a:lnTo>
                    <a:pt x="64327" y="121770"/>
                  </a:lnTo>
                  <a:cubicBezTo>
                    <a:pt x="63141" y="121328"/>
                    <a:pt x="61917" y="121116"/>
                    <a:pt x="60683" y="121116"/>
                  </a:cubicBezTo>
                  <a:cubicBezTo>
                    <a:pt x="55638" y="121116"/>
                    <a:pt x="50420" y="124655"/>
                    <a:pt x="46908" y="130447"/>
                  </a:cubicBezTo>
                  <a:cubicBezTo>
                    <a:pt x="45538" y="129142"/>
                    <a:pt x="43744" y="127837"/>
                    <a:pt x="41493" y="126826"/>
                  </a:cubicBezTo>
                  <a:cubicBezTo>
                    <a:pt x="42341" y="125456"/>
                    <a:pt x="42798" y="123825"/>
                    <a:pt x="42798" y="122096"/>
                  </a:cubicBezTo>
                  <a:cubicBezTo>
                    <a:pt x="42798" y="119389"/>
                    <a:pt x="41624" y="116942"/>
                    <a:pt x="39732" y="115246"/>
                  </a:cubicBezTo>
                  <a:cubicBezTo>
                    <a:pt x="42700" y="112473"/>
                    <a:pt x="45440" y="108657"/>
                    <a:pt x="46582" y="104351"/>
                  </a:cubicBezTo>
                  <a:cubicBezTo>
                    <a:pt x="47724" y="100110"/>
                    <a:pt x="47169" y="96000"/>
                    <a:pt x="44951" y="92445"/>
                  </a:cubicBezTo>
                  <a:lnTo>
                    <a:pt x="39764" y="95674"/>
                  </a:lnTo>
                  <a:cubicBezTo>
                    <a:pt x="41069" y="97762"/>
                    <a:pt x="41395" y="100176"/>
                    <a:pt x="40678" y="102753"/>
                  </a:cubicBezTo>
                  <a:cubicBezTo>
                    <a:pt x="39732" y="106308"/>
                    <a:pt x="37057" y="109668"/>
                    <a:pt x="34415" y="111788"/>
                  </a:cubicBezTo>
                  <a:cubicBezTo>
                    <a:pt x="29130" y="103242"/>
                    <a:pt x="28967" y="90357"/>
                    <a:pt x="34056" y="81093"/>
                  </a:cubicBezTo>
                  <a:lnTo>
                    <a:pt x="34056" y="81093"/>
                  </a:lnTo>
                  <a:cubicBezTo>
                    <a:pt x="39993" y="84061"/>
                    <a:pt x="46549" y="85627"/>
                    <a:pt x="53204" y="85627"/>
                  </a:cubicBezTo>
                  <a:cubicBezTo>
                    <a:pt x="61065" y="85627"/>
                    <a:pt x="68405" y="83507"/>
                    <a:pt x="74733" y="79821"/>
                  </a:cubicBezTo>
                  <a:close/>
                  <a:moveTo>
                    <a:pt x="53204" y="0"/>
                  </a:moveTo>
                  <a:cubicBezTo>
                    <a:pt x="29620" y="0"/>
                    <a:pt x="10407" y="19213"/>
                    <a:pt x="10407" y="42830"/>
                  </a:cubicBezTo>
                  <a:cubicBezTo>
                    <a:pt x="10407" y="50202"/>
                    <a:pt x="12299" y="57476"/>
                    <a:pt x="15919" y="63870"/>
                  </a:cubicBezTo>
                  <a:lnTo>
                    <a:pt x="15919" y="80114"/>
                  </a:lnTo>
                  <a:lnTo>
                    <a:pt x="27695" y="80114"/>
                  </a:lnTo>
                  <a:cubicBezTo>
                    <a:pt x="22933" y="90324"/>
                    <a:pt x="23096" y="103242"/>
                    <a:pt x="28054" y="112930"/>
                  </a:cubicBezTo>
                  <a:lnTo>
                    <a:pt x="27532" y="112930"/>
                  </a:lnTo>
                  <a:cubicBezTo>
                    <a:pt x="25086" y="112930"/>
                    <a:pt x="22802" y="111951"/>
                    <a:pt x="21041" y="110223"/>
                  </a:cubicBezTo>
                  <a:cubicBezTo>
                    <a:pt x="19312" y="108461"/>
                    <a:pt x="18333" y="106178"/>
                    <a:pt x="18333" y="103764"/>
                  </a:cubicBezTo>
                  <a:lnTo>
                    <a:pt x="18333" y="97631"/>
                  </a:lnTo>
                  <a:cubicBezTo>
                    <a:pt x="18333" y="92575"/>
                    <a:pt x="14223" y="88465"/>
                    <a:pt x="9167" y="88465"/>
                  </a:cubicBezTo>
                  <a:cubicBezTo>
                    <a:pt x="4111" y="88465"/>
                    <a:pt x="1" y="92575"/>
                    <a:pt x="1" y="97631"/>
                  </a:cubicBezTo>
                  <a:lnTo>
                    <a:pt x="1" y="103764"/>
                  </a:lnTo>
                  <a:cubicBezTo>
                    <a:pt x="1" y="110549"/>
                    <a:pt x="2545" y="117040"/>
                    <a:pt x="7047" y="122096"/>
                  </a:cubicBezTo>
                  <a:cubicBezTo>
                    <a:pt x="2676" y="126957"/>
                    <a:pt x="1" y="133383"/>
                    <a:pt x="1" y="140461"/>
                  </a:cubicBezTo>
                  <a:lnTo>
                    <a:pt x="1" y="208767"/>
                  </a:lnTo>
                  <a:lnTo>
                    <a:pt x="18333" y="208767"/>
                  </a:lnTo>
                  <a:lnTo>
                    <a:pt x="18333" y="190435"/>
                  </a:lnTo>
                  <a:lnTo>
                    <a:pt x="12233" y="190435"/>
                  </a:lnTo>
                  <a:lnTo>
                    <a:pt x="12233" y="202667"/>
                  </a:lnTo>
                  <a:lnTo>
                    <a:pt x="6101" y="202667"/>
                  </a:lnTo>
                  <a:lnTo>
                    <a:pt x="6101" y="140461"/>
                  </a:lnTo>
                  <a:cubicBezTo>
                    <a:pt x="6101" y="128653"/>
                    <a:pt x="15724" y="119030"/>
                    <a:pt x="27532" y="119030"/>
                  </a:cubicBezTo>
                  <a:lnTo>
                    <a:pt x="33632" y="119030"/>
                  </a:lnTo>
                  <a:cubicBezTo>
                    <a:pt x="35328" y="119030"/>
                    <a:pt x="36698" y="120400"/>
                    <a:pt x="36698" y="122096"/>
                  </a:cubicBezTo>
                  <a:cubicBezTo>
                    <a:pt x="36698" y="123792"/>
                    <a:pt x="35328" y="125162"/>
                    <a:pt x="33632" y="125162"/>
                  </a:cubicBezTo>
                  <a:lnTo>
                    <a:pt x="27532" y="125162"/>
                  </a:lnTo>
                  <a:cubicBezTo>
                    <a:pt x="19083" y="125162"/>
                    <a:pt x="12233" y="132013"/>
                    <a:pt x="12233" y="140461"/>
                  </a:cubicBezTo>
                  <a:lnTo>
                    <a:pt x="12233" y="172070"/>
                  </a:lnTo>
                  <a:lnTo>
                    <a:pt x="18333" y="172070"/>
                  </a:lnTo>
                  <a:lnTo>
                    <a:pt x="18333" y="140461"/>
                  </a:lnTo>
                  <a:cubicBezTo>
                    <a:pt x="18333" y="135470"/>
                    <a:pt x="22541" y="131262"/>
                    <a:pt x="27532" y="131262"/>
                  </a:cubicBezTo>
                  <a:lnTo>
                    <a:pt x="29946" y="131262"/>
                  </a:lnTo>
                  <a:cubicBezTo>
                    <a:pt x="28608" y="139287"/>
                    <a:pt x="28184" y="148062"/>
                    <a:pt x="28739" y="155890"/>
                  </a:cubicBezTo>
                  <a:cubicBezTo>
                    <a:pt x="29620" y="168058"/>
                    <a:pt x="32751" y="177485"/>
                    <a:pt x="38068" y="183943"/>
                  </a:cubicBezTo>
                  <a:cubicBezTo>
                    <a:pt x="43287" y="190272"/>
                    <a:pt x="50366" y="193468"/>
                    <a:pt x="59141" y="193468"/>
                  </a:cubicBezTo>
                  <a:lnTo>
                    <a:pt x="59630" y="193468"/>
                  </a:lnTo>
                  <a:cubicBezTo>
                    <a:pt x="75092" y="193240"/>
                    <a:pt x="87259" y="183748"/>
                    <a:pt x="93913" y="166720"/>
                  </a:cubicBezTo>
                  <a:cubicBezTo>
                    <a:pt x="99296" y="152857"/>
                    <a:pt x="100698" y="134753"/>
                    <a:pt x="97730" y="117073"/>
                  </a:cubicBezTo>
                  <a:cubicBezTo>
                    <a:pt x="94892" y="100208"/>
                    <a:pt x="88596" y="85921"/>
                    <a:pt x="79822" y="76330"/>
                  </a:cubicBezTo>
                  <a:cubicBezTo>
                    <a:pt x="89705" y="68469"/>
                    <a:pt x="96034" y="56367"/>
                    <a:pt x="96034" y="42830"/>
                  </a:cubicBezTo>
                  <a:cubicBezTo>
                    <a:pt x="96034" y="19213"/>
                    <a:pt x="76821" y="0"/>
                    <a:pt x="5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0"/>
            <p:cNvSpPr/>
            <p:nvPr/>
          </p:nvSpPr>
          <p:spPr>
            <a:xfrm>
              <a:off x="1150650" y="1820975"/>
              <a:ext cx="2572925" cy="3636350"/>
            </a:xfrm>
            <a:custGeom>
              <a:avLst/>
              <a:gdLst/>
              <a:ahLst/>
              <a:cxnLst/>
              <a:rect l="l" t="t" r="r" b="b"/>
              <a:pathLst>
                <a:path w="102917" h="145454" extrusionOk="0">
                  <a:moveTo>
                    <a:pt x="93750" y="31251"/>
                  </a:moveTo>
                  <a:cubicBezTo>
                    <a:pt x="95446" y="31251"/>
                    <a:pt x="96816" y="32621"/>
                    <a:pt x="96816" y="34317"/>
                  </a:cubicBezTo>
                  <a:lnTo>
                    <a:pt x="96816" y="40450"/>
                  </a:lnTo>
                  <a:cubicBezTo>
                    <a:pt x="96816" y="45702"/>
                    <a:pt x="94827" y="50790"/>
                    <a:pt x="91336" y="54705"/>
                  </a:cubicBezTo>
                  <a:cubicBezTo>
                    <a:pt x="89607" y="53498"/>
                    <a:pt x="87748" y="52454"/>
                    <a:pt x="85791" y="51638"/>
                  </a:cubicBezTo>
                  <a:cubicBezTo>
                    <a:pt x="88792" y="48866"/>
                    <a:pt x="90684" y="44853"/>
                    <a:pt x="90684" y="40450"/>
                  </a:cubicBezTo>
                  <a:lnTo>
                    <a:pt x="90684" y="34317"/>
                  </a:lnTo>
                  <a:cubicBezTo>
                    <a:pt x="90684" y="32621"/>
                    <a:pt x="92087" y="31251"/>
                    <a:pt x="93750" y="31251"/>
                  </a:cubicBezTo>
                  <a:close/>
                  <a:moveTo>
                    <a:pt x="75418" y="55716"/>
                  </a:moveTo>
                  <a:cubicBezTo>
                    <a:pt x="87226" y="55716"/>
                    <a:pt x="96816" y="65339"/>
                    <a:pt x="96816" y="77147"/>
                  </a:cubicBezTo>
                  <a:lnTo>
                    <a:pt x="96816" y="139353"/>
                  </a:lnTo>
                  <a:lnTo>
                    <a:pt x="90684" y="139353"/>
                  </a:lnTo>
                  <a:lnTo>
                    <a:pt x="90684" y="77147"/>
                  </a:lnTo>
                  <a:cubicBezTo>
                    <a:pt x="90684" y="68699"/>
                    <a:pt x="83834" y="61848"/>
                    <a:pt x="75418" y="61848"/>
                  </a:cubicBezTo>
                  <a:lnTo>
                    <a:pt x="69285" y="61848"/>
                  </a:lnTo>
                  <a:cubicBezTo>
                    <a:pt x="67622" y="61848"/>
                    <a:pt x="66219" y="60478"/>
                    <a:pt x="66219" y="58782"/>
                  </a:cubicBezTo>
                  <a:cubicBezTo>
                    <a:pt x="66219" y="57086"/>
                    <a:pt x="67622" y="55716"/>
                    <a:pt x="69285" y="55716"/>
                  </a:cubicBezTo>
                  <a:close/>
                  <a:moveTo>
                    <a:pt x="50629" y="1"/>
                  </a:moveTo>
                  <a:cubicBezTo>
                    <a:pt x="42721" y="1"/>
                    <a:pt x="35416" y="2545"/>
                    <a:pt x="28837" y="7634"/>
                  </a:cubicBezTo>
                  <a:cubicBezTo>
                    <a:pt x="22117" y="12853"/>
                    <a:pt x="16474" y="20486"/>
                    <a:pt x="12135" y="30272"/>
                  </a:cubicBezTo>
                  <a:lnTo>
                    <a:pt x="17713" y="32752"/>
                  </a:lnTo>
                  <a:cubicBezTo>
                    <a:pt x="27727" y="10300"/>
                    <a:pt x="41792" y="6114"/>
                    <a:pt x="50879" y="6114"/>
                  </a:cubicBezTo>
                  <a:cubicBezTo>
                    <a:pt x="51944" y="6114"/>
                    <a:pt x="52942" y="6172"/>
                    <a:pt x="53856" y="6264"/>
                  </a:cubicBezTo>
                  <a:cubicBezTo>
                    <a:pt x="63577" y="7243"/>
                    <a:pt x="68209" y="14974"/>
                    <a:pt x="70068" y="19508"/>
                  </a:cubicBezTo>
                  <a:cubicBezTo>
                    <a:pt x="74015" y="29033"/>
                    <a:pt x="73297" y="40711"/>
                    <a:pt x="68535" y="48474"/>
                  </a:cubicBezTo>
                  <a:cubicBezTo>
                    <a:pt x="65860" y="46354"/>
                    <a:pt x="63185" y="42994"/>
                    <a:pt x="62239" y="39439"/>
                  </a:cubicBezTo>
                  <a:cubicBezTo>
                    <a:pt x="61554" y="36829"/>
                    <a:pt x="61848" y="34448"/>
                    <a:pt x="63153" y="32360"/>
                  </a:cubicBezTo>
                  <a:lnTo>
                    <a:pt x="57966" y="29131"/>
                  </a:lnTo>
                  <a:cubicBezTo>
                    <a:pt x="55748" y="32686"/>
                    <a:pt x="55193" y="36796"/>
                    <a:pt x="56335" y="41037"/>
                  </a:cubicBezTo>
                  <a:cubicBezTo>
                    <a:pt x="57509" y="45343"/>
                    <a:pt x="60217" y="49159"/>
                    <a:pt x="63185" y="51932"/>
                  </a:cubicBezTo>
                  <a:cubicBezTo>
                    <a:pt x="61293" y="53628"/>
                    <a:pt x="60119" y="56075"/>
                    <a:pt x="60119" y="58782"/>
                  </a:cubicBezTo>
                  <a:cubicBezTo>
                    <a:pt x="60119" y="60511"/>
                    <a:pt x="60608" y="62142"/>
                    <a:pt x="61424" y="63512"/>
                  </a:cubicBezTo>
                  <a:cubicBezTo>
                    <a:pt x="59173" y="64523"/>
                    <a:pt x="57379" y="65828"/>
                    <a:pt x="56009" y="67133"/>
                  </a:cubicBezTo>
                  <a:cubicBezTo>
                    <a:pt x="52527" y="61348"/>
                    <a:pt x="47302" y="57789"/>
                    <a:pt x="42256" y="57789"/>
                  </a:cubicBezTo>
                  <a:cubicBezTo>
                    <a:pt x="41013" y="57789"/>
                    <a:pt x="39782" y="58005"/>
                    <a:pt x="38590" y="58456"/>
                  </a:cubicBezTo>
                  <a:lnTo>
                    <a:pt x="40743" y="64164"/>
                  </a:lnTo>
                  <a:cubicBezTo>
                    <a:pt x="41209" y="63992"/>
                    <a:pt x="41701" y="63909"/>
                    <a:pt x="42210" y="63909"/>
                  </a:cubicBezTo>
                  <a:cubicBezTo>
                    <a:pt x="45837" y="63909"/>
                    <a:pt x="50341" y="68107"/>
                    <a:pt x="52486" y="73885"/>
                  </a:cubicBezTo>
                  <a:cubicBezTo>
                    <a:pt x="53791" y="77343"/>
                    <a:pt x="54150" y="81029"/>
                    <a:pt x="53465" y="83997"/>
                  </a:cubicBezTo>
                  <a:cubicBezTo>
                    <a:pt x="53138" y="85465"/>
                    <a:pt x="52225" y="88075"/>
                    <a:pt x="49974" y="88923"/>
                  </a:cubicBezTo>
                  <a:lnTo>
                    <a:pt x="52127" y="94664"/>
                  </a:lnTo>
                  <a:cubicBezTo>
                    <a:pt x="55781" y="93294"/>
                    <a:pt x="58390" y="89967"/>
                    <a:pt x="59434" y="85367"/>
                  </a:cubicBezTo>
                  <a:cubicBezTo>
                    <a:pt x="60282" y="81649"/>
                    <a:pt x="60021" y="77408"/>
                    <a:pt x="58749" y="73233"/>
                  </a:cubicBezTo>
                  <a:cubicBezTo>
                    <a:pt x="59989" y="71569"/>
                    <a:pt x="62533" y="69057"/>
                    <a:pt x="66806" y="68242"/>
                  </a:cubicBezTo>
                  <a:lnTo>
                    <a:pt x="66806" y="68242"/>
                  </a:lnTo>
                  <a:cubicBezTo>
                    <a:pt x="70916" y="90978"/>
                    <a:pt x="66349" y="109180"/>
                    <a:pt x="60119" y="116748"/>
                  </a:cubicBezTo>
                  <a:cubicBezTo>
                    <a:pt x="56090" y="121640"/>
                    <a:pt x="50744" y="124025"/>
                    <a:pt x="43806" y="124025"/>
                  </a:cubicBezTo>
                  <a:cubicBezTo>
                    <a:pt x="43666" y="124025"/>
                    <a:pt x="43526" y="124024"/>
                    <a:pt x="43385" y="124022"/>
                  </a:cubicBezTo>
                  <a:cubicBezTo>
                    <a:pt x="33664" y="123891"/>
                    <a:pt x="25738" y="119520"/>
                    <a:pt x="19866" y="111039"/>
                  </a:cubicBezTo>
                  <a:cubicBezTo>
                    <a:pt x="14158" y="102786"/>
                    <a:pt x="10635" y="90815"/>
                    <a:pt x="9917" y="77245"/>
                  </a:cubicBezTo>
                  <a:cubicBezTo>
                    <a:pt x="9232" y="64001"/>
                    <a:pt x="11222" y="50138"/>
                    <a:pt x="15495" y="38199"/>
                  </a:cubicBezTo>
                  <a:lnTo>
                    <a:pt x="9754" y="36144"/>
                  </a:lnTo>
                  <a:lnTo>
                    <a:pt x="9754" y="36144"/>
                  </a:lnTo>
                  <a:cubicBezTo>
                    <a:pt x="1" y="63218"/>
                    <a:pt x="2121" y="96165"/>
                    <a:pt x="14843" y="114497"/>
                  </a:cubicBezTo>
                  <a:cubicBezTo>
                    <a:pt x="21823" y="124576"/>
                    <a:pt x="31675" y="129991"/>
                    <a:pt x="43320" y="130154"/>
                  </a:cubicBezTo>
                  <a:lnTo>
                    <a:pt x="43776" y="130154"/>
                  </a:lnTo>
                  <a:cubicBezTo>
                    <a:pt x="52551" y="130154"/>
                    <a:pt x="59630" y="126958"/>
                    <a:pt x="64849" y="120629"/>
                  </a:cubicBezTo>
                  <a:cubicBezTo>
                    <a:pt x="75940" y="107157"/>
                    <a:pt x="75385" y="82725"/>
                    <a:pt x="72971" y="67948"/>
                  </a:cubicBezTo>
                  <a:lnTo>
                    <a:pt x="75418" y="67948"/>
                  </a:lnTo>
                  <a:cubicBezTo>
                    <a:pt x="80376" y="67948"/>
                    <a:pt x="84584" y="72156"/>
                    <a:pt x="84584" y="77147"/>
                  </a:cubicBezTo>
                  <a:lnTo>
                    <a:pt x="84584" y="145453"/>
                  </a:lnTo>
                  <a:lnTo>
                    <a:pt x="102916" y="145453"/>
                  </a:lnTo>
                  <a:lnTo>
                    <a:pt x="102916" y="77147"/>
                  </a:lnTo>
                  <a:cubicBezTo>
                    <a:pt x="102916" y="70069"/>
                    <a:pt x="100274" y="63643"/>
                    <a:pt x="95903" y="58782"/>
                  </a:cubicBezTo>
                  <a:cubicBezTo>
                    <a:pt x="100405" y="53726"/>
                    <a:pt x="102916" y="47235"/>
                    <a:pt x="102916" y="40450"/>
                  </a:cubicBezTo>
                  <a:lnTo>
                    <a:pt x="102916" y="34317"/>
                  </a:lnTo>
                  <a:cubicBezTo>
                    <a:pt x="102916" y="29261"/>
                    <a:pt x="98806" y="25151"/>
                    <a:pt x="93750" y="25151"/>
                  </a:cubicBezTo>
                  <a:cubicBezTo>
                    <a:pt x="88694" y="25151"/>
                    <a:pt x="84584" y="29261"/>
                    <a:pt x="84584" y="34317"/>
                  </a:cubicBezTo>
                  <a:lnTo>
                    <a:pt x="84584" y="40450"/>
                  </a:lnTo>
                  <a:cubicBezTo>
                    <a:pt x="84584" y="45408"/>
                    <a:pt x="80376" y="49616"/>
                    <a:pt x="75418" y="49616"/>
                  </a:cubicBezTo>
                  <a:lnTo>
                    <a:pt x="74863" y="49616"/>
                  </a:lnTo>
                  <a:cubicBezTo>
                    <a:pt x="79560" y="40319"/>
                    <a:pt x="80050" y="27565"/>
                    <a:pt x="75711" y="17159"/>
                  </a:cubicBezTo>
                  <a:cubicBezTo>
                    <a:pt x="71634" y="7308"/>
                    <a:pt x="63903" y="1143"/>
                    <a:pt x="54476" y="197"/>
                  </a:cubicBezTo>
                  <a:cubicBezTo>
                    <a:pt x="53178" y="66"/>
                    <a:pt x="51896" y="1"/>
                    <a:pt x="50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0"/>
            <p:cNvSpPr/>
            <p:nvPr/>
          </p:nvSpPr>
          <p:spPr>
            <a:xfrm>
              <a:off x="5606525" y="2602225"/>
              <a:ext cx="153350" cy="152525"/>
            </a:xfrm>
            <a:custGeom>
              <a:avLst/>
              <a:gdLst/>
              <a:ahLst/>
              <a:cxnLst/>
              <a:rect l="l" t="t" r="r" b="b"/>
              <a:pathLst>
                <a:path w="6134" h="6101" extrusionOk="0">
                  <a:moveTo>
                    <a:pt x="1" y="1"/>
                  </a:moveTo>
                  <a:lnTo>
                    <a:pt x="1" y="6101"/>
                  </a:lnTo>
                  <a:lnTo>
                    <a:pt x="6133" y="6101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0"/>
            <p:cNvSpPr/>
            <p:nvPr/>
          </p:nvSpPr>
          <p:spPr>
            <a:xfrm>
              <a:off x="5759850" y="2908050"/>
              <a:ext cx="152500" cy="152525"/>
            </a:xfrm>
            <a:custGeom>
              <a:avLst/>
              <a:gdLst/>
              <a:ahLst/>
              <a:cxnLst/>
              <a:rect l="l" t="t" r="r" b="b"/>
              <a:pathLst>
                <a:path w="6100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0"/>
            <p:cNvSpPr/>
            <p:nvPr/>
          </p:nvSpPr>
          <p:spPr>
            <a:xfrm>
              <a:off x="4748625" y="849725"/>
              <a:ext cx="917450" cy="917475"/>
            </a:xfrm>
            <a:custGeom>
              <a:avLst/>
              <a:gdLst/>
              <a:ahLst/>
              <a:cxnLst/>
              <a:rect l="l" t="t" r="r" b="b"/>
              <a:pathLst>
                <a:path w="36698" h="36699" extrusionOk="0">
                  <a:moveTo>
                    <a:pt x="21399" y="6133"/>
                  </a:moveTo>
                  <a:lnTo>
                    <a:pt x="21399" y="15300"/>
                  </a:lnTo>
                  <a:lnTo>
                    <a:pt x="30565" y="15300"/>
                  </a:lnTo>
                  <a:lnTo>
                    <a:pt x="30565" y="21400"/>
                  </a:lnTo>
                  <a:lnTo>
                    <a:pt x="21399" y="21400"/>
                  </a:lnTo>
                  <a:lnTo>
                    <a:pt x="21399" y="30598"/>
                  </a:lnTo>
                  <a:lnTo>
                    <a:pt x="15267" y="30598"/>
                  </a:lnTo>
                  <a:lnTo>
                    <a:pt x="15267" y="21400"/>
                  </a:lnTo>
                  <a:lnTo>
                    <a:pt x="6100" y="21400"/>
                  </a:lnTo>
                  <a:lnTo>
                    <a:pt x="6100" y="15300"/>
                  </a:lnTo>
                  <a:lnTo>
                    <a:pt x="15267" y="15300"/>
                  </a:lnTo>
                  <a:lnTo>
                    <a:pt x="15267" y="6133"/>
                  </a:lnTo>
                  <a:close/>
                  <a:moveTo>
                    <a:pt x="9167" y="1"/>
                  </a:moveTo>
                  <a:lnTo>
                    <a:pt x="9167" y="9167"/>
                  </a:lnTo>
                  <a:lnTo>
                    <a:pt x="0" y="9167"/>
                  </a:lnTo>
                  <a:lnTo>
                    <a:pt x="0" y="27532"/>
                  </a:lnTo>
                  <a:lnTo>
                    <a:pt x="9167" y="27532"/>
                  </a:lnTo>
                  <a:lnTo>
                    <a:pt x="9167" y="36698"/>
                  </a:lnTo>
                  <a:lnTo>
                    <a:pt x="27499" y="36698"/>
                  </a:lnTo>
                  <a:lnTo>
                    <a:pt x="27499" y="27532"/>
                  </a:lnTo>
                  <a:lnTo>
                    <a:pt x="36698" y="27532"/>
                  </a:lnTo>
                  <a:lnTo>
                    <a:pt x="36698" y="9167"/>
                  </a:lnTo>
                  <a:lnTo>
                    <a:pt x="27499" y="9167"/>
                  </a:lnTo>
                  <a:lnTo>
                    <a:pt x="274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9" name="Google Shape;1349;p40"/>
          <p:cNvGrpSpPr/>
          <p:nvPr/>
        </p:nvGrpSpPr>
        <p:grpSpPr>
          <a:xfrm>
            <a:off x="4900950" y="1587525"/>
            <a:ext cx="661460" cy="775051"/>
            <a:chOff x="1573075" y="238125"/>
            <a:chExt cx="4454275" cy="5219200"/>
          </a:xfrm>
        </p:grpSpPr>
        <p:sp>
          <p:nvSpPr>
            <p:cNvPr id="1350" name="Google Shape;1350;p40"/>
            <p:cNvSpPr/>
            <p:nvPr/>
          </p:nvSpPr>
          <p:spPr>
            <a:xfrm>
              <a:off x="5186550" y="5304800"/>
              <a:ext cx="153325" cy="152525"/>
            </a:xfrm>
            <a:custGeom>
              <a:avLst/>
              <a:gdLst/>
              <a:ahLst/>
              <a:cxnLst/>
              <a:rect l="l" t="t" r="r" b="b"/>
              <a:pathLst>
                <a:path w="6133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6133" y="6100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0"/>
            <p:cNvSpPr/>
            <p:nvPr/>
          </p:nvSpPr>
          <p:spPr>
            <a:xfrm>
              <a:off x="1573075" y="238125"/>
              <a:ext cx="4454275" cy="5219200"/>
            </a:xfrm>
            <a:custGeom>
              <a:avLst/>
              <a:gdLst/>
              <a:ahLst/>
              <a:cxnLst/>
              <a:rect l="l" t="t" r="r" b="b"/>
              <a:pathLst>
                <a:path w="178171" h="208768" extrusionOk="0">
                  <a:moveTo>
                    <a:pt x="24857" y="86443"/>
                  </a:moveTo>
                  <a:lnTo>
                    <a:pt x="24857" y="117007"/>
                  </a:lnTo>
                  <a:lnTo>
                    <a:pt x="6101" y="117007"/>
                  </a:lnTo>
                  <a:lnTo>
                    <a:pt x="6101" y="89509"/>
                  </a:lnTo>
                  <a:cubicBezTo>
                    <a:pt x="6101" y="87813"/>
                    <a:pt x="7471" y="86443"/>
                    <a:pt x="9167" y="86443"/>
                  </a:cubicBezTo>
                  <a:close/>
                  <a:moveTo>
                    <a:pt x="24857" y="0"/>
                  </a:moveTo>
                  <a:lnTo>
                    <a:pt x="24857" y="18365"/>
                  </a:lnTo>
                  <a:lnTo>
                    <a:pt x="30990" y="18365"/>
                  </a:lnTo>
                  <a:lnTo>
                    <a:pt x="30990" y="6133"/>
                  </a:lnTo>
                  <a:lnTo>
                    <a:pt x="147182" y="6133"/>
                  </a:lnTo>
                  <a:lnTo>
                    <a:pt x="147182" y="98675"/>
                  </a:lnTo>
                  <a:lnTo>
                    <a:pt x="93522" y="98675"/>
                  </a:lnTo>
                  <a:lnTo>
                    <a:pt x="75190" y="117007"/>
                  </a:lnTo>
                  <a:lnTo>
                    <a:pt x="30990" y="117007"/>
                  </a:lnTo>
                  <a:lnTo>
                    <a:pt x="30990" y="24465"/>
                  </a:lnTo>
                  <a:lnTo>
                    <a:pt x="24857" y="24465"/>
                  </a:lnTo>
                  <a:lnTo>
                    <a:pt x="24857" y="80310"/>
                  </a:lnTo>
                  <a:lnTo>
                    <a:pt x="9167" y="80310"/>
                  </a:lnTo>
                  <a:cubicBezTo>
                    <a:pt x="4111" y="80310"/>
                    <a:pt x="1" y="84453"/>
                    <a:pt x="1" y="89509"/>
                  </a:cubicBezTo>
                  <a:lnTo>
                    <a:pt x="1" y="199601"/>
                  </a:lnTo>
                  <a:cubicBezTo>
                    <a:pt x="1" y="204657"/>
                    <a:pt x="4111" y="208767"/>
                    <a:pt x="9167" y="208767"/>
                  </a:cubicBezTo>
                  <a:lnTo>
                    <a:pt x="138407" y="208767"/>
                  </a:lnTo>
                  <a:lnTo>
                    <a:pt x="138407" y="202667"/>
                  </a:lnTo>
                  <a:lnTo>
                    <a:pt x="9167" y="202667"/>
                  </a:lnTo>
                  <a:cubicBezTo>
                    <a:pt x="7471" y="202667"/>
                    <a:pt x="6101" y="201265"/>
                    <a:pt x="6101" y="199601"/>
                  </a:cubicBezTo>
                  <a:lnTo>
                    <a:pt x="6101" y="123140"/>
                  </a:lnTo>
                  <a:lnTo>
                    <a:pt x="77701" y="123140"/>
                  </a:lnTo>
                  <a:lnTo>
                    <a:pt x="96066" y="104775"/>
                  </a:lnTo>
                  <a:lnTo>
                    <a:pt x="169004" y="104775"/>
                  </a:lnTo>
                  <a:cubicBezTo>
                    <a:pt x="170700" y="104775"/>
                    <a:pt x="172071" y="106178"/>
                    <a:pt x="172071" y="107841"/>
                  </a:cubicBezTo>
                  <a:lnTo>
                    <a:pt x="172071" y="199601"/>
                  </a:lnTo>
                  <a:cubicBezTo>
                    <a:pt x="172071" y="201265"/>
                    <a:pt x="170668" y="202667"/>
                    <a:pt x="169004" y="202667"/>
                  </a:cubicBezTo>
                  <a:lnTo>
                    <a:pt x="156772" y="202667"/>
                  </a:lnTo>
                  <a:lnTo>
                    <a:pt x="156772" y="208767"/>
                  </a:lnTo>
                  <a:lnTo>
                    <a:pt x="169004" y="208767"/>
                  </a:lnTo>
                  <a:cubicBezTo>
                    <a:pt x="174060" y="208767"/>
                    <a:pt x="178170" y="204657"/>
                    <a:pt x="178170" y="199601"/>
                  </a:cubicBezTo>
                  <a:lnTo>
                    <a:pt x="178170" y="107841"/>
                  </a:lnTo>
                  <a:cubicBezTo>
                    <a:pt x="178170" y="102785"/>
                    <a:pt x="174060" y="98675"/>
                    <a:pt x="169004" y="98675"/>
                  </a:cubicBezTo>
                  <a:lnTo>
                    <a:pt x="153314" y="98675"/>
                  </a:lnTo>
                  <a:lnTo>
                    <a:pt x="1533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0"/>
            <p:cNvSpPr/>
            <p:nvPr/>
          </p:nvSpPr>
          <p:spPr>
            <a:xfrm>
              <a:off x="1955550" y="4922325"/>
              <a:ext cx="3690150" cy="152525"/>
            </a:xfrm>
            <a:custGeom>
              <a:avLst/>
              <a:gdLst/>
              <a:ahLst/>
              <a:cxnLst/>
              <a:rect l="l" t="t" r="r" b="b"/>
              <a:pathLst>
                <a:path w="147606" h="6101" extrusionOk="0">
                  <a:moveTo>
                    <a:pt x="0" y="1"/>
                  </a:moveTo>
                  <a:lnTo>
                    <a:pt x="0" y="6100"/>
                  </a:lnTo>
                  <a:lnTo>
                    <a:pt x="147605" y="6100"/>
                  </a:lnTo>
                  <a:lnTo>
                    <a:pt x="1476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0"/>
            <p:cNvSpPr/>
            <p:nvPr/>
          </p:nvSpPr>
          <p:spPr>
            <a:xfrm>
              <a:off x="3341900" y="745350"/>
              <a:ext cx="917450" cy="917450"/>
            </a:xfrm>
            <a:custGeom>
              <a:avLst/>
              <a:gdLst/>
              <a:ahLst/>
              <a:cxnLst/>
              <a:rect l="l" t="t" r="r" b="b"/>
              <a:pathLst>
                <a:path w="36698" h="36698" extrusionOk="0">
                  <a:moveTo>
                    <a:pt x="21399" y="6100"/>
                  </a:moveTo>
                  <a:lnTo>
                    <a:pt x="21399" y="15299"/>
                  </a:lnTo>
                  <a:lnTo>
                    <a:pt x="30565" y="15299"/>
                  </a:lnTo>
                  <a:lnTo>
                    <a:pt x="30565" y="21399"/>
                  </a:lnTo>
                  <a:lnTo>
                    <a:pt x="21399" y="21399"/>
                  </a:lnTo>
                  <a:lnTo>
                    <a:pt x="21399" y="30565"/>
                  </a:lnTo>
                  <a:lnTo>
                    <a:pt x="15266" y="30565"/>
                  </a:lnTo>
                  <a:lnTo>
                    <a:pt x="15266" y="21399"/>
                  </a:lnTo>
                  <a:lnTo>
                    <a:pt x="6100" y="21399"/>
                  </a:lnTo>
                  <a:lnTo>
                    <a:pt x="6100" y="15299"/>
                  </a:lnTo>
                  <a:lnTo>
                    <a:pt x="15266" y="15299"/>
                  </a:lnTo>
                  <a:lnTo>
                    <a:pt x="15266" y="6100"/>
                  </a:lnTo>
                  <a:close/>
                  <a:moveTo>
                    <a:pt x="9166" y="1"/>
                  </a:moveTo>
                  <a:lnTo>
                    <a:pt x="9166" y="9167"/>
                  </a:lnTo>
                  <a:lnTo>
                    <a:pt x="0" y="9167"/>
                  </a:lnTo>
                  <a:lnTo>
                    <a:pt x="0" y="27532"/>
                  </a:lnTo>
                  <a:lnTo>
                    <a:pt x="9166" y="27532"/>
                  </a:lnTo>
                  <a:lnTo>
                    <a:pt x="9166" y="36698"/>
                  </a:lnTo>
                  <a:lnTo>
                    <a:pt x="27499" y="36698"/>
                  </a:lnTo>
                  <a:lnTo>
                    <a:pt x="27499" y="27532"/>
                  </a:lnTo>
                  <a:lnTo>
                    <a:pt x="36698" y="27532"/>
                  </a:lnTo>
                  <a:lnTo>
                    <a:pt x="36698" y="9167"/>
                  </a:lnTo>
                  <a:lnTo>
                    <a:pt x="27499" y="9167"/>
                  </a:lnTo>
                  <a:lnTo>
                    <a:pt x="274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0"/>
            <p:cNvSpPr/>
            <p:nvPr/>
          </p:nvSpPr>
          <p:spPr>
            <a:xfrm>
              <a:off x="3188575" y="2274400"/>
              <a:ext cx="1223275" cy="152525"/>
            </a:xfrm>
            <a:custGeom>
              <a:avLst/>
              <a:gdLst/>
              <a:ahLst/>
              <a:cxnLst/>
              <a:rect l="l" t="t" r="r" b="b"/>
              <a:pathLst>
                <a:path w="48931" h="6101" extrusionOk="0">
                  <a:moveTo>
                    <a:pt x="1" y="1"/>
                  </a:moveTo>
                  <a:lnTo>
                    <a:pt x="1" y="6101"/>
                  </a:lnTo>
                  <a:lnTo>
                    <a:pt x="48930" y="6101"/>
                  </a:lnTo>
                  <a:lnTo>
                    <a:pt x="489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0"/>
            <p:cNvSpPr/>
            <p:nvPr/>
          </p:nvSpPr>
          <p:spPr>
            <a:xfrm>
              <a:off x="3188575" y="1891950"/>
              <a:ext cx="1223275" cy="153325"/>
            </a:xfrm>
            <a:custGeom>
              <a:avLst/>
              <a:gdLst/>
              <a:ahLst/>
              <a:cxnLst/>
              <a:rect l="l" t="t" r="r" b="b"/>
              <a:pathLst>
                <a:path w="48931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48930" y="6133"/>
                  </a:lnTo>
                  <a:lnTo>
                    <a:pt x="48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0"/>
            <p:cNvSpPr/>
            <p:nvPr/>
          </p:nvSpPr>
          <p:spPr>
            <a:xfrm>
              <a:off x="5492350" y="3393275"/>
              <a:ext cx="153350" cy="152525"/>
            </a:xfrm>
            <a:custGeom>
              <a:avLst/>
              <a:gdLst/>
              <a:ahLst/>
              <a:cxnLst/>
              <a:rect l="l" t="t" r="r" b="b"/>
              <a:pathLst>
                <a:path w="6134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6133" y="6100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0"/>
            <p:cNvSpPr/>
            <p:nvPr/>
          </p:nvSpPr>
          <p:spPr>
            <a:xfrm>
              <a:off x="4946800" y="849725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0"/>
            <p:cNvSpPr/>
            <p:nvPr/>
          </p:nvSpPr>
          <p:spPr>
            <a:xfrm>
              <a:off x="4946800" y="543925"/>
              <a:ext cx="153325" cy="153325"/>
            </a:xfrm>
            <a:custGeom>
              <a:avLst/>
              <a:gdLst/>
              <a:ahLst/>
              <a:cxnLst/>
              <a:rect l="l" t="t" r="r" b="b"/>
              <a:pathLst>
                <a:path w="6133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0"/>
            <p:cNvSpPr/>
            <p:nvPr/>
          </p:nvSpPr>
          <p:spPr>
            <a:xfrm>
              <a:off x="5492350" y="3087450"/>
              <a:ext cx="153350" cy="152525"/>
            </a:xfrm>
            <a:custGeom>
              <a:avLst/>
              <a:gdLst/>
              <a:ahLst/>
              <a:cxnLst/>
              <a:rect l="l" t="t" r="r" b="b"/>
              <a:pathLst>
                <a:path w="6134" h="6101" extrusionOk="0">
                  <a:moveTo>
                    <a:pt x="1" y="1"/>
                  </a:moveTo>
                  <a:lnTo>
                    <a:pt x="1" y="6101"/>
                  </a:lnTo>
                  <a:lnTo>
                    <a:pt x="6133" y="6101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0" name="Google Shape;1360;p40"/>
          <p:cNvGrpSpPr/>
          <p:nvPr/>
        </p:nvGrpSpPr>
        <p:grpSpPr>
          <a:xfrm>
            <a:off x="4871488" y="3196756"/>
            <a:ext cx="720368" cy="763047"/>
            <a:chOff x="1336575" y="238125"/>
            <a:chExt cx="4927275" cy="5219200"/>
          </a:xfrm>
        </p:grpSpPr>
        <p:sp>
          <p:nvSpPr>
            <p:cNvPr id="1361" name="Google Shape;1361;p40"/>
            <p:cNvSpPr/>
            <p:nvPr/>
          </p:nvSpPr>
          <p:spPr>
            <a:xfrm>
              <a:off x="3042600" y="2195300"/>
              <a:ext cx="1552725" cy="3262025"/>
            </a:xfrm>
            <a:custGeom>
              <a:avLst/>
              <a:gdLst/>
              <a:ahLst/>
              <a:cxnLst/>
              <a:rect l="l" t="t" r="r" b="b"/>
              <a:pathLst>
                <a:path w="62109" h="130481" extrusionOk="0">
                  <a:moveTo>
                    <a:pt x="9167" y="1"/>
                  </a:moveTo>
                  <a:cubicBezTo>
                    <a:pt x="4111" y="1"/>
                    <a:pt x="1" y="4111"/>
                    <a:pt x="1" y="9167"/>
                  </a:cubicBezTo>
                  <a:lnTo>
                    <a:pt x="1" y="93783"/>
                  </a:lnTo>
                  <a:lnTo>
                    <a:pt x="6101" y="93783"/>
                  </a:lnTo>
                  <a:lnTo>
                    <a:pt x="6101" y="81257"/>
                  </a:lnTo>
                  <a:lnTo>
                    <a:pt x="13734" y="81257"/>
                  </a:lnTo>
                  <a:cubicBezTo>
                    <a:pt x="15430" y="81257"/>
                    <a:pt x="16800" y="82627"/>
                    <a:pt x="16800" y="84290"/>
                  </a:cubicBezTo>
                  <a:lnTo>
                    <a:pt x="16800" y="93489"/>
                  </a:lnTo>
                  <a:lnTo>
                    <a:pt x="22900" y="93489"/>
                  </a:lnTo>
                  <a:lnTo>
                    <a:pt x="22900" y="84290"/>
                  </a:lnTo>
                  <a:cubicBezTo>
                    <a:pt x="22900" y="79234"/>
                    <a:pt x="18790" y="75124"/>
                    <a:pt x="13734" y="75124"/>
                  </a:cubicBezTo>
                  <a:lnTo>
                    <a:pt x="6101" y="75124"/>
                  </a:lnTo>
                  <a:lnTo>
                    <a:pt x="6101" y="9167"/>
                  </a:lnTo>
                  <a:cubicBezTo>
                    <a:pt x="6101" y="7503"/>
                    <a:pt x="7471" y="6133"/>
                    <a:pt x="9167" y="6133"/>
                  </a:cubicBezTo>
                  <a:cubicBezTo>
                    <a:pt x="18105" y="6133"/>
                    <a:pt x="24139" y="8710"/>
                    <a:pt x="27565" y="14027"/>
                  </a:cubicBezTo>
                  <a:cubicBezTo>
                    <a:pt x="30468" y="18529"/>
                    <a:pt x="31805" y="25183"/>
                    <a:pt x="31805" y="34969"/>
                  </a:cubicBezTo>
                  <a:lnTo>
                    <a:pt x="37905" y="34969"/>
                  </a:lnTo>
                  <a:cubicBezTo>
                    <a:pt x="37905" y="33273"/>
                    <a:pt x="37872" y="31511"/>
                    <a:pt x="37775" y="29783"/>
                  </a:cubicBezTo>
                  <a:lnTo>
                    <a:pt x="37775" y="29783"/>
                  </a:lnTo>
                  <a:cubicBezTo>
                    <a:pt x="39275" y="30402"/>
                    <a:pt x="40645" y="31414"/>
                    <a:pt x="41722" y="32718"/>
                  </a:cubicBezTo>
                  <a:cubicBezTo>
                    <a:pt x="43646" y="35034"/>
                    <a:pt x="45636" y="39340"/>
                    <a:pt x="44755" y="46908"/>
                  </a:cubicBezTo>
                  <a:lnTo>
                    <a:pt x="29032" y="46908"/>
                  </a:lnTo>
                  <a:lnTo>
                    <a:pt x="29032" y="53008"/>
                  </a:lnTo>
                  <a:lnTo>
                    <a:pt x="47365" y="53008"/>
                  </a:lnTo>
                  <a:cubicBezTo>
                    <a:pt x="53302" y="53008"/>
                    <a:pt x="55976" y="59336"/>
                    <a:pt x="55976" y="65240"/>
                  </a:cubicBezTo>
                  <a:cubicBezTo>
                    <a:pt x="55976" y="71145"/>
                    <a:pt x="53302" y="77473"/>
                    <a:pt x="47365" y="77473"/>
                  </a:cubicBezTo>
                  <a:lnTo>
                    <a:pt x="44331" y="77473"/>
                  </a:lnTo>
                  <a:lnTo>
                    <a:pt x="44331" y="80539"/>
                  </a:lnTo>
                  <a:cubicBezTo>
                    <a:pt x="44331" y="89771"/>
                    <a:pt x="42504" y="95512"/>
                    <a:pt x="38590" y="98578"/>
                  </a:cubicBezTo>
                  <a:cubicBezTo>
                    <a:pt x="35002" y="101448"/>
                    <a:pt x="29130" y="102655"/>
                    <a:pt x="19051" y="102655"/>
                  </a:cubicBezTo>
                  <a:lnTo>
                    <a:pt x="19051" y="108755"/>
                  </a:lnTo>
                  <a:cubicBezTo>
                    <a:pt x="24042" y="108755"/>
                    <a:pt x="28152" y="108494"/>
                    <a:pt x="31577" y="107875"/>
                  </a:cubicBezTo>
                  <a:lnTo>
                    <a:pt x="31577" y="107875"/>
                  </a:lnTo>
                  <a:cubicBezTo>
                    <a:pt x="30207" y="118965"/>
                    <a:pt x="22867" y="124380"/>
                    <a:pt x="9167" y="124380"/>
                  </a:cubicBezTo>
                  <a:cubicBezTo>
                    <a:pt x="7471" y="124380"/>
                    <a:pt x="6101" y="122978"/>
                    <a:pt x="6101" y="121314"/>
                  </a:cubicBezTo>
                  <a:lnTo>
                    <a:pt x="6101" y="112148"/>
                  </a:lnTo>
                  <a:lnTo>
                    <a:pt x="1" y="112148"/>
                  </a:lnTo>
                  <a:lnTo>
                    <a:pt x="1" y="121314"/>
                  </a:lnTo>
                  <a:cubicBezTo>
                    <a:pt x="1" y="126370"/>
                    <a:pt x="4111" y="130480"/>
                    <a:pt x="9167" y="130480"/>
                  </a:cubicBezTo>
                  <a:cubicBezTo>
                    <a:pt x="32425" y="130480"/>
                    <a:pt x="37285" y="116062"/>
                    <a:pt x="37840" y="106048"/>
                  </a:cubicBezTo>
                  <a:cubicBezTo>
                    <a:pt x="39569" y="105330"/>
                    <a:pt x="41037" y="104449"/>
                    <a:pt x="42374" y="103406"/>
                  </a:cubicBezTo>
                  <a:cubicBezTo>
                    <a:pt x="47430" y="99426"/>
                    <a:pt x="49974" y="93000"/>
                    <a:pt x="50366" y="83279"/>
                  </a:cubicBezTo>
                  <a:cubicBezTo>
                    <a:pt x="53693" y="82529"/>
                    <a:pt x="56596" y="80539"/>
                    <a:pt x="58651" y="77473"/>
                  </a:cubicBezTo>
                  <a:cubicBezTo>
                    <a:pt x="60869" y="74211"/>
                    <a:pt x="62109" y="69840"/>
                    <a:pt x="62109" y="65240"/>
                  </a:cubicBezTo>
                  <a:cubicBezTo>
                    <a:pt x="62109" y="57281"/>
                    <a:pt x="58260" y="49257"/>
                    <a:pt x="50855" y="47332"/>
                  </a:cubicBezTo>
                  <a:cubicBezTo>
                    <a:pt x="51899" y="37774"/>
                    <a:pt x="49126" y="32033"/>
                    <a:pt x="46419" y="28804"/>
                  </a:cubicBezTo>
                  <a:cubicBezTo>
                    <a:pt x="43940" y="25836"/>
                    <a:pt x="40645" y="23878"/>
                    <a:pt x="37090" y="23226"/>
                  </a:cubicBezTo>
                  <a:cubicBezTo>
                    <a:pt x="35100" y="10863"/>
                    <a:pt x="28576" y="1"/>
                    <a:pt x="9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0"/>
            <p:cNvSpPr/>
            <p:nvPr/>
          </p:nvSpPr>
          <p:spPr>
            <a:xfrm>
              <a:off x="1336575" y="2195300"/>
              <a:ext cx="1552750" cy="3262025"/>
            </a:xfrm>
            <a:custGeom>
              <a:avLst/>
              <a:gdLst/>
              <a:ahLst/>
              <a:cxnLst/>
              <a:rect l="l" t="t" r="r" b="b"/>
              <a:pathLst>
                <a:path w="62110" h="130481" extrusionOk="0">
                  <a:moveTo>
                    <a:pt x="52943" y="1"/>
                  </a:moveTo>
                  <a:cubicBezTo>
                    <a:pt x="49942" y="1"/>
                    <a:pt x="41983" y="1"/>
                    <a:pt x="35133" y="4209"/>
                  </a:cubicBezTo>
                  <a:lnTo>
                    <a:pt x="38329" y="9428"/>
                  </a:lnTo>
                  <a:cubicBezTo>
                    <a:pt x="43712" y="6133"/>
                    <a:pt x="50431" y="6133"/>
                    <a:pt x="52943" y="6133"/>
                  </a:cubicBezTo>
                  <a:cubicBezTo>
                    <a:pt x="54639" y="6133"/>
                    <a:pt x="56009" y="7503"/>
                    <a:pt x="56009" y="9167"/>
                  </a:cubicBezTo>
                  <a:lnTo>
                    <a:pt x="56009" y="49224"/>
                  </a:lnTo>
                  <a:lnTo>
                    <a:pt x="48376" y="49224"/>
                  </a:lnTo>
                  <a:cubicBezTo>
                    <a:pt x="46680" y="49224"/>
                    <a:pt x="45310" y="47854"/>
                    <a:pt x="45310" y="46190"/>
                  </a:cubicBezTo>
                  <a:lnTo>
                    <a:pt x="45310" y="36992"/>
                  </a:lnTo>
                  <a:lnTo>
                    <a:pt x="39210" y="36992"/>
                  </a:lnTo>
                  <a:lnTo>
                    <a:pt x="39210" y="46190"/>
                  </a:lnTo>
                  <a:cubicBezTo>
                    <a:pt x="39210" y="51246"/>
                    <a:pt x="43320" y="55357"/>
                    <a:pt x="48376" y="55357"/>
                  </a:cubicBezTo>
                  <a:lnTo>
                    <a:pt x="56009" y="55357"/>
                  </a:lnTo>
                  <a:lnTo>
                    <a:pt x="56009" y="103177"/>
                  </a:lnTo>
                  <a:cubicBezTo>
                    <a:pt x="55031" y="102851"/>
                    <a:pt x="54019" y="102655"/>
                    <a:pt x="52943" y="102655"/>
                  </a:cubicBezTo>
                  <a:lnTo>
                    <a:pt x="43777" y="102655"/>
                  </a:lnTo>
                  <a:lnTo>
                    <a:pt x="43777" y="108755"/>
                  </a:lnTo>
                  <a:lnTo>
                    <a:pt x="52943" y="108755"/>
                  </a:lnTo>
                  <a:cubicBezTo>
                    <a:pt x="54639" y="108755"/>
                    <a:pt x="56009" y="110125"/>
                    <a:pt x="56009" y="111822"/>
                  </a:cubicBezTo>
                  <a:lnTo>
                    <a:pt x="56009" y="121314"/>
                  </a:lnTo>
                  <a:cubicBezTo>
                    <a:pt x="56009" y="122978"/>
                    <a:pt x="54639" y="124380"/>
                    <a:pt x="52943" y="124380"/>
                  </a:cubicBezTo>
                  <a:cubicBezTo>
                    <a:pt x="44005" y="124380"/>
                    <a:pt x="37970" y="121771"/>
                    <a:pt x="34545" y="116454"/>
                  </a:cubicBezTo>
                  <a:cubicBezTo>
                    <a:pt x="31642" y="111952"/>
                    <a:pt x="30305" y="105330"/>
                    <a:pt x="30305" y="95512"/>
                  </a:cubicBezTo>
                  <a:lnTo>
                    <a:pt x="24205" y="95512"/>
                  </a:lnTo>
                  <a:cubicBezTo>
                    <a:pt x="24205" y="97240"/>
                    <a:pt x="24238" y="98969"/>
                    <a:pt x="24335" y="100698"/>
                  </a:cubicBezTo>
                  <a:cubicBezTo>
                    <a:pt x="22835" y="100078"/>
                    <a:pt x="21465" y="99067"/>
                    <a:pt x="20388" y="97762"/>
                  </a:cubicBezTo>
                  <a:cubicBezTo>
                    <a:pt x="18464" y="95446"/>
                    <a:pt x="16474" y="91141"/>
                    <a:pt x="17355" y="83605"/>
                  </a:cubicBezTo>
                  <a:lnTo>
                    <a:pt x="33078" y="83605"/>
                  </a:lnTo>
                  <a:lnTo>
                    <a:pt x="33078" y="77473"/>
                  </a:lnTo>
                  <a:lnTo>
                    <a:pt x="14745" y="77473"/>
                  </a:lnTo>
                  <a:cubicBezTo>
                    <a:pt x="8808" y="77473"/>
                    <a:pt x="6133" y="71145"/>
                    <a:pt x="6133" y="65240"/>
                  </a:cubicBezTo>
                  <a:cubicBezTo>
                    <a:pt x="6133" y="59336"/>
                    <a:pt x="8808" y="53008"/>
                    <a:pt x="14745" y="53008"/>
                  </a:cubicBezTo>
                  <a:lnTo>
                    <a:pt x="17779" y="53008"/>
                  </a:lnTo>
                  <a:lnTo>
                    <a:pt x="17779" y="49942"/>
                  </a:lnTo>
                  <a:cubicBezTo>
                    <a:pt x="17779" y="40710"/>
                    <a:pt x="19605" y="34969"/>
                    <a:pt x="23520" y="31903"/>
                  </a:cubicBezTo>
                  <a:cubicBezTo>
                    <a:pt x="27108" y="29032"/>
                    <a:pt x="32980" y="27825"/>
                    <a:pt x="43059" y="27825"/>
                  </a:cubicBezTo>
                  <a:lnTo>
                    <a:pt x="43059" y="21726"/>
                  </a:lnTo>
                  <a:cubicBezTo>
                    <a:pt x="38068" y="21726"/>
                    <a:pt x="33991" y="21986"/>
                    <a:pt x="30533" y="22606"/>
                  </a:cubicBezTo>
                  <a:cubicBezTo>
                    <a:pt x="31055" y="18594"/>
                    <a:pt x="32360" y="15267"/>
                    <a:pt x="34448" y="12722"/>
                  </a:cubicBezTo>
                  <a:lnTo>
                    <a:pt x="29750" y="8841"/>
                  </a:lnTo>
                  <a:cubicBezTo>
                    <a:pt x="26423" y="12820"/>
                    <a:pt x="24596" y="18072"/>
                    <a:pt x="24238" y="24433"/>
                  </a:cubicBezTo>
                  <a:cubicBezTo>
                    <a:pt x="22541" y="25151"/>
                    <a:pt x="21073" y="26031"/>
                    <a:pt x="19736" y="27075"/>
                  </a:cubicBezTo>
                  <a:cubicBezTo>
                    <a:pt x="14680" y="31055"/>
                    <a:pt x="12136" y="37481"/>
                    <a:pt x="11711" y="47234"/>
                  </a:cubicBezTo>
                  <a:cubicBezTo>
                    <a:pt x="8384" y="47952"/>
                    <a:pt x="5514" y="49942"/>
                    <a:pt x="3459" y="53008"/>
                  </a:cubicBezTo>
                  <a:cubicBezTo>
                    <a:pt x="1241" y="56303"/>
                    <a:pt x="1" y="60641"/>
                    <a:pt x="1" y="65240"/>
                  </a:cubicBezTo>
                  <a:cubicBezTo>
                    <a:pt x="1" y="73200"/>
                    <a:pt x="3850" y="81224"/>
                    <a:pt x="11255" y="83149"/>
                  </a:cubicBezTo>
                  <a:cubicBezTo>
                    <a:pt x="10211" y="92706"/>
                    <a:pt x="12984" y="98447"/>
                    <a:pt x="15691" y="101677"/>
                  </a:cubicBezTo>
                  <a:cubicBezTo>
                    <a:pt x="18170" y="104645"/>
                    <a:pt x="21465" y="106602"/>
                    <a:pt x="25020" y="107255"/>
                  </a:cubicBezTo>
                  <a:cubicBezTo>
                    <a:pt x="27010" y="119618"/>
                    <a:pt x="33534" y="130480"/>
                    <a:pt x="52943" y="130480"/>
                  </a:cubicBezTo>
                  <a:cubicBezTo>
                    <a:pt x="57999" y="130480"/>
                    <a:pt x="62109" y="126370"/>
                    <a:pt x="62109" y="121314"/>
                  </a:cubicBezTo>
                  <a:lnTo>
                    <a:pt x="62109" y="9167"/>
                  </a:lnTo>
                  <a:cubicBezTo>
                    <a:pt x="62109" y="4111"/>
                    <a:pt x="57999" y="1"/>
                    <a:pt x="529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0"/>
            <p:cNvSpPr/>
            <p:nvPr/>
          </p:nvSpPr>
          <p:spPr>
            <a:xfrm>
              <a:off x="3042600" y="4693175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6101" y="6100"/>
                  </a:lnTo>
                  <a:lnTo>
                    <a:pt x="61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0"/>
            <p:cNvSpPr/>
            <p:nvPr/>
          </p:nvSpPr>
          <p:spPr>
            <a:xfrm>
              <a:off x="1705200" y="3749650"/>
              <a:ext cx="152525" cy="153325"/>
            </a:xfrm>
            <a:custGeom>
              <a:avLst/>
              <a:gdLst/>
              <a:ahLst/>
              <a:cxnLst/>
              <a:rect l="l" t="t" r="r" b="b"/>
              <a:pathLst>
                <a:path w="6101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00" y="6133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0"/>
            <p:cNvSpPr/>
            <p:nvPr/>
          </p:nvSpPr>
          <p:spPr>
            <a:xfrm>
              <a:off x="2011000" y="3749650"/>
              <a:ext cx="458325" cy="611650"/>
            </a:xfrm>
            <a:custGeom>
              <a:avLst/>
              <a:gdLst/>
              <a:ahLst/>
              <a:cxnLst/>
              <a:rect l="l" t="t" r="r" b="b"/>
              <a:pathLst>
                <a:path w="18333" h="24466" extrusionOk="0">
                  <a:moveTo>
                    <a:pt x="1" y="0"/>
                  </a:moveTo>
                  <a:lnTo>
                    <a:pt x="1" y="6133"/>
                  </a:lnTo>
                  <a:lnTo>
                    <a:pt x="9167" y="6133"/>
                  </a:lnTo>
                  <a:cubicBezTo>
                    <a:pt x="10863" y="6133"/>
                    <a:pt x="12233" y="7503"/>
                    <a:pt x="12233" y="9199"/>
                  </a:cubicBezTo>
                  <a:lnTo>
                    <a:pt x="12233" y="24465"/>
                  </a:lnTo>
                  <a:lnTo>
                    <a:pt x="18333" y="24465"/>
                  </a:lnTo>
                  <a:lnTo>
                    <a:pt x="18333" y="9199"/>
                  </a:lnTo>
                  <a:cubicBezTo>
                    <a:pt x="18333" y="4110"/>
                    <a:pt x="14223" y="0"/>
                    <a:pt x="9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0"/>
            <p:cNvSpPr/>
            <p:nvPr/>
          </p:nvSpPr>
          <p:spPr>
            <a:xfrm>
              <a:off x="2011000" y="3120075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01" y="6133"/>
                  </a:lnTo>
                  <a:lnTo>
                    <a:pt x="61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0"/>
            <p:cNvSpPr/>
            <p:nvPr/>
          </p:nvSpPr>
          <p:spPr>
            <a:xfrm>
              <a:off x="4074200" y="3749650"/>
              <a:ext cx="152525" cy="153325"/>
            </a:xfrm>
            <a:custGeom>
              <a:avLst/>
              <a:gdLst/>
              <a:ahLst/>
              <a:cxnLst/>
              <a:rect l="l" t="t" r="r" b="b"/>
              <a:pathLst>
                <a:path w="6101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01" y="6133"/>
                  </a:lnTo>
                  <a:lnTo>
                    <a:pt x="61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0"/>
            <p:cNvSpPr/>
            <p:nvPr/>
          </p:nvSpPr>
          <p:spPr>
            <a:xfrm>
              <a:off x="3462575" y="3291325"/>
              <a:ext cx="458350" cy="611650"/>
            </a:xfrm>
            <a:custGeom>
              <a:avLst/>
              <a:gdLst/>
              <a:ahLst/>
              <a:cxnLst/>
              <a:rect l="l" t="t" r="r" b="b"/>
              <a:pathLst>
                <a:path w="18334" h="24466" extrusionOk="0">
                  <a:moveTo>
                    <a:pt x="1" y="1"/>
                  </a:moveTo>
                  <a:lnTo>
                    <a:pt x="1" y="15299"/>
                  </a:lnTo>
                  <a:cubicBezTo>
                    <a:pt x="1" y="20356"/>
                    <a:pt x="4111" y="24466"/>
                    <a:pt x="9167" y="24466"/>
                  </a:cubicBezTo>
                  <a:lnTo>
                    <a:pt x="18333" y="24466"/>
                  </a:lnTo>
                  <a:lnTo>
                    <a:pt x="18333" y="18333"/>
                  </a:lnTo>
                  <a:lnTo>
                    <a:pt x="9167" y="18333"/>
                  </a:lnTo>
                  <a:cubicBezTo>
                    <a:pt x="7471" y="18333"/>
                    <a:pt x="6101" y="16963"/>
                    <a:pt x="6101" y="15299"/>
                  </a:cubicBezTo>
                  <a:lnTo>
                    <a:pt x="61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0"/>
            <p:cNvSpPr/>
            <p:nvPr/>
          </p:nvSpPr>
          <p:spPr>
            <a:xfrm>
              <a:off x="3768400" y="4379200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00" y="6133"/>
                  </a:lnTo>
                  <a:lnTo>
                    <a:pt x="6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0"/>
            <p:cNvSpPr/>
            <p:nvPr/>
          </p:nvSpPr>
          <p:spPr>
            <a:xfrm>
              <a:off x="3969825" y="238125"/>
              <a:ext cx="2294025" cy="2294000"/>
            </a:xfrm>
            <a:custGeom>
              <a:avLst/>
              <a:gdLst/>
              <a:ahLst/>
              <a:cxnLst/>
              <a:rect l="l" t="t" r="r" b="b"/>
              <a:pathLst>
                <a:path w="91761" h="91760" extrusionOk="0">
                  <a:moveTo>
                    <a:pt x="45864" y="6100"/>
                  </a:moveTo>
                  <a:cubicBezTo>
                    <a:pt x="67785" y="6100"/>
                    <a:pt x="85628" y="23943"/>
                    <a:pt x="85628" y="45864"/>
                  </a:cubicBezTo>
                  <a:cubicBezTo>
                    <a:pt x="85628" y="67784"/>
                    <a:pt x="67785" y="85627"/>
                    <a:pt x="45864" y="85627"/>
                  </a:cubicBezTo>
                  <a:cubicBezTo>
                    <a:pt x="38753" y="85627"/>
                    <a:pt x="31740" y="83703"/>
                    <a:pt x="25640" y="80114"/>
                  </a:cubicBezTo>
                  <a:lnTo>
                    <a:pt x="24922" y="79690"/>
                  </a:lnTo>
                  <a:lnTo>
                    <a:pt x="12070" y="79690"/>
                  </a:lnTo>
                  <a:lnTo>
                    <a:pt x="12070" y="66805"/>
                  </a:lnTo>
                  <a:lnTo>
                    <a:pt x="11646" y="66088"/>
                  </a:lnTo>
                  <a:cubicBezTo>
                    <a:pt x="8025" y="59988"/>
                    <a:pt x="6133" y="53007"/>
                    <a:pt x="6133" y="45864"/>
                  </a:cubicBezTo>
                  <a:cubicBezTo>
                    <a:pt x="6133" y="23943"/>
                    <a:pt x="23943" y="6100"/>
                    <a:pt x="45864" y="6100"/>
                  </a:cubicBezTo>
                  <a:close/>
                  <a:moveTo>
                    <a:pt x="45864" y="0"/>
                  </a:moveTo>
                  <a:cubicBezTo>
                    <a:pt x="20584" y="0"/>
                    <a:pt x="1" y="20583"/>
                    <a:pt x="1" y="45864"/>
                  </a:cubicBezTo>
                  <a:cubicBezTo>
                    <a:pt x="1" y="53823"/>
                    <a:pt x="2056" y="61619"/>
                    <a:pt x="5970" y="68469"/>
                  </a:cubicBezTo>
                  <a:lnTo>
                    <a:pt x="5970" y="85790"/>
                  </a:lnTo>
                  <a:lnTo>
                    <a:pt x="23258" y="85790"/>
                  </a:lnTo>
                  <a:cubicBezTo>
                    <a:pt x="30141" y="89672"/>
                    <a:pt x="37937" y="91760"/>
                    <a:pt x="45864" y="91760"/>
                  </a:cubicBezTo>
                  <a:cubicBezTo>
                    <a:pt x="71177" y="91760"/>
                    <a:pt x="91760" y="71177"/>
                    <a:pt x="91760" y="45864"/>
                  </a:cubicBezTo>
                  <a:cubicBezTo>
                    <a:pt x="91760" y="20583"/>
                    <a:pt x="71177" y="0"/>
                    <a:pt x="45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0"/>
            <p:cNvSpPr/>
            <p:nvPr/>
          </p:nvSpPr>
          <p:spPr>
            <a:xfrm>
              <a:off x="4504800" y="773075"/>
              <a:ext cx="1223250" cy="1223275"/>
            </a:xfrm>
            <a:custGeom>
              <a:avLst/>
              <a:gdLst/>
              <a:ahLst/>
              <a:cxnLst/>
              <a:rect l="l" t="t" r="r" b="b"/>
              <a:pathLst>
                <a:path w="48930" h="48931" extrusionOk="0">
                  <a:moveTo>
                    <a:pt x="30598" y="6133"/>
                  </a:moveTo>
                  <a:lnTo>
                    <a:pt x="30598" y="18366"/>
                  </a:lnTo>
                  <a:lnTo>
                    <a:pt x="42830" y="18366"/>
                  </a:lnTo>
                  <a:lnTo>
                    <a:pt x="42830" y="30598"/>
                  </a:lnTo>
                  <a:lnTo>
                    <a:pt x="30598" y="30598"/>
                  </a:lnTo>
                  <a:lnTo>
                    <a:pt x="30598" y="42831"/>
                  </a:lnTo>
                  <a:lnTo>
                    <a:pt x="18365" y="42831"/>
                  </a:lnTo>
                  <a:lnTo>
                    <a:pt x="18365" y="30598"/>
                  </a:lnTo>
                  <a:lnTo>
                    <a:pt x="6133" y="30598"/>
                  </a:lnTo>
                  <a:lnTo>
                    <a:pt x="6133" y="18366"/>
                  </a:lnTo>
                  <a:lnTo>
                    <a:pt x="18365" y="18366"/>
                  </a:lnTo>
                  <a:lnTo>
                    <a:pt x="18365" y="6133"/>
                  </a:lnTo>
                  <a:close/>
                  <a:moveTo>
                    <a:pt x="12233" y="1"/>
                  </a:moveTo>
                  <a:lnTo>
                    <a:pt x="12233" y="12233"/>
                  </a:lnTo>
                  <a:lnTo>
                    <a:pt x="0" y="12233"/>
                  </a:lnTo>
                  <a:lnTo>
                    <a:pt x="0" y="36698"/>
                  </a:lnTo>
                  <a:lnTo>
                    <a:pt x="12233" y="36698"/>
                  </a:lnTo>
                  <a:lnTo>
                    <a:pt x="12233" y="48930"/>
                  </a:lnTo>
                  <a:lnTo>
                    <a:pt x="36697" y="48930"/>
                  </a:lnTo>
                  <a:lnTo>
                    <a:pt x="36697" y="36698"/>
                  </a:lnTo>
                  <a:lnTo>
                    <a:pt x="48930" y="36698"/>
                  </a:lnTo>
                  <a:lnTo>
                    <a:pt x="48930" y="12233"/>
                  </a:lnTo>
                  <a:lnTo>
                    <a:pt x="36697" y="12233"/>
                  </a:lnTo>
                  <a:lnTo>
                    <a:pt x="366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0"/>
            <p:cNvSpPr/>
            <p:nvPr/>
          </p:nvSpPr>
          <p:spPr>
            <a:xfrm>
              <a:off x="3462575" y="2933325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01" y="6133"/>
                  </a:lnTo>
                  <a:lnTo>
                    <a:pt x="61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0"/>
            <p:cNvSpPr/>
            <p:nvPr/>
          </p:nvSpPr>
          <p:spPr>
            <a:xfrm>
              <a:off x="3462575" y="2627525"/>
              <a:ext cx="152525" cy="153325"/>
            </a:xfrm>
            <a:custGeom>
              <a:avLst/>
              <a:gdLst/>
              <a:ahLst/>
              <a:cxnLst/>
              <a:rect l="l" t="t" r="r" b="b"/>
              <a:pathLst>
                <a:path w="6101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01" y="6133"/>
                  </a:lnTo>
                  <a:lnTo>
                    <a:pt x="61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41"/>
          <p:cNvSpPr txBox="1">
            <a:spLocks noGrp="1"/>
          </p:cNvSpPr>
          <p:nvPr>
            <p:ph type="title"/>
          </p:nvPr>
        </p:nvSpPr>
        <p:spPr>
          <a:xfrm>
            <a:off x="804350" y="2590925"/>
            <a:ext cx="23160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</a:t>
            </a:r>
            <a:endParaRPr dirty="0"/>
          </a:p>
        </p:txBody>
      </p:sp>
      <p:sp>
        <p:nvSpPr>
          <p:cNvPr id="1379" name="Google Shape;1379;p41"/>
          <p:cNvSpPr txBox="1">
            <a:spLocks noGrp="1"/>
          </p:cNvSpPr>
          <p:nvPr>
            <p:ph type="subTitle" idx="1"/>
          </p:nvPr>
        </p:nvSpPr>
        <p:spPr>
          <a:xfrm>
            <a:off x="804344" y="3009600"/>
            <a:ext cx="23160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MIMIC-CXR v2.0.0: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377K chest X-rays with reports.</a:t>
            </a:r>
            <a:endParaRPr dirty="0"/>
          </a:p>
        </p:txBody>
      </p:sp>
      <p:sp>
        <p:nvSpPr>
          <p:cNvPr id="1380" name="Google Shape;1380;p41"/>
          <p:cNvSpPr txBox="1">
            <a:spLocks noGrp="1"/>
          </p:cNvSpPr>
          <p:nvPr>
            <p:ph type="title" idx="2"/>
          </p:nvPr>
        </p:nvSpPr>
        <p:spPr>
          <a:xfrm>
            <a:off x="3443100" y="2590925"/>
            <a:ext cx="23160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Compliance</a:t>
            </a:r>
            <a:endParaRPr dirty="0"/>
          </a:p>
        </p:txBody>
      </p:sp>
      <p:sp>
        <p:nvSpPr>
          <p:cNvPr id="1381" name="Google Shape;1381;p41"/>
          <p:cNvSpPr txBox="1">
            <a:spLocks noGrp="1"/>
          </p:cNvSpPr>
          <p:nvPr>
            <p:ph type="subTitle" idx="3"/>
          </p:nvPr>
        </p:nvSpPr>
        <p:spPr>
          <a:xfrm>
            <a:off x="3443093" y="3009600"/>
            <a:ext cx="23160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Dataset de-identified per HIPAA rules.</a:t>
            </a:r>
            <a:endParaRPr dirty="0"/>
          </a:p>
        </p:txBody>
      </p:sp>
      <p:sp>
        <p:nvSpPr>
          <p:cNvPr id="1382" name="Google Shape;1382;p41"/>
          <p:cNvSpPr txBox="1">
            <a:spLocks noGrp="1"/>
          </p:cNvSpPr>
          <p:nvPr>
            <p:ph type="title" idx="4"/>
          </p:nvPr>
        </p:nvSpPr>
        <p:spPr>
          <a:xfrm>
            <a:off x="6081850" y="2590925"/>
            <a:ext cx="23160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</a:t>
            </a:r>
            <a:endParaRPr dirty="0"/>
          </a:p>
        </p:txBody>
      </p:sp>
      <p:sp>
        <p:nvSpPr>
          <p:cNvPr id="1383" name="Google Shape;1383;p41"/>
          <p:cNvSpPr txBox="1">
            <a:spLocks noGrp="1"/>
          </p:cNvSpPr>
          <p:nvPr>
            <p:ph type="subTitle" idx="5"/>
          </p:nvPr>
        </p:nvSpPr>
        <p:spPr>
          <a:xfrm>
            <a:off x="6081850" y="3009600"/>
            <a:ext cx="23160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Enables Medical Imaging and NLP Research</a:t>
            </a:r>
            <a:endParaRPr dirty="0"/>
          </a:p>
        </p:txBody>
      </p:sp>
      <p:sp>
        <p:nvSpPr>
          <p:cNvPr id="1384" name="Google Shape;1384;p41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5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THE </a:t>
            </a:r>
            <a:r>
              <a:rPr lang="en-IN" dirty="0"/>
              <a:t>DATASET</a:t>
            </a:r>
            <a:endParaRPr dirty="0"/>
          </a:p>
        </p:txBody>
      </p:sp>
      <p:grpSp>
        <p:nvGrpSpPr>
          <p:cNvPr id="1385" name="Google Shape;1385;p41"/>
          <p:cNvGrpSpPr/>
          <p:nvPr/>
        </p:nvGrpSpPr>
        <p:grpSpPr>
          <a:xfrm>
            <a:off x="1574820" y="1769084"/>
            <a:ext cx="775051" cy="775051"/>
            <a:chOff x="1190625" y="238125"/>
            <a:chExt cx="5219200" cy="5219200"/>
          </a:xfrm>
        </p:grpSpPr>
        <p:sp>
          <p:nvSpPr>
            <p:cNvPr id="1386" name="Google Shape;1386;p41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165937" y="6100"/>
                  </a:moveTo>
                  <a:cubicBezTo>
                    <a:pt x="186194" y="6100"/>
                    <a:pt x="202635" y="22573"/>
                    <a:pt x="202635" y="42797"/>
                  </a:cubicBezTo>
                  <a:cubicBezTo>
                    <a:pt x="202635" y="63054"/>
                    <a:pt x="186194" y="79495"/>
                    <a:pt x="165937" y="79495"/>
                  </a:cubicBezTo>
                  <a:cubicBezTo>
                    <a:pt x="159381" y="79495"/>
                    <a:pt x="152922" y="77733"/>
                    <a:pt x="147279" y="74406"/>
                  </a:cubicBezTo>
                  <a:lnTo>
                    <a:pt x="146561" y="73982"/>
                  </a:lnTo>
                  <a:lnTo>
                    <a:pt x="134785" y="73982"/>
                  </a:lnTo>
                  <a:lnTo>
                    <a:pt x="134785" y="62206"/>
                  </a:lnTo>
                  <a:lnTo>
                    <a:pt x="134361" y="61488"/>
                  </a:lnTo>
                  <a:cubicBezTo>
                    <a:pt x="131034" y="55845"/>
                    <a:pt x="129240" y="49386"/>
                    <a:pt x="129240" y="42797"/>
                  </a:cubicBezTo>
                  <a:cubicBezTo>
                    <a:pt x="129240" y="22573"/>
                    <a:pt x="145713" y="6100"/>
                    <a:pt x="165937" y="6100"/>
                  </a:cubicBezTo>
                  <a:close/>
                  <a:moveTo>
                    <a:pt x="128653" y="67295"/>
                  </a:moveTo>
                  <a:lnTo>
                    <a:pt x="128653" y="80082"/>
                  </a:lnTo>
                  <a:lnTo>
                    <a:pt x="144897" y="80082"/>
                  </a:lnTo>
                  <a:cubicBezTo>
                    <a:pt x="151095" y="83605"/>
                    <a:pt x="158108" y="85497"/>
                    <a:pt x="165252" y="85627"/>
                  </a:cubicBezTo>
                  <a:cubicBezTo>
                    <a:pt x="175006" y="100665"/>
                    <a:pt x="181008" y="120791"/>
                    <a:pt x="184367" y="135209"/>
                  </a:cubicBezTo>
                  <a:cubicBezTo>
                    <a:pt x="188902" y="154814"/>
                    <a:pt x="190467" y="171874"/>
                    <a:pt x="190402" y="180551"/>
                  </a:cubicBezTo>
                  <a:cubicBezTo>
                    <a:pt x="190370" y="190989"/>
                    <a:pt x="188510" y="197742"/>
                    <a:pt x="184922" y="200612"/>
                  </a:cubicBezTo>
                  <a:cubicBezTo>
                    <a:pt x="183055" y="202092"/>
                    <a:pt x="180643" y="202645"/>
                    <a:pt x="177828" y="202645"/>
                  </a:cubicBezTo>
                  <a:cubicBezTo>
                    <a:pt x="174002" y="202645"/>
                    <a:pt x="169430" y="201623"/>
                    <a:pt x="164469" y="200514"/>
                  </a:cubicBezTo>
                  <a:cubicBezTo>
                    <a:pt x="158828" y="199248"/>
                    <a:pt x="153024" y="197959"/>
                    <a:pt x="147292" y="197959"/>
                  </a:cubicBezTo>
                  <a:cubicBezTo>
                    <a:pt x="146230" y="197959"/>
                    <a:pt x="145170" y="198004"/>
                    <a:pt x="144115" y="198100"/>
                  </a:cubicBezTo>
                  <a:cubicBezTo>
                    <a:pt x="143250" y="198182"/>
                    <a:pt x="142415" y="198222"/>
                    <a:pt x="141607" y="198222"/>
                  </a:cubicBezTo>
                  <a:cubicBezTo>
                    <a:pt x="136896" y="198222"/>
                    <a:pt x="133128" y="196840"/>
                    <a:pt x="130121" y="194056"/>
                  </a:cubicBezTo>
                  <a:cubicBezTo>
                    <a:pt x="119063" y="183878"/>
                    <a:pt x="119323" y="156217"/>
                    <a:pt x="119617" y="129501"/>
                  </a:cubicBezTo>
                  <a:cubicBezTo>
                    <a:pt x="119617" y="127968"/>
                    <a:pt x="119617" y="126435"/>
                    <a:pt x="119650" y="124901"/>
                  </a:cubicBezTo>
                  <a:cubicBezTo>
                    <a:pt x="130382" y="128685"/>
                    <a:pt x="141374" y="140950"/>
                    <a:pt x="149954" y="155564"/>
                  </a:cubicBezTo>
                  <a:lnTo>
                    <a:pt x="139254" y="174842"/>
                  </a:lnTo>
                  <a:lnTo>
                    <a:pt x="144604" y="177811"/>
                  </a:lnTo>
                  <a:lnTo>
                    <a:pt x="153444" y="161892"/>
                  </a:lnTo>
                  <a:cubicBezTo>
                    <a:pt x="157163" y="169101"/>
                    <a:pt x="160261" y="176669"/>
                    <a:pt x="162480" y="183911"/>
                  </a:cubicBezTo>
                  <a:lnTo>
                    <a:pt x="168319" y="182117"/>
                  </a:lnTo>
                  <a:cubicBezTo>
                    <a:pt x="163915" y="167568"/>
                    <a:pt x="156314" y="152498"/>
                    <a:pt x="147507" y="140787"/>
                  </a:cubicBezTo>
                  <a:cubicBezTo>
                    <a:pt x="147050" y="140168"/>
                    <a:pt x="146561" y="139548"/>
                    <a:pt x="146104" y="138961"/>
                  </a:cubicBezTo>
                  <a:lnTo>
                    <a:pt x="146104" y="138961"/>
                  </a:lnTo>
                  <a:lnTo>
                    <a:pt x="161175" y="141733"/>
                  </a:lnTo>
                  <a:lnTo>
                    <a:pt x="162284" y="135699"/>
                  </a:lnTo>
                  <a:lnTo>
                    <a:pt x="139646" y="131523"/>
                  </a:lnTo>
                  <a:cubicBezTo>
                    <a:pt x="133839" y="125586"/>
                    <a:pt x="128555" y="122129"/>
                    <a:pt x="124119" y="120139"/>
                  </a:cubicBezTo>
                  <a:cubicBezTo>
                    <a:pt x="125162" y="118638"/>
                    <a:pt x="125782" y="116812"/>
                    <a:pt x="125782" y="114822"/>
                  </a:cubicBezTo>
                  <a:cubicBezTo>
                    <a:pt x="125782" y="112669"/>
                    <a:pt x="125032" y="110679"/>
                    <a:pt x="123760" y="109113"/>
                  </a:cubicBezTo>
                  <a:cubicBezTo>
                    <a:pt x="127642" y="107743"/>
                    <a:pt x="131686" y="106765"/>
                    <a:pt x="135666" y="106145"/>
                  </a:cubicBezTo>
                  <a:lnTo>
                    <a:pt x="141277" y="116812"/>
                  </a:lnTo>
                  <a:lnTo>
                    <a:pt x="146692" y="113974"/>
                  </a:lnTo>
                  <a:lnTo>
                    <a:pt x="142255" y="105525"/>
                  </a:lnTo>
                  <a:cubicBezTo>
                    <a:pt x="142918" y="105500"/>
                    <a:pt x="143572" y="105487"/>
                    <a:pt x="144216" y="105487"/>
                  </a:cubicBezTo>
                  <a:cubicBezTo>
                    <a:pt x="148555" y="105487"/>
                    <a:pt x="152456" y="106066"/>
                    <a:pt x="155466" y="107287"/>
                  </a:cubicBezTo>
                  <a:lnTo>
                    <a:pt x="157750" y="101611"/>
                  </a:lnTo>
                  <a:cubicBezTo>
                    <a:pt x="153465" y="99885"/>
                    <a:pt x="148584" y="99339"/>
                    <a:pt x="144138" y="99339"/>
                  </a:cubicBezTo>
                  <a:cubicBezTo>
                    <a:pt x="141611" y="99339"/>
                    <a:pt x="139224" y="99515"/>
                    <a:pt x="137167" y="99752"/>
                  </a:cubicBezTo>
                  <a:cubicBezTo>
                    <a:pt x="131230" y="100437"/>
                    <a:pt x="125195" y="101937"/>
                    <a:pt x="119715" y="104057"/>
                  </a:cubicBezTo>
                  <a:cubicBezTo>
                    <a:pt x="119813" y="97729"/>
                    <a:pt x="120139" y="90194"/>
                    <a:pt x="121150" y="81060"/>
                  </a:cubicBezTo>
                  <a:cubicBezTo>
                    <a:pt x="121868" y="74602"/>
                    <a:pt x="124706" y="69578"/>
                    <a:pt x="128653" y="67295"/>
                  </a:cubicBezTo>
                  <a:close/>
                  <a:moveTo>
                    <a:pt x="165937" y="0"/>
                  </a:moveTo>
                  <a:cubicBezTo>
                    <a:pt x="142353" y="0"/>
                    <a:pt x="123140" y="19213"/>
                    <a:pt x="123140" y="42797"/>
                  </a:cubicBezTo>
                  <a:cubicBezTo>
                    <a:pt x="123140" y="49191"/>
                    <a:pt x="124575" y="55454"/>
                    <a:pt x="127283" y="61162"/>
                  </a:cubicBezTo>
                  <a:cubicBezTo>
                    <a:pt x="120726" y="64000"/>
                    <a:pt x="116094" y="71111"/>
                    <a:pt x="115083" y="80375"/>
                  </a:cubicBezTo>
                  <a:cubicBezTo>
                    <a:pt x="113974" y="90324"/>
                    <a:pt x="113648" y="98382"/>
                    <a:pt x="113582" y="105134"/>
                  </a:cubicBezTo>
                  <a:cubicBezTo>
                    <a:pt x="110059" y="103829"/>
                    <a:pt x="107450" y="100404"/>
                    <a:pt x="107450" y="96490"/>
                  </a:cubicBezTo>
                  <a:lnTo>
                    <a:pt x="107450" y="78157"/>
                  </a:lnTo>
                  <a:lnTo>
                    <a:pt x="101317" y="78157"/>
                  </a:lnTo>
                  <a:lnTo>
                    <a:pt x="101317" y="96490"/>
                  </a:lnTo>
                  <a:cubicBezTo>
                    <a:pt x="101317" y="104905"/>
                    <a:pt x="108200" y="111788"/>
                    <a:pt x="116616" y="111788"/>
                  </a:cubicBezTo>
                  <a:cubicBezTo>
                    <a:pt x="118312" y="111788"/>
                    <a:pt x="119682" y="113158"/>
                    <a:pt x="119682" y="114822"/>
                  </a:cubicBezTo>
                  <a:cubicBezTo>
                    <a:pt x="119682" y="116518"/>
                    <a:pt x="118312" y="117888"/>
                    <a:pt x="116616" y="117888"/>
                  </a:cubicBezTo>
                  <a:cubicBezTo>
                    <a:pt x="110483" y="117888"/>
                    <a:pt x="104645" y="115246"/>
                    <a:pt x="100567" y="110614"/>
                  </a:cubicBezTo>
                  <a:lnTo>
                    <a:pt x="98284" y="108004"/>
                  </a:lnTo>
                  <a:lnTo>
                    <a:pt x="95968" y="110614"/>
                  </a:lnTo>
                  <a:cubicBezTo>
                    <a:pt x="91890" y="115246"/>
                    <a:pt x="86051" y="117888"/>
                    <a:pt x="79919" y="117888"/>
                  </a:cubicBezTo>
                  <a:cubicBezTo>
                    <a:pt x="78222" y="117888"/>
                    <a:pt x="76852" y="116518"/>
                    <a:pt x="76852" y="114822"/>
                  </a:cubicBezTo>
                  <a:cubicBezTo>
                    <a:pt x="76852" y="113158"/>
                    <a:pt x="78222" y="111788"/>
                    <a:pt x="79919" y="111788"/>
                  </a:cubicBezTo>
                  <a:cubicBezTo>
                    <a:pt x="88367" y="111788"/>
                    <a:pt x="95217" y="104905"/>
                    <a:pt x="95217" y="96490"/>
                  </a:cubicBezTo>
                  <a:lnTo>
                    <a:pt x="95217" y="18332"/>
                  </a:lnTo>
                  <a:lnTo>
                    <a:pt x="101317" y="18332"/>
                  </a:lnTo>
                  <a:lnTo>
                    <a:pt x="101317" y="59792"/>
                  </a:lnTo>
                  <a:lnTo>
                    <a:pt x="107450" y="59792"/>
                  </a:lnTo>
                  <a:lnTo>
                    <a:pt x="107450" y="12232"/>
                  </a:lnTo>
                  <a:lnTo>
                    <a:pt x="89085" y="12232"/>
                  </a:lnTo>
                  <a:lnTo>
                    <a:pt x="89085" y="96490"/>
                  </a:lnTo>
                  <a:cubicBezTo>
                    <a:pt x="89085" y="100404"/>
                    <a:pt x="86475" y="103829"/>
                    <a:pt x="82952" y="105134"/>
                  </a:cubicBezTo>
                  <a:cubicBezTo>
                    <a:pt x="82887" y="98382"/>
                    <a:pt x="82593" y="90324"/>
                    <a:pt x="81452" y="80375"/>
                  </a:cubicBezTo>
                  <a:cubicBezTo>
                    <a:pt x="80245" y="69317"/>
                    <a:pt x="73884" y="61325"/>
                    <a:pt x="65272" y="60021"/>
                  </a:cubicBezTo>
                  <a:cubicBezTo>
                    <a:pt x="63572" y="59762"/>
                    <a:pt x="61891" y="59633"/>
                    <a:pt x="60232" y="59633"/>
                  </a:cubicBezTo>
                  <a:cubicBezTo>
                    <a:pt x="52882" y="59633"/>
                    <a:pt x="45943" y="62161"/>
                    <a:pt x="39503" y="67164"/>
                  </a:cubicBezTo>
                  <a:cubicBezTo>
                    <a:pt x="28640" y="75613"/>
                    <a:pt x="19409" y="90944"/>
                    <a:pt x="12135" y="112734"/>
                  </a:cubicBezTo>
                  <a:cubicBezTo>
                    <a:pt x="4469" y="135633"/>
                    <a:pt x="1664" y="157619"/>
                    <a:pt x="815" y="166035"/>
                  </a:cubicBezTo>
                  <a:lnTo>
                    <a:pt x="6915" y="166622"/>
                  </a:lnTo>
                  <a:cubicBezTo>
                    <a:pt x="9590" y="139874"/>
                    <a:pt x="20290" y="89835"/>
                    <a:pt x="43254" y="71992"/>
                  </a:cubicBezTo>
                  <a:cubicBezTo>
                    <a:pt x="48632" y="67812"/>
                    <a:pt x="54227" y="65740"/>
                    <a:pt x="60234" y="65740"/>
                  </a:cubicBezTo>
                  <a:cubicBezTo>
                    <a:pt x="61587" y="65740"/>
                    <a:pt x="62962" y="65845"/>
                    <a:pt x="64359" y="66055"/>
                  </a:cubicBezTo>
                  <a:cubicBezTo>
                    <a:pt x="70133" y="66936"/>
                    <a:pt x="74471" y="72808"/>
                    <a:pt x="75385" y="81060"/>
                  </a:cubicBezTo>
                  <a:cubicBezTo>
                    <a:pt x="76396" y="90194"/>
                    <a:pt x="76722" y="97729"/>
                    <a:pt x="76820" y="104057"/>
                  </a:cubicBezTo>
                  <a:cubicBezTo>
                    <a:pt x="71340" y="101937"/>
                    <a:pt x="65305" y="100437"/>
                    <a:pt x="59368" y="99752"/>
                  </a:cubicBezTo>
                  <a:cubicBezTo>
                    <a:pt x="57311" y="99515"/>
                    <a:pt x="54924" y="99339"/>
                    <a:pt x="52396" y="99339"/>
                  </a:cubicBezTo>
                  <a:cubicBezTo>
                    <a:pt x="47950" y="99339"/>
                    <a:pt x="43069" y="99885"/>
                    <a:pt x="38785" y="101611"/>
                  </a:cubicBezTo>
                  <a:lnTo>
                    <a:pt x="41068" y="107287"/>
                  </a:lnTo>
                  <a:cubicBezTo>
                    <a:pt x="44079" y="106066"/>
                    <a:pt x="47980" y="105487"/>
                    <a:pt x="52318" y="105487"/>
                  </a:cubicBezTo>
                  <a:cubicBezTo>
                    <a:pt x="52963" y="105487"/>
                    <a:pt x="53617" y="105500"/>
                    <a:pt x="54279" y="105525"/>
                  </a:cubicBezTo>
                  <a:lnTo>
                    <a:pt x="49876" y="113974"/>
                  </a:lnTo>
                  <a:lnTo>
                    <a:pt x="55291" y="116812"/>
                  </a:lnTo>
                  <a:lnTo>
                    <a:pt x="60869" y="106145"/>
                  </a:lnTo>
                  <a:cubicBezTo>
                    <a:pt x="64848" y="106765"/>
                    <a:pt x="68893" y="107743"/>
                    <a:pt x="72775" y="109081"/>
                  </a:cubicBezTo>
                  <a:cubicBezTo>
                    <a:pt x="71503" y="110679"/>
                    <a:pt x="70752" y="112669"/>
                    <a:pt x="70752" y="114822"/>
                  </a:cubicBezTo>
                  <a:cubicBezTo>
                    <a:pt x="70752" y="116812"/>
                    <a:pt x="71372" y="118606"/>
                    <a:pt x="72416" y="120106"/>
                  </a:cubicBezTo>
                  <a:cubicBezTo>
                    <a:pt x="66675" y="122683"/>
                    <a:pt x="61423" y="126924"/>
                    <a:pt x="56922" y="131523"/>
                  </a:cubicBezTo>
                  <a:lnTo>
                    <a:pt x="34251" y="135699"/>
                  </a:lnTo>
                  <a:lnTo>
                    <a:pt x="35360" y="141733"/>
                  </a:lnTo>
                  <a:lnTo>
                    <a:pt x="50430" y="138961"/>
                  </a:lnTo>
                  <a:lnTo>
                    <a:pt x="50430" y="138961"/>
                  </a:lnTo>
                  <a:cubicBezTo>
                    <a:pt x="49941" y="139580"/>
                    <a:pt x="49484" y="140168"/>
                    <a:pt x="49028" y="140787"/>
                  </a:cubicBezTo>
                  <a:cubicBezTo>
                    <a:pt x="40220" y="152498"/>
                    <a:pt x="32620" y="167568"/>
                    <a:pt x="28216" y="182117"/>
                  </a:cubicBezTo>
                  <a:lnTo>
                    <a:pt x="34088" y="183911"/>
                  </a:lnTo>
                  <a:cubicBezTo>
                    <a:pt x="36273" y="176669"/>
                    <a:pt x="39372" y="169101"/>
                    <a:pt x="43091" y="161892"/>
                  </a:cubicBezTo>
                  <a:lnTo>
                    <a:pt x="51931" y="177811"/>
                  </a:lnTo>
                  <a:lnTo>
                    <a:pt x="57280" y="174842"/>
                  </a:lnTo>
                  <a:lnTo>
                    <a:pt x="46581" y="155564"/>
                  </a:lnTo>
                  <a:cubicBezTo>
                    <a:pt x="55160" y="140950"/>
                    <a:pt x="66153" y="128685"/>
                    <a:pt x="76885" y="124901"/>
                  </a:cubicBezTo>
                  <a:cubicBezTo>
                    <a:pt x="76918" y="126435"/>
                    <a:pt x="76918" y="127968"/>
                    <a:pt x="76950" y="129501"/>
                  </a:cubicBezTo>
                  <a:cubicBezTo>
                    <a:pt x="77211" y="156249"/>
                    <a:pt x="77472" y="183878"/>
                    <a:pt x="66447" y="194056"/>
                  </a:cubicBezTo>
                  <a:cubicBezTo>
                    <a:pt x="63412" y="196840"/>
                    <a:pt x="59640" y="198222"/>
                    <a:pt x="54928" y="198222"/>
                  </a:cubicBezTo>
                  <a:cubicBezTo>
                    <a:pt x="54120" y="198222"/>
                    <a:pt x="53284" y="198182"/>
                    <a:pt x="52420" y="198100"/>
                  </a:cubicBezTo>
                  <a:cubicBezTo>
                    <a:pt x="51364" y="198004"/>
                    <a:pt x="50305" y="197959"/>
                    <a:pt x="49243" y="197959"/>
                  </a:cubicBezTo>
                  <a:cubicBezTo>
                    <a:pt x="43511" y="197959"/>
                    <a:pt x="37707" y="199248"/>
                    <a:pt x="32065" y="200514"/>
                  </a:cubicBezTo>
                  <a:cubicBezTo>
                    <a:pt x="27104" y="201623"/>
                    <a:pt x="22533" y="202645"/>
                    <a:pt x="18707" y="202645"/>
                  </a:cubicBezTo>
                  <a:cubicBezTo>
                    <a:pt x="15891" y="202645"/>
                    <a:pt x="13479" y="202092"/>
                    <a:pt x="11613" y="200612"/>
                  </a:cubicBezTo>
                  <a:cubicBezTo>
                    <a:pt x="8024" y="197742"/>
                    <a:pt x="6165" y="190989"/>
                    <a:pt x="6133" y="180551"/>
                  </a:cubicBezTo>
                  <a:cubicBezTo>
                    <a:pt x="6100" y="178235"/>
                    <a:pt x="6198" y="175560"/>
                    <a:pt x="6393" y="172624"/>
                  </a:cubicBezTo>
                  <a:lnTo>
                    <a:pt x="294" y="172233"/>
                  </a:lnTo>
                  <a:cubicBezTo>
                    <a:pt x="98" y="175299"/>
                    <a:pt x="0" y="178137"/>
                    <a:pt x="0" y="180584"/>
                  </a:cubicBezTo>
                  <a:cubicBezTo>
                    <a:pt x="65" y="193305"/>
                    <a:pt x="2544" y="201199"/>
                    <a:pt x="7796" y="205407"/>
                  </a:cubicBezTo>
                  <a:cubicBezTo>
                    <a:pt x="10928" y="207886"/>
                    <a:pt x="14614" y="208767"/>
                    <a:pt x="18659" y="208767"/>
                  </a:cubicBezTo>
                  <a:cubicBezTo>
                    <a:pt x="23225" y="208767"/>
                    <a:pt x="28216" y="207658"/>
                    <a:pt x="33403" y="206484"/>
                  </a:cubicBezTo>
                  <a:cubicBezTo>
                    <a:pt x="38693" y="205293"/>
                    <a:pt x="44124" y="204078"/>
                    <a:pt x="49197" y="204078"/>
                  </a:cubicBezTo>
                  <a:cubicBezTo>
                    <a:pt x="50099" y="204078"/>
                    <a:pt x="50989" y="204117"/>
                    <a:pt x="51866" y="204200"/>
                  </a:cubicBezTo>
                  <a:cubicBezTo>
                    <a:pt x="52877" y="204291"/>
                    <a:pt x="53865" y="204337"/>
                    <a:pt x="54829" y="204337"/>
                  </a:cubicBezTo>
                  <a:cubicBezTo>
                    <a:pt x="61115" y="204337"/>
                    <a:pt x="66404" y="202403"/>
                    <a:pt x="70589" y="198557"/>
                  </a:cubicBezTo>
                  <a:cubicBezTo>
                    <a:pt x="83637" y="186553"/>
                    <a:pt x="83344" y="157521"/>
                    <a:pt x="83050" y="129436"/>
                  </a:cubicBezTo>
                  <a:cubicBezTo>
                    <a:pt x="83018" y="127576"/>
                    <a:pt x="83018" y="125684"/>
                    <a:pt x="82985" y="123825"/>
                  </a:cubicBezTo>
                  <a:cubicBezTo>
                    <a:pt x="88661" y="123173"/>
                    <a:pt x="94010" y="120791"/>
                    <a:pt x="98284" y="116975"/>
                  </a:cubicBezTo>
                  <a:cubicBezTo>
                    <a:pt x="102524" y="120791"/>
                    <a:pt x="107874" y="123173"/>
                    <a:pt x="113550" y="123825"/>
                  </a:cubicBezTo>
                  <a:cubicBezTo>
                    <a:pt x="113517" y="125684"/>
                    <a:pt x="113517" y="127544"/>
                    <a:pt x="113485" y="129436"/>
                  </a:cubicBezTo>
                  <a:cubicBezTo>
                    <a:pt x="113191" y="157521"/>
                    <a:pt x="112897" y="186553"/>
                    <a:pt x="125945" y="198557"/>
                  </a:cubicBezTo>
                  <a:cubicBezTo>
                    <a:pt x="130131" y="202403"/>
                    <a:pt x="135420" y="204337"/>
                    <a:pt x="141706" y="204337"/>
                  </a:cubicBezTo>
                  <a:cubicBezTo>
                    <a:pt x="142670" y="204337"/>
                    <a:pt x="143658" y="204291"/>
                    <a:pt x="144669" y="204200"/>
                  </a:cubicBezTo>
                  <a:cubicBezTo>
                    <a:pt x="145545" y="204117"/>
                    <a:pt x="146436" y="204078"/>
                    <a:pt x="147338" y="204078"/>
                  </a:cubicBezTo>
                  <a:cubicBezTo>
                    <a:pt x="152411" y="204078"/>
                    <a:pt x="157842" y="205293"/>
                    <a:pt x="163132" y="206484"/>
                  </a:cubicBezTo>
                  <a:cubicBezTo>
                    <a:pt x="168319" y="207658"/>
                    <a:pt x="173309" y="208767"/>
                    <a:pt x="177876" y="208767"/>
                  </a:cubicBezTo>
                  <a:cubicBezTo>
                    <a:pt x="181921" y="208767"/>
                    <a:pt x="185607" y="207886"/>
                    <a:pt x="188739" y="205407"/>
                  </a:cubicBezTo>
                  <a:cubicBezTo>
                    <a:pt x="193990" y="201199"/>
                    <a:pt x="196469" y="193305"/>
                    <a:pt x="196535" y="180584"/>
                  </a:cubicBezTo>
                  <a:cubicBezTo>
                    <a:pt x="196633" y="160881"/>
                    <a:pt x="189521" y="114235"/>
                    <a:pt x="172168" y="85170"/>
                  </a:cubicBezTo>
                  <a:cubicBezTo>
                    <a:pt x="192849" y="82137"/>
                    <a:pt x="208767" y="64294"/>
                    <a:pt x="208767" y="42797"/>
                  </a:cubicBezTo>
                  <a:cubicBezTo>
                    <a:pt x="208767" y="19213"/>
                    <a:pt x="189554" y="0"/>
                    <a:pt x="1659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1"/>
            <p:cNvSpPr/>
            <p:nvPr/>
          </p:nvSpPr>
          <p:spPr>
            <a:xfrm>
              <a:off x="4880725" y="849725"/>
              <a:ext cx="917475" cy="917475"/>
            </a:xfrm>
            <a:custGeom>
              <a:avLst/>
              <a:gdLst/>
              <a:ahLst/>
              <a:cxnLst/>
              <a:rect l="l" t="t" r="r" b="b"/>
              <a:pathLst>
                <a:path w="36699" h="36699" extrusionOk="0">
                  <a:moveTo>
                    <a:pt x="21400" y="6101"/>
                  </a:moveTo>
                  <a:lnTo>
                    <a:pt x="21400" y="15300"/>
                  </a:lnTo>
                  <a:lnTo>
                    <a:pt x="30566" y="15300"/>
                  </a:lnTo>
                  <a:lnTo>
                    <a:pt x="30566" y="21400"/>
                  </a:lnTo>
                  <a:lnTo>
                    <a:pt x="21400" y="21400"/>
                  </a:lnTo>
                  <a:lnTo>
                    <a:pt x="21400" y="30566"/>
                  </a:lnTo>
                  <a:lnTo>
                    <a:pt x="15300" y="30566"/>
                  </a:lnTo>
                  <a:lnTo>
                    <a:pt x="15300" y="21400"/>
                  </a:lnTo>
                  <a:lnTo>
                    <a:pt x="6101" y="21400"/>
                  </a:lnTo>
                  <a:lnTo>
                    <a:pt x="6101" y="15300"/>
                  </a:lnTo>
                  <a:lnTo>
                    <a:pt x="15300" y="15300"/>
                  </a:lnTo>
                  <a:lnTo>
                    <a:pt x="15300" y="6101"/>
                  </a:lnTo>
                  <a:close/>
                  <a:moveTo>
                    <a:pt x="9167" y="1"/>
                  </a:moveTo>
                  <a:lnTo>
                    <a:pt x="9167" y="9167"/>
                  </a:lnTo>
                  <a:lnTo>
                    <a:pt x="1" y="9167"/>
                  </a:lnTo>
                  <a:lnTo>
                    <a:pt x="1" y="27532"/>
                  </a:lnTo>
                  <a:lnTo>
                    <a:pt x="9167" y="27532"/>
                  </a:lnTo>
                  <a:lnTo>
                    <a:pt x="9167" y="36698"/>
                  </a:lnTo>
                  <a:lnTo>
                    <a:pt x="27532" y="36698"/>
                  </a:lnTo>
                  <a:lnTo>
                    <a:pt x="27532" y="27532"/>
                  </a:lnTo>
                  <a:lnTo>
                    <a:pt x="36698" y="27532"/>
                  </a:lnTo>
                  <a:lnTo>
                    <a:pt x="36698" y="9167"/>
                  </a:lnTo>
                  <a:lnTo>
                    <a:pt x="27532" y="9167"/>
                  </a:lnTo>
                  <a:lnTo>
                    <a:pt x="275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1"/>
            <p:cNvSpPr/>
            <p:nvPr/>
          </p:nvSpPr>
          <p:spPr>
            <a:xfrm>
              <a:off x="3723550" y="1886225"/>
              <a:ext cx="153325" cy="152525"/>
            </a:xfrm>
            <a:custGeom>
              <a:avLst/>
              <a:gdLst/>
              <a:ahLst/>
              <a:cxnLst/>
              <a:rect l="l" t="t" r="r" b="b"/>
              <a:pathLst>
                <a:path w="6133" h="6101" extrusionOk="0">
                  <a:moveTo>
                    <a:pt x="0" y="1"/>
                  </a:moveTo>
                  <a:lnTo>
                    <a:pt x="0" y="6101"/>
                  </a:lnTo>
                  <a:lnTo>
                    <a:pt x="6133" y="6101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1"/>
            <p:cNvSpPr/>
            <p:nvPr/>
          </p:nvSpPr>
          <p:spPr>
            <a:xfrm>
              <a:off x="5251775" y="3004275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1" y="1"/>
                  </a:moveTo>
                  <a:lnTo>
                    <a:pt x="1" y="6100"/>
                  </a:lnTo>
                  <a:lnTo>
                    <a:pt x="6101" y="6100"/>
                  </a:lnTo>
                  <a:lnTo>
                    <a:pt x="61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1"/>
            <p:cNvSpPr/>
            <p:nvPr/>
          </p:nvSpPr>
          <p:spPr>
            <a:xfrm>
              <a:off x="5404275" y="3310100"/>
              <a:ext cx="153350" cy="152500"/>
            </a:xfrm>
            <a:custGeom>
              <a:avLst/>
              <a:gdLst/>
              <a:ahLst/>
              <a:cxnLst/>
              <a:rect l="l" t="t" r="r" b="b"/>
              <a:pathLst>
                <a:path w="6134" h="6100" extrusionOk="0">
                  <a:moveTo>
                    <a:pt x="1" y="0"/>
                  </a:moveTo>
                  <a:lnTo>
                    <a:pt x="1" y="6100"/>
                  </a:lnTo>
                  <a:lnTo>
                    <a:pt x="6133" y="6100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1" name="Google Shape;1391;p41"/>
          <p:cNvGrpSpPr/>
          <p:nvPr/>
        </p:nvGrpSpPr>
        <p:grpSpPr>
          <a:xfrm>
            <a:off x="4271569" y="1769075"/>
            <a:ext cx="659039" cy="775051"/>
            <a:chOff x="1581225" y="238125"/>
            <a:chExt cx="4437975" cy="5219200"/>
          </a:xfrm>
        </p:grpSpPr>
        <p:sp>
          <p:nvSpPr>
            <p:cNvPr id="1392" name="Google Shape;1392;p41"/>
            <p:cNvSpPr/>
            <p:nvPr/>
          </p:nvSpPr>
          <p:spPr>
            <a:xfrm>
              <a:off x="1581225" y="238125"/>
              <a:ext cx="1987400" cy="5219200"/>
            </a:xfrm>
            <a:custGeom>
              <a:avLst/>
              <a:gdLst/>
              <a:ahLst/>
              <a:cxnLst/>
              <a:rect l="l" t="t" r="r" b="b"/>
              <a:pathLst>
                <a:path w="79496" h="208768" extrusionOk="0">
                  <a:moveTo>
                    <a:pt x="39765" y="97044"/>
                  </a:moveTo>
                  <a:cubicBezTo>
                    <a:pt x="41559" y="100045"/>
                    <a:pt x="44070" y="102589"/>
                    <a:pt x="47071" y="104384"/>
                  </a:cubicBezTo>
                  <a:cubicBezTo>
                    <a:pt x="44070" y="106178"/>
                    <a:pt x="41559" y="108722"/>
                    <a:pt x="39765" y="111723"/>
                  </a:cubicBezTo>
                  <a:cubicBezTo>
                    <a:pt x="37938" y="108722"/>
                    <a:pt x="35426" y="106178"/>
                    <a:pt x="32425" y="104384"/>
                  </a:cubicBezTo>
                  <a:cubicBezTo>
                    <a:pt x="35426" y="102589"/>
                    <a:pt x="37938" y="100045"/>
                    <a:pt x="39765" y="97044"/>
                  </a:cubicBezTo>
                  <a:close/>
                  <a:moveTo>
                    <a:pt x="18333" y="0"/>
                  </a:moveTo>
                  <a:lnTo>
                    <a:pt x="18333" y="18365"/>
                  </a:lnTo>
                  <a:lnTo>
                    <a:pt x="24466" y="18365"/>
                  </a:lnTo>
                  <a:lnTo>
                    <a:pt x="24466" y="6133"/>
                  </a:lnTo>
                  <a:lnTo>
                    <a:pt x="55031" y="6133"/>
                  </a:lnTo>
                  <a:lnTo>
                    <a:pt x="55031" y="44526"/>
                  </a:lnTo>
                  <a:lnTo>
                    <a:pt x="55031" y="45635"/>
                  </a:lnTo>
                  <a:cubicBezTo>
                    <a:pt x="55031" y="56237"/>
                    <a:pt x="55585" y="61913"/>
                    <a:pt x="68927" y="75221"/>
                  </a:cubicBezTo>
                  <a:cubicBezTo>
                    <a:pt x="71797" y="78125"/>
                    <a:pt x="73396" y="81941"/>
                    <a:pt x="73396" y="86019"/>
                  </a:cubicBezTo>
                  <a:cubicBezTo>
                    <a:pt x="73396" y="94467"/>
                    <a:pt x="66513" y="101317"/>
                    <a:pt x="58097" y="101317"/>
                  </a:cubicBezTo>
                  <a:cubicBezTo>
                    <a:pt x="49681" y="101317"/>
                    <a:pt x="42798" y="94467"/>
                    <a:pt x="42798" y="86019"/>
                  </a:cubicBezTo>
                  <a:lnTo>
                    <a:pt x="36698" y="86019"/>
                  </a:lnTo>
                  <a:cubicBezTo>
                    <a:pt x="36698" y="94467"/>
                    <a:pt x="29815" y="101317"/>
                    <a:pt x="21400" y="101317"/>
                  </a:cubicBezTo>
                  <a:cubicBezTo>
                    <a:pt x="12984" y="101317"/>
                    <a:pt x="6101" y="94467"/>
                    <a:pt x="6101" y="86019"/>
                  </a:cubicBezTo>
                  <a:cubicBezTo>
                    <a:pt x="6101" y="81941"/>
                    <a:pt x="7699" y="78125"/>
                    <a:pt x="10570" y="75221"/>
                  </a:cubicBezTo>
                  <a:cubicBezTo>
                    <a:pt x="23911" y="61913"/>
                    <a:pt x="24466" y="56237"/>
                    <a:pt x="24466" y="45635"/>
                  </a:cubicBezTo>
                  <a:lnTo>
                    <a:pt x="24466" y="24465"/>
                  </a:lnTo>
                  <a:lnTo>
                    <a:pt x="18333" y="24465"/>
                  </a:lnTo>
                  <a:lnTo>
                    <a:pt x="18333" y="44526"/>
                  </a:lnTo>
                  <a:lnTo>
                    <a:pt x="18333" y="45635"/>
                  </a:lnTo>
                  <a:cubicBezTo>
                    <a:pt x="18366" y="54671"/>
                    <a:pt x="18366" y="58781"/>
                    <a:pt x="6264" y="70916"/>
                  </a:cubicBezTo>
                  <a:cubicBezTo>
                    <a:pt x="2219" y="74960"/>
                    <a:pt x="1" y="80310"/>
                    <a:pt x="1" y="86019"/>
                  </a:cubicBezTo>
                  <a:cubicBezTo>
                    <a:pt x="1" y="93815"/>
                    <a:pt x="4176" y="100632"/>
                    <a:pt x="10374" y="104384"/>
                  </a:cubicBezTo>
                  <a:cubicBezTo>
                    <a:pt x="4176" y="108135"/>
                    <a:pt x="1" y="114952"/>
                    <a:pt x="1" y="122749"/>
                  </a:cubicBezTo>
                  <a:cubicBezTo>
                    <a:pt x="1" y="128457"/>
                    <a:pt x="2219" y="133807"/>
                    <a:pt x="6264" y="137852"/>
                  </a:cubicBezTo>
                  <a:cubicBezTo>
                    <a:pt x="18366" y="149986"/>
                    <a:pt x="18366" y="154096"/>
                    <a:pt x="18333" y="163132"/>
                  </a:cubicBezTo>
                  <a:lnTo>
                    <a:pt x="18333" y="208767"/>
                  </a:lnTo>
                  <a:lnTo>
                    <a:pt x="61163" y="208767"/>
                  </a:lnTo>
                  <a:lnTo>
                    <a:pt x="61163" y="190435"/>
                  </a:lnTo>
                  <a:lnTo>
                    <a:pt x="55031" y="190435"/>
                  </a:lnTo>
                  <a:lnTo>
                    <a:pt x="55031" y="202667"/>
                  </a:lnTo>
                  <a:lnTo>
                    <a:pt x="24466" y="202667"/>
                  </a:lnTo>
                  <a:lnTo>
                    <a:pt x="24466" y="164241"/>
                  </a:lnTo>
                  <a:lnTo>
                    <a:pt x="24466" y="163132"/>
                  </a:lnTo>
                  <a:cubicBezTo>
                    <a:pt x="24466" y="152530"/>
                    <a:pt x="23911" y="146855"/>
                    <a:pt x="10570" y="133546"/>
                  </a:cubicBezTo>
                  <a:cubicBezTo>
                    <a:pt x="7699" y="130643"/>
                    <a:pt x="6101" y="126826"/>
                    <a:pt x="6101" y="122749"/>
                  </a:cubicBezTo>
                  <a:cubicBezTo>
                    <a:pt x="6101" y="114300"/>
                    <a:pt x="12984" y="107450"/>
                    <a:pt x="21400" y="107450"/>
                  </a:cubicBezTo>
                  <a:cubicBezTo>
                    <a:pt x="29815" y="107450"/>
                    <a:pt x="36698" y="114300"/>
                    <a:pt x="36698" y="122749"/>
                  </a:cubicBezTo>
                  <a:lnTo>
                    <a:pt x="42798" y="122749"/>
                  </a:lnTo>
                  <a:cubicBezTo>
                    <a:pt x="42798" y="114300"/>
                    <a:pt x="49681" y="107450"/>
                    <a:pt x="58097" y="107450"/>
                  </a:cubicBezTo>
                  <a:cubicBezTo>
                    <a:pt x="66513" y="107450"/>
                    <a:pt x="73396" y="114300"/>
                    <a:pt x="73396" y="122749"/>
                  </a:cubicBezTo>
                  <a:cubicBezTo>
                    <a:pt x="73396" y="126826"/>
                    <a:pt x="71797" y="130643"/>
                    <a:pt x="68927" y="133546"/>
                  </a:cubicBezTo>
                  <a:cubicBezTo>
                    <a:pt x="55585" y="146855"/>
                    <a:pt x="55031" y="152530"/>
                    <a:pt x="55031" y="163132"/>
                  </a:cubicBezTo>
                  <a:lnTo>
                    <a:pt x="55031" y="172070"/>
                  </a:lnTo>
                  <a:lnTo>
                    <a:pt x="61163" y="172070"/>
                  </a:lnTo>
                  <a:lnTo>
                    <a:pt x="61163" y="163132"/>
                  </a:lnTo>
                  <a:cubicBezTo>
                    <a:pt x="61131" y="154096"/>
                    <a:pt x="61131" y="149986"/>
                    <a:pt x="73233" y="137852"/>
                  </a:cubicBezTo>
                  <a:cubicBezTo>
                    <a:pt x="77277" y="133807"/>
                    <a:pt x="79496" y="128457"/>
                    <a:pt x="79496" y="122749"/>
                  </a:cubicBezTo>
                  <a:cubicBezTo>
                    <a:pt x="79496" y="114952"/>
                    <a:pt x="75320" y="108135"/>
                    <a:pt x="69122" y="104384"/>
                  </a:cubicBezTo>
                  <a:cubicBezTo>
                    <a:pt x="75320" y="100632"/>
                    <a:pt x="79496" y="93815"/>
                    <a:pt x="79496" y="86019"/>
                  </a:cubicBezTo>
                  <a:cubicBezTo>
                    <a:pt x="79496" y="80310"/>
                    <a:pt x="77277" y="74960"/>
                    <a:pt x="73233" y="70916"/>
                  </a:cubicBezTo>
                  <a:cubicBezTo>
                    <a:pt x="61131" y="58781"/>
                    <a:pt x="61131" y="54671"/>
                    <a:pt x="61163" y="45635"/>
                  </a:cubicBezTo>
                  <a:lnTo>
                    <a:pt x="611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1"/>
            <p:cNvSpPr/>
            <p:nvPr/>
          </p:nvSpPr>
          <p:spPr>
            <a:xfrm>
              <a:off x="2956975" y="4693175"/>
              <a:ext cx="153350" cy="152525"/>
            </a:xfrm>
            <a:custGeom>
              <a:avLst/>
              <a:gdLst/>
              <a:ahLst/>
              <a:cxnLst/>
              <a:rect l="l" t="t" r="r" b="b"/>
              <a:pathLst>
                <a:path w="6134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6133" y="6100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1"/>
            <p:cNvSpPr/>
            <p:nvPr/>
          </p:nvSpPr>
          <p:spPr>
            <a:xfrm>
              <a:off x="3726000" y="626300"/>
              <a:ext cx="2293200" cy="2294000"/>
            </a:xfrm>
            <a:custGeom>
              <a:avLst/>
              <a:gdLst/>
              <a:ahLst/>
              <a:cxnLst/>
              <a:rect l="l" t="t" r="r" b="b"/>
              <a:pathLst>
                <a:path w="91728" h="91760" extrusionOk="0">
                  <a:moveTo>
                    <a:pt x="45864" y="6133"/>
                  </a:moveTo>
                  <a:cubicBezTo>
                    <a:pt x="67784" y="6133"/>
                    <a:pt x="85627" y="23943"/>
                    <a:pt x="85627" y="45864"/>
                  </a:cubicBezTo>
                  <a:cubicBezTo>
                    <a:pt x="85627" y="67784"/>
                    <a:pt x="67784" y="85627"/>
                    <a:pt x="45864" y="85627"/>
                  </a:cubicBezTo>
                  <a:cubicBezTo>
                    <a:pt x="38720" y="85627"/>
                    <a:pt x="31739" y="83735"/>
                    <a:pt x="25639" y="80114"/>
                  </a:cubicBezTo>
                  <a:lnTo>
                    <a:pt x="24922" y="79690"/>
                  </a:lnTo>
                  <a:lnTo>
                    <a:pt x="12070" y="79690"/>
                  </a:lnTo>
                  <a:lnTo>
                    <a:pt x="12070" y="66838"/>
                  </a:lnTo>
                  <a:lnTo>
                    <a:pt x="11645" y="66121"/>
                  </a:lnTo>
                  <a:cubicBezTo>
                    <a:pt x="8025" y="60021"/>
                    <a:pt x="6100" y="53007"/>
                    <a:pt x="6100" y="45864"/>
                  </a:cubicBezTo>
                  <a:cubicBezTo>
                    <a:pt x="6100" y="23943"/>
                    <a:pt x="23943" y="6133"/>
                    <a:pt x="45864" y="6133"/>
                  </a:cubicBezTo>
                  <a:close/>
                  <a:moveTo>
                    <a:pt x="45864" y="0"/>
                  </a:moveTo>
                  <a:cubicBezTo>
                    <a:pt x="20583" y="0"/>
                    <a:pt x="0" y="20583"/>
                    <a:pt x="0" y="45864"/>
                  </a:cubicBezTo>
                  <a:cubicBezTo>
                    <a:pt x="0" y="53823"/>
                    <a:pt x="2055" y="61619"/>
                    <a:pt x="5937" y="68502"/>
                  </a:cubicBezTo>
                  <a:lnTo>
                    <a:pt x="5937" y="85790"/>
                  </a:lnTo>
                  <a:lnTo>
                    <a:pt x="23258" y="85790"/>
                  </a:lnTo>
                  <a:cubicBezTo>
                    <a:pt x="30141" y="89705"/>
                    <a:pt x="37937" y="91760"/>
                    <a:pt x="45864" y="91760"/>
                  </a:cubicBezTo>
                  <a:cubicBezTo>
                    <a:pt x="71144" y="91760"/>
                    <a:pt x="91727" y="71177"/>
                    <a:pt x="91727" y="45864"/>
                  </a:cubicBezTo>
                  <a:cubicBezTo>
                    <a:pt x="91727" y="20583"/>
                    <a:pt x="71144" y="0"/>
                    <a:pt x="45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1"/>
            <p:cNvSpPr/>
            <p:nvPr/>
          </p:nvSpPr>
          <p:spPr>
            <a:xfrm>
              <a:off x="4260950" y="1161250"/>
              <a:ext cx="1223275" cy="1223275"/>
            </a:xfrm>
            <a:custGeom>
              <a:avLst/>
              <a:gdLst/>
              <a:ahLst/>
              <a:cxnLst/>
              <a:rect l="l" t="t" r="r" b="b"/>
              <a:pathLst>
                <a:path w="48931" h="48931" extrusionOk="0">
                  <a:moveTo>
                    <a:pt x="30598" y="6133"/>
                  </a:moveTo>
                  <a:lnTo>
                    <a:pt x="30598" y="18366"/>
                  </a:lnTo>
                  <a:lnTo>
                    <a:pt x="42831" y="18366"/>
                  </a:lnTo>
                  <a:lnTo>
                    <a:pt x="42831" y="30598"/>
                  </a:lnTo>
                  <a:lnTo>
                    <a:pt x="30598" y="30598"/>
                  </a:lnTo>
                  <a:lnTo>
                    <a:pt x="30598" y="42831"/>
                  </a:lnTo>
                  <a:lnTo>
                    <a:pt x="18366" y="42831"/>
                  </a:lnTo>
                  <a:lnTo>
                    <a:pt x="18366" y="30598"/>
                  </a:lnTo>
                  <a:lnTo>
                    <a:pt x="6133" y="30598"/>
                  </a:lnTo>
                  <a:lnTo>
                    <a:pt x="6133" y="18366"/>
                  </a:lnTo>
                  <a:lnTo>
                    <a:pt x="18366" y="18366"/>
                  </a:lnTo>
                  <a:lnTo>
                    <a:pt x="18366" y="6133"/>
                  </a:lnTo>
                  <a:close/>
                  <a:moveTo>
                    <a:pt x="12233" y="1"/>
                  </a:moveTo>
                  <a:lnTo>
                    <a:pt x="12233" y="12233"/>
                  </a:lnTo>
                  <a:lnTo>
                    <a:pt x="1" y="12233"/>
                  </a:lnTo>
                  <a:lnTo>
                    <a:pt x="1" y="36698"/>
                  </a:lnTo>
                  <a:lnTo>
                    <a:pt x="12233" y="36698"/>
                  </a:lnTo>
                  <a:lnTo>
                    <a:pt x="12233" y="48930"/>
                  </a:lnTo>
                  <a:lnTo>
                    <a:pt x="36698" y="48930"/>
                  </a:lnTo>
                  <a:lnTo>
                    <a:pt x="36698" y="36698"/>
                  </a:lnTo>
                  <a:lnTo>
                    <a:pt x="48931" y="36698"/>
                  </a:lnTo>
                  <a:lnTo>
                    <a:pt x="48931" y="12233"/>
                  </a:lnTo>
                  <a:lnTo>
                    <a:pt x="36698" y="12233"/>
                  </a:lnTo>
                  <a:lnTo>
                    <a:pt x="366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1"/>
            <p:cNvSpPr/>
            <p:nvPr/>
          </p:nvSpPr>
          <p:spPr>
            <a:xfrm>
              <a:off x="2651175" y="849725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1"/>
            <p:cNvSpPr/>
            <p:nvPr/>
          </p:nvSpPr>
          <p:spPr>
            <a:xfrm>
              <a:off x="2651175" y="543925"/>
              <a:ext cx="153325" cy="153325"/>
            </a:xfrm>
            <a:custGeom>
              <a:avLst/>
              <a:gdLst/>
              <a:ahLst/>
              <a:cxnLst/>
              <a:rect l="l" t="t" r="r" b="b"/>
              <a:pathLst>
                <a:path w="6133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1"/>
            <p:cNvSpPr/>
            <p:nvPr/>
          </p:nvSpPr>
          <p:spPr>
            <a:xfrm>
              <a:off x="2192850" y="1595925"/>
              <a:ext cx="764150" cy="696450"/>
            </a:xfrm>
            <a:custGeom>
              <a:avLst/>
              <a:gdLst/>
              <a:ahLst/>
              <a:cxnLst/>
              <a:rect l="l" t="t" r="r" b="b"/>
              <a:pathLst>
                <a:path w="30566" h="27858" extrusionOk="0">
                  <a:moveTo>
                    <a:pt x="12233" y="0"/>
                  </a:moveTo>
                  <a:lnTo>
                    <a:pt x="12233" y="15527"/>
                  </a:lnTo>
                  <a:cubicBezTo>
                    <a:pt x="5253" y="16701"/>
                    <a:pt x="1" y="21790"/>
                    <a:pt x="1" y="27857"/>
                  </a:cubicBezTo>
                  <a:lnTo>
                    <a:pt x="6101" y="27857"/>
                  </a:lnTo>
                  <a:cubicBezTo>
                    <a:pt x="6101" y="24367"/>
                    <a:pt x="10309" y="21399"/>
                    <a:pt x="15300" y="21399"/>
                  </a:cubicBezTo>
                  <a:cubicBezTo>
                    <a:pt x="20258" y="21399"/>
                    <a:pt x="24466" y="24367"/>
                    <a:pt x="24466" y="27857"/>
                  </a:cubicBezTo>
                  <a:lnTo>
                    <a:pt x="30566" y="27857"/>
                  </a:lnTo>
                  <a:cubicBezTo>
                    <a:pt x="30566" y="21790"/>
                    <a:pt x="25314" y="16701"/>
                    <a:pt x="18333" y="15527"/>
                  </a:cubicBezTo>
                  <a:lnTo>
                    <a:pt x="183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1"/>
            <p:cNvSpPr/>
            <p:nvPr/>
          </p:nvSpPr>
          <p:spPr>
            <a:xfrm>
              <a:off x="2192850" y="3403050"/>
              <a:ext cx="764150" cy="696475"/>
            </a:xfrm>
            <a:custGeom>
              <a:avLst/>
              <a:gdLst/>
              <a:ahLst/>
              <a:cxnLst/>
              <a:rect l="l" t="t" r="r" b="b"/>
              <a:pathLst>
                <a:path w="30566" h="27859" extrusionOk="0">
                  <a:moveTo>
                    <a:pt x="1" y="1"/>
                  </a:moveTo>
                  <a:cubicBezTo>
                    <a:pt x="1" y="6068"/>
                    <a:pt x="5253" y="11157"/>
                    <a:pt x="12233" y="12331"/>
                  </a:cubicBezTo>
                  <a:lnTo>
                    <a:pt x="12233" y="27858"/>
                  </a:lnTo>
                  <a:lnTo>
                    <a:pt x="18333" y="27858"/>
                  </a:lnTo>
                  <a:lnTo>
                    <a:pt x="18333" y="12331"/>
                  </a:lnTo>
                  <a:cubicBezTo>
                    <a:pt x="25314" y="11157"/>
                    <a:pt x="30566" y="6068"/>
                    <a:pt x="30566" y="1"/>
                  </a:cubicBezTo>
                  <a:lnTo>
                    <a:pt x="24466" y="1"/>
                  </a:lnTo>
                  <a:cubicBezTo>
                    <a:pt x="24466" y="3491"/>
                    <a:pt x="20258" y="6459"/>
                    <a:pt x="15300" y="6459"/>
                  </a:cubicBezTo>
                  <a:cubicBezTo>
                    <a:pt x="10309" y="6459"/>
                    <a:pt x="6101" y="3491"/>
                    <a:pt x="6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0" name="Google Shape;1400;p41"/>
          <p:cNvGrpSpPr/>
          <p:nvPr/>
        </p:nvGrpSpPr>
        <p:grpSpPr>
          <a:xfrm>
            <a:off x="6798829" y="1756808"/>
            <a:ext cx="882045" cy="775097"/>
            <a:chOff x="1190625" y="554525"/>
            <a:chExt cx="5219200" cy="4586375"/>
          </a:xfrm>
        </p:grpSpPr>
        <p:sp>
          <p:nvSpPr>
            <p:cNvPr id="1401" name="Google Shape;1401;p41"/>
            <p:cNvSpPr/>
            <p:nvPr/>
          </p:nvSpPr>
          <p:spPr>
            <a:xfrm>
              <a:off x="1513550" y="554525"/>
              <a:ext cx="4896275" cy="3898925"/>
            </a:xfrm>
            <a:custGeom>
              <a:avLst/>
              <a:gdLst/>
              <a:ahLst/>
              <a:cxnLst/>
              <a:rect l="l" t="t" r="r" b="b"/>
              <a:pathLst>
                <a:path w="195851" h="155957" extrusionOk="0">
                  <a:moveTo>
                    <a:pt x="153053" y="23617"/>
                  </a:moveTo>
                  <a:cubicBezTo>
                    <a:pt x="173277" y="23617"/>
                    <a:pt x="189750" y="40090"/>
                    <a:pt x="189750" y="60315"/>
                  </a:cubicBezTo>
                  <a:cubicBezTo>
                    <a:pt x="189750" y="80572"/>
                    <a:pt x="173277" y="97012"/>
                    <a:pt x="153053" y="97012"/>
                  </a:cubicBezTo>
                  <a:cubicBezTo>
                    <a:pt x="146464" y="97012"/>
                    <a:pt x="140005" y="95251"/>
                    <a:pt x="134362" y="91923"/>
                  </a:cubicBezTo>
                  <a:lnTo>
                    <a:pt x="133644" y="91499"/>
                  </a:lnTo>
                  <a:lnTo>
                    <a:pt x="121868" y="91499"/>
                  </a:lnTo>
                  <a:lnTo>
                    <a:pt x="121868" y="79723"/>
                  </a:lnTo>
                  <a:lnTo>
                    <a:pt x="121444" y="79006"/>
                  </a:lnTo>
                  <a:cubicBezTo>
                    <a:pt x="118117" y="73363"/>
                    <a:pt x="116356" y="66904"/>
                    <a:pt x="116356" y="60315"/>
                  </a:cubicBezTo>
                  <a:cubicBezTo>
                    <a:pt x="116356" y="40090"/>
                    <a:pt x="132796" y="23617"/>
                    <a:pt x="153053" y="23617"/>
                  </a:cubicBezTo>
                  <a:close/>
                  <a:moveTo>
                    <a:pt x="124543" y="115214"/>
                  </a:moveTo>
                  <a:lnTo>
                    <a:pt x="124543" y="115214"/>
                  </a:lnTo>
                  <a:cubicBezTo>
                    <a:pt x="123271" y="123140"/>
                    <a:pt x="122423" y="132013"/>
                    <a:pt x="121999" y="142060"/>
                  </a:cubicBezTo>
                  <a:lnTo>
                    <a:pt x="114235" y="137591"/>
                  </a:lnTo>
                  <a:lnTo>
                    <a:pt x="117334" y="119389"/>
                  </a:lnTo>
                  <a:lnTo>
                    <a:pt x="124543" y="115214"/>
                  </a:lnTo>
                  <a:close/>
                  <a:moveTo>
                    <a:pt x="36013" y="1"/>
                  </a:moveTo>
                  <a:cubicBezTo>
                    <a:pt x="22378" y="1"/>
                    <a:pt x="9265" y="5742"/>
                    <a:pt x="0" y="15789"/>
                  </a:cubicBezTo>
                  <a:lnTo>
                    <a:pt x="4502" y="19931"/>
                  </a:lnTo>
                  <a:cubicBezTo>
                    <a:pt x="12592" y="11124"/>
                    <a:pt x="24074" y="6100"/>
                    <a:pt x="36013" y="6100"/>
                  </a:cubicBezTo>
                  <a:cubicBezTo>
                    <a:pt x="46582" y="6100"/>
                    <a:pt x="56824" y="10047"/>
                    <a:pt x="64653" y="17093"/>
                  </a:cubicBezTo>
                  <a:cubicBezTo>
                    <a:pt x="56400" y="21530"/>
                    <a:pt x="48082" y="24139"/>
                    <a:pt x="41852" y="24139"/>
                  </a:cubicBezTo>
                  <a:lnTo>
                    <a:pt x="41852" y="30272"/>
                  </a:lnTo>
                  <a:cubicBezTo>
                    <a:pt x="50039" y="30272"/>
                    <a:pt x="61000" y="26553"/>
                    <a:pt x="71242" y="20355"/>
                  </a:cubicBezTo>
                  <a:cubicBezTo>
                    <a:pt x="73199" y="19148"/>
                    <a:pt x="75157" y="17876"/>
                    <a:pt x="77081" y="16637"/>
                  </a:cubicBezTo>
                  <a:cubicBezTo>
                    <a:pt x="85432" y="11222"/>
                    <a:pt x="93326" y="6100"/>
                    <a:pt x="103275" y="6100"/>
                  </a:cubicBezTo>
                  <a:cubicBezTo>
                    <a:pt x="115866" y="6100"/>
                    <a:pt x="127740" y="11646"/>
                    <a:pt x="135862" y="21106"/>
                  </a:cubicBezTo>
                  <a:cubicBezTo>
                    <a:pt x="120792" y="27760"/>
                    <a:pt x="110223" y="42830"/>
                    <a:pt x="110223" y="60315"/>
                  </a:cubicBezTo>
                  <a:cubicBezTo>
                    <a:pt x="110223" y="67719"/>
                    <a:pt x="112148" y="74994"/>
                    <a:pt x="115736" y="81387"/>
                  </a:cubicBezTo>
                  <a:lnTo>
                    <a:pt x="115736" y="97632"/>
                  </a:lnTo>
                  <a:lnTo>
                    <a:pt x="128555" y="97632"/>
                  </a:lnTo>
                  <a:cubicBezTo>
                    <a:pt x="127609" y="100665"/>
                    <a:pt x="126794" y="103862"/>
                    <a:pt x="126044" y="107255"/>
                  </a:cubicBezTo>
                  <a:lnTo>
                    <a:pt x="111789" y="115540"/>
                  </a:lnTo>
                  <a:lnTo>
                    <a:pt x="107516" y="140755"/>
                  </a:lnTo>
                  <a:lnTo>
                    <a:pt x="121770" y="148975"/>
                  </a:lnTo>
                  <a:cubicBezTo>
                    <a:pt x="121705" y="151259"/>
                    <a:pt x="121673" y="153542"/>
                    <a:pt x="121640" y="155923"/>
                  </a:cubicBezTo>
                  <a:lnTo>
                    <a:pt x="127772" y="155956"/>
                  </a:lnTo>
                  <a:cubicBezTo>
                    <a:pt x="127936" y="131622"/>
                    <a:pt x="130154" y="112930"/>
                    <a:pt x="134557" y="98969"/>
                  </a:cubicBezTo>
                  <a:cubicBezTo>
                    <a:pt x="140299" y="101709"/>
                    <a:pt x="146627" y="103145"/>
                    <a:pt x="153053" y="103145"/>
                  </a:cubicBezTo>
                  <a:cubicBezTo>
                    <a:pt x="176637" y="103145"/>
                    <a:pt x="195850" y="83931"/>
                    <a:pt x="195850" y="60347"/>
                  </a:cubicBezTo>
                  <a:cubicBezTo>
                    <a:pt x="195850" y="36730"/>
                    <a:pt x="176637" y="17517"/>
                    <a:pt x="153053" y="17517"/>
                  </a:cubicBezTo>
                  <a:cubicBezTo>
                    <a:pt x="149204" y="17517"/>
                    <a:pt x="145518" y="18039"/>
                    <a:pt x="141995" y="18953"/>
                  </a:cubicBezTo>
                  <a:cubicBezTo>
                    <a:pt x="132731" y="7046"/>
                    <a:pt x="118443" y="1"/>
                    <a:pt x="103275" y="1"/>
                  </a:cubicBezTo>
                  <a:cubicBezTo>
                    <a:pt x="91532" y="1"/>
                    <a:pt x="82496" y="5839"/>
                    <a:pt x="73754" y="11515"/>
                  </a:cubicBezTo>
                  <a:cubicBezTo>
                    <a:pt x="72547" y="12298"/>
                    <a:pt x="71340" y="13081"/>
                    <a:pt x="70133" y="13831"/>
                  </a:cubicBezTo>
                  <a:cubicBezTo>
                    <a:pt x="61032" y="4991"/>
                    <a:pt x="48735" y="1"/>
                    <a:pt x="36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1"/>
            <p:cNvSpPr/>
            <p:nvPr/>
          </p:nvSpPr>
          <p:spPr>
            <a:xfrm>
              <a:off x="4880725" y="1604075"/>
              <a:ext cx="917475" cy="917450"/>
            </a:xfrm>
            <a:custGeom>
              <a:avLst/>
              <a:gdLst/>
              <a:ahLst/>
              <a:cxnLst/>
              <a:rect l="l" t="t" r="r" b="b"/>
              <a:pathLst>
                <a:path w="36699" h="36698" extrusionOk="0">
                  <a:moveTo>
                    <a:pt x="21400" y="6133"/>
                  </a:moveTo>
                  <a:lnTo>
                    <a:pt x="21400" y="15299"/>
                  </a:lnTo>
                  <a:lnTo>
                    <a:pt x="30598" y="15299"/>
                  </a:lnTo>
                  <a:lnTo>
                    <a:pt x="30598" y="21399"/>
                  </a:lnTo>
                  <a:lnTo>
                    <a:pt x="21400" y="21399"/>
                  </a:lnTo>
                  <a:lnTo>
                    <a:pt x="21400" y="30598"/>
                  </a:lnTo>
                  <a:lnTo>
                    <a:pt x="15300" y="30598"/>
                  </a:lnTo>
                  <a:lnTo>
                    <a:pt x="15300" y="21399"/>
                  </a:lnTo>
                  <a:lnTo>
                    <a:pt x="6133" y="21399"/>
                  </a:lnTo>
                  <a:lnTo>
                    <a:pt x="6133" y="15299"/>
                  </a:lnTo>
                  <a:lnTo>
                    <a:pt x="15300" y="15299"/>
                  </a:lnTo>
                  <a:lnTo>
                    <a:pt x="15300" y="6133"/>
                  </a:lnTo>
                  <a:close/>
                  <a:moveTo>
                    <a:pt x="9167" y="0"/>
                  </a:moveTo>
                  <a:lnTo>
                    <a:pt x="9167" y="9166"/>
                  </a:lnTo>
                  <a:lnTo>
                    <a:pt x="1" y="9166"/>
                  </a:lnTo>
                  <a:lnTo>
                    <a:pt x="1" y="27531"/>
                  </a:lnTo>
                  <a:lnTo>
                    <a:pt x="9167" y="27531"/>
                  </a:lnTo>
                  <a:lnTo>
                    <a:pt x="9167" y="36698"/>
                  </a:lnTo>
                  <a:lnTo>
                    <a:pt x="27532" y="36698"/>
                  </a:lnTo>
                  <a:lnTo>
                    <a:pt x="27532" y="27531"/>
                  </a:lnTo>
                  <a:lnTo>
                    <a:pt x="36698" y="27531"/>
                  </a:lnTo>
                  <a:lnTo>
                    <a:pt x="36698" y="9166"/>
                  </a:lnTo>
                  <a:lnTo>
                    <a:pt x="27532" y="9166"/>
                  </a:lnTo>
                  <a:lnTo>
                    <a:pt x="275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1"/>
            <p:cNvSpPr/>
            <p:nvPr/>
          </p:nvSpPr>
          <p:spPr>
            <a:xfrm>
              <a:off x="1190625" y="1076450"/>
              <a:ext cx="3510725" cy="4064450"/>
            </a:xfrm>
            <a:custGeom>
              <a:avLst/>
              <a:gdLst/>
              <a:ahLst/>
              <a:cxnLst/>
              <a:rect l="l" t="t" r="r" b="b"/>
              <a:pathLst>
                <a:path w="140429" h="162578" extrusionOk="0">
                  <a:moveTo>
                    <a:pt x="6361" y="23389"/>
                  </a:moveTo>
                  <a:lnTo>
                    <a:pt x="35654" y="33077"/>
                  </a:lnTo>
                  <a:lnTo>
                    <a:pt x="35654" y="48408"/>
                  </a:lnTo>
                  <a:lnTo>
                    <a:pt x="45700" y="65762"/>
                  </a:lnTo>
                  <a:lnTo>
                    <a:pt x="37317" y="77570"/>
                  </a:lnTo>
                  <a:lnTo>
                    <a:pt x="36893" y="105689"/>
                  </a:lnTo>
                  <a:lnTo>
                    <a:pt x="29456" y="112049"/>
                  </a:lnTo>
                  <a:cubicBezTo>
                    <a:pt x="26814" y="83474"/>
                    <a:pt x="19898" y="68763"/>
                    <a:pt x="14092" y="56465"/>
                  </a:cubicBezTo>
                  <a:cubicBezTo>
                    <a:pt x="9655" y="46940"/>
                    <a:pt x="6133" y="39438"/>
                    <a:pt x="6133" y="28053"/>
                  </a:cubicBezTo>
                  <a:cubicBezTo>
                    <a:pt x="6133" y="26488"/>
                    <a:pt x="6198" y="24922"/>
                    <a:pt x="6361" y="23389"/>
                  </a:cubicBezTo>
                  <a:close/>
                  <a:moveTo>
                    <a:pt x="8840" y="0"/>
                  </a:moveTo>
                  <a:cubicBezTo>
                    <a:pt x="3066" y="8220"/>
                    <a:pt x="0" y="17941"/>
                    <a:pt x="0" y="28021"/>
                  </a:cubicBezTo>
                  <a:cubicBezTo>
                    <a:pt x="0" y="40808"/>
                    <a:pt x="3980" y="49256"/>
                    <a:pt x="8579" y="59042"/>
                  </a:cubicBezTo>
                  <a:cubicBezTo>
                    <a:pt x="15658" y="74113"/>
                    <a:pt x="24465" y="92869"/>
                    <a:pt x="24465" y="138113"/>
                  </a:cubicBezTo>
                  <a:cubicBezTo>
                    <a:pt x="24465" y="151617"/>
                    <a:pt x="35425" y="162578"/>
                    <a:pt x="48930" y="162578"/>
                  </a:cubicBezTo>
                  <a:cubicBezTo>
                    <a:pt x="62434" y="162578"/>
                    <a:pt x="73395" y="151617"/>
                    <a:pt x="73395" y="138113"/>
                  </a:cubicBezTo>
                  <a:cubicBezTo>
                    <a:pt x="73395" y="108363"/>
                    <a:pt x="80277" y="98643"/>
                    <a:pt x="82659" y="98643"/>
                  </a:cubicBezTo>
                  <a:cubicBezTo>
                    <a:pt x="85073" y="98643"/>
                    <a:pt x="91727" y="108005"/>
                    <a:pt x="91727" y="138113"/>
                  </a:cubicBezTo>
                  <a:cubicBezTo>
                    <a:pt x="91727" y="151617"/>
                    <a:pt x="102720" y="162578"/>
                    <a:pt x="116192" y="162578"/>
                  </a:cubicBezTo>
                  <a:cubicBezTo>
                    <a:pt x="128294" y="162578"/>
                    <a:pt x="138700" y="153575"/>
                    <a:pt x="140429" y="141603"/>
                  </a:cubicBezTo>
                  <a:lnTo>
                    <a:pt x="134361" y="140755"/>
                  </a:lnTo>
                  <a:cubicBezTo>
                    <a:pt x="133089" y="149725"/>
                    <a:pt x="125260" y="156478"/>
                    <a:pt x="116192" y="156478"/>
                  </a:cubicBezTo>
                  <a:cubicBezTo>
                    <a:pt x="106080" y="156478"/>
                    <a:pt x="97860" y="148258"/>
                    <a:pt x="97860" y="138145"/>
                  </a:cubicBezTo>
                  <a:cubicBezTo>
                    <a:pt x="97860" y="124608"/>
                    <a:pt x="96490" y="113256"/>
                    <a:pt x="93913" y="105232"/>
                  </a:cubicBezTo>
                  <a:cubicBezTo>
                    <a:pt x="90553" y="94728"/>
                    <a:pt x="85921" y="92510"/>
                    <a:pt x="82659" y="92510"/>
                  </a:cubicBezTo>
                  <a:cubicBezTo>
                    <a:pt x="79364" y="92510"/>
                    <a:pt x="74732" y="94728"/>
                    <a:pt x="71274" y="105330"/>
                  </a:cubicBezTo>
                  <a:cubicBezTo>
                    <a:pt x="68665" y="113387"/>
                    <a:pt x="67295" y="124706"/>
                    <a:pt x="67295" y="138113"/>
                  </a:cubicBezTo>
                  <a:cubicBezTo>
                    <a:pt x="67295" y="148258"/>
                    <a:pt x="59042" y="156478"/>
                    <a:pt x="48930" y="156478"/>
                  </a:cubicBezTo>
                  <a:cubicBezTo>
                    <a:pt x="38818" y="156478"/>
                    <a:pt x="30597" y="148258"/>
                    <a:pt x="30597" y="138113"/>
                  </a:cubicBezTo>
                  <a:cubicBezTo>
                    <a:pt x="30597" y="131426"/>
                    <a:pt x="30402" y="125261"/>
                    <a:pt x="30043" y="119617"/>
                  </a:cubicBezTo>
                  <a:lnTo>
                    <a:pt x="42960" y="108527"/>
                  </a:lnTo>
                  <a:lnTo>
                    <a:pt x="43384" y="79560"/>
                  </a:lnTo>
                  <a:lnTo>
                    <a:pt x="52942" y="66088"/>
                  </a:lnTo>
                  <a:lnTo>
                    <a:pt x="41786" y="46744"/>
                  </a:lnTo>
                  <a:lnTo>
                    <a:pt x="41786" y="28640"/>
                  </a:lnTo>
                  <a:lnTo>
                    <a:pt x="7470" y="17289"/>
                  </a:lnTo>
                  <a:cubicBezTo>
                    <a:pt x="8742" y="12396"/>
                    <a:pt x="10895" y="7731"/>
                    <a:pt x="13831" y="3491"/>
                  </a:cubicBezTo>
                  <a:lnTo>
                    <a:pt x="88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1"/>
            <p:cNvSpPr/>
            <p:nvPr/>
          </p:nvSpPr>
          <p:spPr>
            <a:xfrm>
              <a:off x="4325375" y="1019350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01" y="6133"/>
                  </a:lnTo>
                  <a:lnTo>
                    <a:pt x="61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1"/>
            <p:cNvSpPr/>
            <p:nvPr/>
          </p:nvSpPr>
          <p:spPr>
            <a:xfrm>
              <a:off x="4019575" y="8668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0" y="1"/>
                  </a:moveTo>
                  <a:lnTo>
                    <a:pt x="0" y="6101"/>
                  </a:lnTo>
                  <a:lnTo>
                    <a:pt x="6100" y="6101"/>
                  </a:lnTo>
                  <a:lnTo>
                    <a:pt x="6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5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Methodology</a:t>
            </a:r>
            <a:endParaRPr dirty="0"/>
          </a:p>
        </p:txBody>
      </p:sp>
      <p:sp>
        <p:nvSpPr>
          <p:cNvPr id="1411" name="Google Shape;1411;p42"/>
          <p:cNvSpPr/>
          <p:nvPr/>
        </p:nvSpPr>
        <p:spPr>
          <a:xfrm>
            <a:off x="4251369" y="1905390"/>
            <a:ext cx="628800" cy="6288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42"/>
          <p:cNvSpPr txBox="1"/>
          <p:nvPr/>
        </p:nvSpPr>
        <p:spPr>
          <a:xfrm>
            <a:off x="4263819" y="1905390"/>
            <a:ext cx="6288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25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3" name="Google Shape;1413;p42"/>
          <p:cNvSpPr/>
          <p:nvPr/>
        </p:nvSpPr>
        <p:spPr>
          <a:xfrm>
            <a:off x="3480038" y="2638348"/>
            <a:ext cx="628800" cy="6288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42"/>
          <p:cNvSpPr txBox="1"/>
          <p:nvPr/>
        </p:nvSpPr>
        <p:spPr>
          <a:xfrm>
            <a:off x="3492501" y="2638350"/>
            <a:ext cx="6288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25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5" name="Google Shape;1415;p42"/>
          <p:cNvSpPr/>
          <p:nvPr/>
        </p:nvSpPr>
        <p:spPr>
          <a:xfrm>
            <a:off x="5022709" y="2638348"/>
            <a:ext cx="628800" cy="6288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6" name="Google Shape;1416;p42"/>
          <p:cNvSpPr txBox="1"/>
          <p:nvPr/>
        </p:nvSpPr>
        <p:spPr>
          <a:xfrm>
            <a:off x="5035159" y="2638348"/>
            <a:ext cx="6288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25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7" name="Google Shape;1417;p42"/>
          <p:cNvSpPr/>
          <p:nvPr/>
        </p:nvSpPr>
        <p:spPr>
          <a:xfrm>
            <a:off x="4251369" y="3371307"/>
            <a:ext cx="628800" cy="6288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8" name="Google Shape;1418;p42"/>
          <p:cNvSpPr txBox="1"/>
          <p:nvPr/>
        </p:nvSpPr>
        <p:spPr>
          <a:xfrm>
            <a:off x="4263819" y="3371307"/>
            <a:ext cx="6288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25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9" name="Google Shape;1419;p42"/>
          <p:cNvSpPr txBox="1"/>
          <p:nvPr/>
        </p:nvSpPr>
        <p:spPr>
          <a:xfrm>
            <a:off x="720000" y="2644950"/>
            <a:ext cx="257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 Extraction</a:t>
            </a:r>
            <a:r>
              <a:rPr lang="e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Bag of Words / TF-IDF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0" name="Google Shape;1420;p42"/>
          <p:cNvSpPr txBox="1"/>
          <p:nvPr/>
        </p:nvSpPr>
        <p:spPr>
          <a:xfrm>
            <a:off x="5852700" y="2571750"/>
            <a:ext cx="2897290" cy="1040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Modeling</a:t>
            </a:r>
            <a:r>
              <a:rPr lang="en-I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Regression, KNN, Random Forest and </a:t>
            </a:r>
            <a:r>
              <a:rPr lang="en-GB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XGBoost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1" name="Google Shape;1421;p42"/>
          <p:cNvSpPr txBox="1"/>
          <p:nvPr/>
        </p:nvSpPr>
        <p:spPr>
          <a:xfrm>
            <a:off x="2625420" y="4104264"/>
            <a:ext cx="3941460" cy="760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Evaluation: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ROC Curves, Confusion Matrix, Accuracy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2" name="Google Shape;1422;p42"/>
          <p:cNvSpPr txBox="1"/>
          <p:nvPr/>
        </p:nvSpPr>
        <p:spPr>
          <a:xfrm>
            <a:off x="1531434" y="1312487"/>
            <a:ext cx="6445405" cy="556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Text Preprocessing: Cleaning, tokenizing, stop word removal</a:t>
            </a:r>
            <a:endParaRPr lang="en-GB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3" name="Google Shape;1423;p42"/>
          <p:cNvCxnSpPr>
            <a:stCxn id="1412" idx="3"/>
            <a:endCxn id="1416" idx="0"/>
          </p:cNvCxnSpPr>
          <p:nvPr/>
        </p:nvCxnSpPr>
        <p:spPr>
          <a:xfrm>
            <a:off x="4892619" y="2219790"/>
            <a:ext cx="456900" cy="4185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4" name="Google Shape;1424;p42"/>
          <p:cNvCxnSpPr>
            <a:stCxn id="1412" idx="1"/>
            <a:endCxn id="1414" idx="0"/>
          </p:cNvCxnSpPr>
          <p:nvPr/>
        </p:nvCxnSpPr>
        <p:spPr>
          <a:xfrm flipH="1">
            <a:off x="3806919" y="2219790"/>
            <a:ext cx="456900" cy="4185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5" name="Google Shape;1425;p42"/>
          <p:cNvCxnSpPr>
            <a:stCxn id="1414" idx="2"/>
            <a:endCxn id="1418" idx="1"/>
          </p:cNvCxnSpPr>
          <p:nvPr/>
        </p:nvCxnSpPr>
        <p:spPr>
          <a:xfrm rot="-5400000" flipH="1">
            <a:off x="3826101" y="3247950"/>
            <a:ext cx="418500" cy="4569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6" name="Google Shape;1426;p42"/>
          <p:cNvCxnSpPr>
            <a:stCxn id="1416" idx="2"/>
            <a:endCxn id="1418" idx="3"/>
          </p:cNvCxnSpPr>
          <p:nvPr/>
        </p:nvCxnSpPr>
        <p:spPr>
          <a:xfrm rot="5400000">
            <a:off x="4911859" y="3247948"/>
            <a:ext cx="418500" cy="4569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448513">
            <a:off x="8023343" y="1675639"/>
            <a:ext cx="1205089" cy="11889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43"/>
          <p:cNvSpPr txBox="1">
            <a:spLocks noGrp="1"/>
          </p:cNvSpPr>
          <p:nvPr>
            <p:ph type="ctrTitle"/>
          </p:nvPr>
        </p:nvSpPr>
        <p:spPr>
          <a:xfrm flipH="1">
            <a:off x="371904" y="1858276"/>
            <a:ext cx="4643700" cy="15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Diagram of our KNIME Workflow</a:t>
            </a:r>
            <a:endParaRPr dirty="0"/>
          </a:p>
        </p:txBody>
      </p:sp>
      <p:pic>
        <p:nvPicPr>
          <p:cNvPr id="1435" name="Google Shape;143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877259">
            <a:off x="8122140" y="311533"/>
            <a:ext cx="925293" cy="806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chart of a diagram&#10;&#10;AI-generated content may be incorrect.">
            <a:extLst>
              <a:ext uri="{FF2B5EF4-FFF2-40B4-BE49-F238E27FC236}">
                <a16:creationId xmlns:a16="http://schemas.microsoft.com/office/drawing/2014/main" id="{AFD5FB25-4FD0-4B6B-42DB-53AFFC1A1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604" y="334536"/>
            <a:ext cx="3404839" cy="46828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5">
          <a:extLst>
            <a:ext uri="{FF2B5EF4-FFF2-40B4-BE49-F238E27FC236}">
              <a16:creationId xmlns:a16="http://schemas.microsoft.com/office/drawing/2014/main" id="{002DF525-7252-270B-1F2B-C43D0053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45">
            <a:extLst>
              <a:ext uri="{FF2B5EF4-FFF2-40B4-BE49-F238E27FC236}">
                <a16:creationId xmlns:a16="http://schemas.microsoft.com/office/drawing/2014/main" id="{6CF6094A-EE25-F703-8DCF-2EB5191F53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439" y="8818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DASHBOARD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A6BBC4-5F94-54C4-2FE6-0B2569D18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2" y="720437"/>
            <a:ext cx="8774546" cy="433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90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45"/>
          <p:cNvSpPr txBox="1">
            <a:spLocks noGrp="1"/>
          </p:cNvSpPr>
          <p:nvPr>
            <p:ph type="title"/>
          </p:nvPr>
        </p:nvSpPr>
        <p:spPr>
          <a:xfrm>
            <a:off x="162439" y="8818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DASHBOARD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07B9E-88E6-F437-9290-CFA4CDB2F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8945"/>
            <a:ext cx="8880764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44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5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NUMBERS</a:t>
            </a:r>
            <a:endParaRPr dirty="0"/>
          </a:p>
        </p:txBody>
      </p:sp>
      <p:sp>
        <p:nvSpPr>
          <p:cNvPr id="1441" name="Google Shape;1441;p44"/>
          <p:cNvSpPr/>
          <p:nvPr/>
        </p:nvSpPr>
        <p:spPr>
          <a:xfrm>
            <a:off x="2675700" y="1483400"/>
            <a:ext cx="3792600" cy="1195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44"/>
          <p:cNvSpPr/>
          <p:nvPr/>
        </p:nvSpPr>
        <p:spPr>
          <a:xfrm>
            <a:off x="4857650" y="2921800"/>
            <a:ext cx="3792600" cy="1195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3" name="Google Shape;1443;p44"/>
          <p:cNvSpPr/>
          <p:nvPr/>
        </p:nvSpPr>
        <p:spPr>
          <a:xfrm>
            <a:off x="493750" y="2921825"/>
            <a:ext cx="3792600" cy="1195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44"/>
          <p:cNvSpPr txBox="1">
            <a:spLocks noGrp="1"/>
          </p:cNvSpPr>
          <p:nvPr>
            <p:ph type="subTitle" idx="1"/>
          </p:nvPr>
        </p:nvSpPr>
        <p:spPr>
          <a:xfrm>
            <a:off x="2917800" y="2008400"/>
            <a:ext cx="33084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Random Forest: ROC AUC</a:t>
            </a:r>
            <a:endParaRPr dirty="0"/>
          </a:p>
        </p:txBody>
      </p:sp>
      <p:sp>
        <p:nvSpPr>
          <p:cNvPr id="1445" name="Google Shape;1445;p44"/>
          <p:cNvSpPr txBox="1">
            <a:spLocks noGrp="1"/>
          </p:cNvSpPr>
          <p:nvPr>
            <p:ph type="title"/>
          </p:nvPr>
        </p:nvSpPr>
        <p:spPr>
          <a:xfrm>
            <a:off x="2917650" y="1483350"/>
            <a:ext cx="33084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0.848</a:t>
            </a:r>
            <a:endParaRPr dirty="0"/>
          </a:p>
        </p:txBody>
      </p:sp>
      <p:sp>
        <p:nvSpPr>
          <p:cNvPr id="1446" name="Google Shape;1446;p44"/>
          <p:cNvSpPr txBox="1">
            <a:spLocks noGrp="1"/>
          </p:cNvSpPr>
          <p:nvPr>
            <p:ph type="subTitle" idx="2"/>
          </p:nvPr>
        </p:nvSpPr>
        <p:spPr>
          <a:xfrm>
            <a:off x="630700" y="3446850"/>
            <a:ext cx="35187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XGBoost: ROC AUC</a:t>
            </a:r>
            <a:endParaRPr dirty="0"/>
          </a:p>
        </p:txBody>
      </p:sp>
      <p:sp>
        <p:nvSpPr>
          <p:cNvPr id="1447" name="Google Shape;1447;p44"/>
          <p:cNvSpPr txBox="1">
            <a:spLocks noGrp="1"/>
          </p:cNvSpPr>
          <p:nvPr>
            <p:ph type="title" idx="3"/>
          </p:nvPr>
        </p:nvSpPr>
        <p:spPr>
          <a:xfrm>
            <a:off x="615850" y="2921800"/>
            <a:ext cx="35187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0.847</a:t>
            </a:r>
            <a:endParaRPr dirty="0"/>
          </a:p>
        </p:txBody>
      </p:sp>
      <p:sp>
        <p:nvSpPr>
          <p:cNvPr id="1448" name="Google Shape;1448;p44"/>
          <p:cNvSpPr txBox="1">
            <a:spLocks noGrp="1"/>
          </p:cNvSpPr>
          <p:nvPr>
            <p:ph type="subTitle" idx="4"/>
          </p:nvPr>
        </p:nvSpPr>
        <p:spPr>
          <a:xfrm>
            <a:off x="4994600" y="3446850"/>
            <a:ext cx="35187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Simpler, good baseline, but lower precision.</a:t>
            </a:r>
            <a:endParaRPr dirty="0"/>
          </a:p>
        </p:txBody>
      </p:sp>
      <p:sp>
        <p:nvSpPr>
          <p:cNvPr id="1449" name="Google Shape;1449;p44"/>
          <p:cNvSpPr txBox="1">
            <a:spLocks noGrp="1"/>
          </p:cNvSpPr>
          <p:nvPr>
            <p:ph type="title" idx="5"/>
          </p:nvPr>
        </p:nvSpPr>
        <p:spPr>
          <a:xfrm>
            <a:off x="5009450" y="2921800"/>
            <a:ext cx="3518700" cy="6523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Logistic Regression:</a:t>
            </a:r>
            <a:endParaRPr sz="2400" dirty="0"/>
          </a:p>
        </p:txBody>
      </p:sp>
      <p:pic>
        <p:nvPicPr>
          <p:cNvPr id="1450" name="Google Shape;145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95399">
            <a:off x="7964699" y="162225"/>
            <a:ext cx="1046525" cy="8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1" name="Google Shape;145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689934">
            <a:off x="3549275" y="4321342"/>
            <a:ext cx="1633650" cy="81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47"/>
          <p:cNvSpPr/>
          <p:nvPr/>
        </p:nvSpPr>
        <p:spPr>
          <a:xfrm>
            <a:off x="400640" y="175756"/>
            <a:ext cx="7626284" cy="642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6" name="Google Shape;151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827" y="3657950"/>
            <a:ext cx="1364525" cy="10681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7" name="Google Shape;1517;p47"/>
          <p:cNvSpPr txBox="1">
            <a:spLocks noGrp="1"/>
          </p:cNvSpPr>
          <p:nvPr>
            <p:ph type="title"/>
          </p:nvPr>
        </p:nvSpPr>
        <p:spPr>
          <a:xfrm>
            <a:off x="802887" y="238978"/>
            <a:ext cx="7332445" cy="5155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ROC CURVE – RANDOM FOREST</a:t>
            </a:r>
            <a:endParaRPr sz="3200" dirty="0"/>
          </a:p>
        </p:txBody>
      </p:sp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1526FE1D-9DB2-D73C-8504-8272A186A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39" y="1135930"/>
            <a:ext cx="7626285" cy="36670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15;p47">
            <a:extLst>
              <a:ext uri="{FF2B5EF4-FFF2-40B4-BE49-F238E27FC236}">
                <a16:creationId xmlns:a16="http://schemas.microsoft.com/office/drawing/2014/main" id="{A4942C99-493F-80EF-E093-CBAFD093809D}"/>
              </a:ext>
            </a:extLst>
          </p:cNvPr>
          <p:cNvSpPr/>
          <p:nvPr/>
        </p:nvSpPr>
        <p:spPr>
          <a:xfrm>
            <a:off x="400640" y="175756"/>
            <a:ext cx="7626284" cy="642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oogle Shape;1516;p47">
            <a:extLst>
              <a:ext uri="{FF2B5EF4-FFF2-40B4-BE49-F238E27FC236}">
                <a16:creationId xmlns:a16="http://schemas.microsoft.com/office/drawing/2014/main" id="{B8003EED-8195-5DD5-115E-B89106243E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0827" y="3657950"/>
            <a:ext cx="1364525" cy="10681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517;p47">
            <a:extLst>
              <a:ext uri="{FF2B5EF4-FFF2-40B4-BE49-F238E27FC236}">
                <a16:creationId xmlns:a16="http://schemas.microsoft.com/office/drawing/2014/main" id="{288A980E-B60D-1B35-33D2-8DB609CD71D8}"/>
              </a:ext>
            </a:extLst>
          </p:cNvPr>
          <p:cNvSpPr txBox="1">
            <a:spLocks/>
          </p:cNvSpPr>
          <p:nvPr/>
        </p:nvSpPr>
        <p:spPr>
          <a:xfrm>
            <a:off x="802887" y="238978"/>
            <a:ext cx="7332445" cy="5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/>
              <a:t>ROC CURVE – XGBOOST</a:t>
            </a:r>
          </a:p>
        </p:txBody>
      </p:sp>
      <p:pic>
        <p:nvPicPr>
          <p:cNvPr id="9" name="Picture 8" descr="A graph with a line&#10;&#10;AI-generated content may be incorrect.">
            <a:extLst>
              <a:ext uri="{FF2B5EF4-FFF2-40B4-BE49-F238E27FC236}">
                <a16:creationId xmlns:a16="http://schemas.microsoft.com/office/drawing/2014/main" id="{90F4B434-D63E-48C8-DF73-A4C9F35CE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39" y="1178351"/>
            <a:ext cx="7692271" cy="360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09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53"/>
          <p:cNvSpPr txBox="1">
            <a:spLocks noGrp="1"/>
          </p:cNvSpPr>
          <p:nvPr>
            <p:ph type="subTitle" idx="1"/>
          </p:nvPr>
        </p:nvSpPr>
        <p:spPr>
          <a:xfrm>
            <a:off x="1801924" y="932632"/>
            <a:ext cx="4844204" cy="6120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Automates report classification</a:t>
            </a:r>
            <a:endParaRPr dirty="0"/>
          </a:p>
        </p:txBody>
      </p:sp>
      <p:sp>
        <p:nvSpPr>
          <p:cNvPr id="1634" name="Google Shape;1634;p53"/>
          <p:cNvSpPr txBox="1">
            <a:spLocks noGrp="1"/>
          </p:cNvSpPr>
          <p:nvPr>
            <p:ph type="subTitle" idx="3"/>
          </p:nvPr>
        </p:nvSpPr>
        <p:spPr>
          <a:xfrm>
            <a:off x="1801924" y="3313139"/>
            <a:ext cx="4844204" cy="6340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Provides a sentiment overview of all reports in a day</a:t>
            </a:r>
            <a:endParaRPr dirty="0"/>
          </a:p>
        </p:txBody>
      </p:sp>
      <p:sp>
        <p:nvSpPr>
          <p:cNvPr id="1636" name="Google Shape;1636;p53"/>
          <p:cNvSpPr txBox="1">
            <a:spLocks noGrp="1"/>
          </p:cNvSpPr>
          <p:nvPr>
            <p:ph type="subTitle" idx="5"/>
          </p:nvPr>
        </p:nvSpPr>
        <p:spPr>
          <a:xfrm>
            <a:off x="1801924" y="4266042"/>
            <a:ext cx="4797326" cy="5725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Scalable &amp; replicable model for hospitals</a:t>
            </a:r>
            <a:endParaRPr dirty="0"/>
          </a:p>
        </p:txBody>
      </p:sp>
      <p:sp>
        <p:nvSpPr>
          <p:cNvPr id="1638" name="Google Shape;1638;p53"/>
          <p:cNvSpPr txBox="1">
            <a:spLocks noGrp="1"/>
          </p:cNvSpPr>
          <p:nvPr>
            <p:ph type="subTitle" idx="7"/>
          </p:nvPr>
        </p:nvSpPr>
        <p:spPr>
          <a:xfrm>
            <a:off x="1801925" y="1669386"/>
            <a:ext cx="4844203" cy="6120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Flags reports with high infection probability</a:t>
            </a:r>
            <a:endParaRPr dirty="0"/>
          </a:p>
        </p:txBody>
      </p:sp>
      <p:sp>
        <p:nvSpPr>
          <p:cNvPr id="1640" name="Google Shape;1640;p53"/>
          <p:cNvSpPr txBox="1">
            <a:spLocks noGrp="1"/>
          </p:cNvSpPr>
          <p:nvPr>
            <p:ph type="subTitle" idx="9"/>
          </p:nvPr>
        </p:nvSpPr>
        <p:spPr>
          <a:xfrm>
            <a:off x="1801925" y="2579949"/>
            <a:ext cx="4844204" cy="5957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Highlights reports requiring urgent attention</a:t>
            </a:r>
            <a:endParaRPr dirty="0"/>
          </a:p>
        </p:txBody>
      </p:sp>
      <p:sp>
        <p:nvSpPr>
          <p:cNvPr id="1641" name="Google Shape;1641;p53"/>
          <p:cNvSpPr txBox="1">
            <a:spLocks noGrp="1"/>
          </p:cNvSpPr>
          <p:nvPr>
            <p:ph type="title" idx="13"/>
          </p:nvPr>
        </p:nvSpPr>
        <p:spPr>
          <a:xfrm>
            <a:off x="695850" y="140934"/>
            <a:ext cx="775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Contribution to Radiologists</a:t>
            </a:r>
            <a:endParaRPr dirty="0"/>
          </a:p>
        </p:txBody>
      </p:sp>
      <p:grpSp>
        <p:nvGrpSpPr>
          <p:cNvPr id="1642" name="Google Shape;1642;p53"/>
          <p:cNvGrpSpPr/>
          <p:nvPr/>
        </p:nvGrpSpPr>
        <p:grpSpPr>
          <a:xfrm>
            <a:off x="1018177" y="965837"/>
            <a:ext cx="593945" cy="556826"/>
            <a:chOff x="1190625" y="401200"/>
            <a:chExt cx="5219200" cy="4893025"/>
          </a:xfrm>
        </p:grpSpPr>
        <p:sp>
          <p:nvSpPr>
            <p:cNvPr id="1643" name="Google Shape;1643;p53"/>
            <p:cNvSpPr/>
            <p:nvPr/>
          </p:nvSpPr>
          <p:spPr>
            <a:xfrm>
              <a:off x="1190625" y="2082775"/>
              <a:ext cx="2151300" cy="2294000"/>
            </a:xfrm>
            <a:custGeom>
              <a:avLst/>
              <a:gdLst/>
              <a:ahLst/>
              <a:cxnLst/>
              <a:rect l="l" t="t" r="r" b="b"/>
              <a:pathLst>
                <a:path w="86052" h="91760" extrusionOk="0">
                  <a:moveTo>
                    <a:pt x="0" y="0"/>
                  </a:moveTo>
                  <a:lnTo>
                    <a:pt x="0" y="91760"/>
                  </a:lnTo>
                  <a:lnTo>
                    <a:pt x="86051" y="91760"/>
                  </a:lnTo>
                  <a:lnTo>
                    <a:pt x="86051" y="85660"/>
                  </a:lnTo>
                  <a:lnTo>
                    <a:pt x="6133" y="85660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3"/>
            <p:cNvSpPr/>
            <p:nvPr/>
          </p:nvSpPr>
          <p:spPr>
            <a:xfrm>
              <a:off x="3494400" y="4224250"/>
              <a:ext cx="153325" cy="152525"/>
            </a:xfrm>
            <a:custGeom>
              <a:avLst/>
              <a:gdLst/>
              <a:ahLst/>
              <a:cxnLst/>
              <a:rect l="l" t="t" r="r" b="b"/>
              <a:pathLst>
                <a:path w="6133" h="6101" extrusionOk="0">
                  <a:moveTo>
                    <a:pt x="0" y="1"/>
                  </a:moveTo>
                  <a:lnTo>
                    <a:pt x="0" y="6101"/>
                  </a:lnTo>
                  <a:lnTo>
                    <a:pt x="6133" y="6101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3"/>
            <p:cNvSpPr/>
            <p:nvPr/>
          </p:nvSpPr>
          <p:spPr>
            <a:xfrm>
              <a:off x="4957400" y="3841800"/>
              <a:ext cx="917450" cy="917450"/>
            </a:xfrm>
            <a:custGeom>
              <a:avLst/>
              <a:gdLst/>
              <a:ahLst/>
              <a:cxnLst/>
              <a:rect l="l" t="t" r="r" b="b"/>
              <a:pathLst>
                <a:path w="36698" h="36698" extrusionOk="0">
                  <a:moveTo>
                    <a:pt x="21399" y="6100"/>
                  </a:moveTo>
                  <a:lnTo>
                    <a:pt x="21399" y="15299"/>
                  </a:lnTo>
                  <a:lnTo>
                    <a:pt x="30565" y="15299"/>
                  </a:lnTo>
                  <a:lnTo>
                    <a:pt x="30565" y="21399"/>
                  </a:lnTo>
                  <a:lnTo>
                    <a:pt x="21399" y="21399"/>
                  </a:lnTo>
                  <a:lnTo>
                    <a:pt x="21399" y="30565"/>
                  </a:lnTo>
                  <a:lnTo>
                    <a:pt x="15299" y="30565"/>
                  </a:lnTo>
                  <a:lnTo>
                    <a:pt x="15299" y="21399"/>
                  </a:lnTo>
                  <a:lnTo>
                    <a:pt x="6100" y="21399"/>
                  </a:lnTo>
                  <a:lnTo>
                    <a:pt x="6100" y="15299"/>
                  </a:lnTo>
                  <a:lnTo>
                    <a:pt x="15299" y="15299"/>
                  </a:lnTo>
                  <a:lnTo>
                    <a:pt x="15299" y="6100"/>
                  </a:lnTo>
                  <a:close/>
                  <a:moveTo>
                    <a:pt x="9166" y="0"/>
                  </a:moveTo>
                  <a:lnTo>
                    <a:pt x="9166" y="9166"/>
                  </a:lnTo>
                  <a:lnTo>
                    <a:pt x="0" y="9166"/>
                  </a:lnTo>
                  <a:lnTo>
                    <a:pt x="0" y="27531"/>
                  </a:lnTo>
                  <a:lnTo>
                    <a:pt x="9166" y="27531"/>
                  </a:lnTo>
                  <a:lnTo>
                    <a:pt x="9166" y="36698"/>
                  </a:lnTo>
                  <a:lnTo>
                    <a:pt x="27531" y="36698"/>
                  </a:lnTo>
                  <a:lnTo>
                    <a:pt x="27531" y="27531"/>
                  </a:lnTo>
                  <a:lnTo>
                    <a:pt x="36698" y="27531"/>
                  </a:lnTo>
                  <a:lnTo>
                    <a:pt x="36698" y="9166"/>
                  </a:lnTo>
                  <a:lnTo>
                    <a:pt x="27531" y="9166"/>
                  </a:lnTo>
                  <a:lnTo>
                    <a:pt x="275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3"/>
            <p:cNvSpPr/>
            <p:nvPr/>
          </p:nvSpPr>
          <p:spPr>
            <a:xfrm>
              <a:off x="1190625" y="401200"/>
              <a:ext cx="5219200" cy="4893025"/>
            </a:xfrm>
            <a:custGeom>
              <a:avLst/>
              <a:gdLst/>
              <a:ahLst/>
              <a:cxnLst/>
              <a:rect l="l" t="t" r="r" b="b"/>
              <a:pathLst>
                <a:path w="208768" h="195721" extrusionOk="0">
                  <a:moveTo>
                    <a:pt x="30565" y="6134"/>
                  </a:moveTo>
                  <a:lnTo>
                    <a:pt x="30565" y="24466"/>
                  </a:lnTo>
                  <a:lnTo>
                    <a:pt x="24465" y="24466"/>
                  </a:lnTo>
                  <a:lnTo>
                    <a:pt x="24465" y="6134"/>
                  </a:lnTo>
                  <a:close/>
                  <a:moveTo>
                    <a:pt x="61162" y="6134"/>
                  </a:moveTo>
                  <a:lnTo>
                    <a:pt x="61162" y="24466"/>
                  </a:lnTo>
                  <a:lnTo>
                    <a:pt x="55030" y="24466"/>
                  </a:lnTo>
                  <a:lnTo>
                    <a:pt x="55030" y="6134"/>
                  </a:lnTo>
                  <a:close/>
                  <a:moveTo>
                    <a:pt x="135372" y="6134"/>
                  </a:moveTo>
                  <a:lnTo>
                    <a:pt x="135372" y="24466"/>
                  </a:lnTo>
                  <a:lnTo>
                    <a:pt x="129273" y="24466"/>
                  </a:lnTo>
                  <a:lnTo>
                    <a:pt x="129273" y="6134"/>
                  </a:lnTo>
                  <a:close/>
                  <a:moveTo>
                    <a:pt x="165970" y="6134"/>
                  </a:moveTo>
                  <a:lnTo>
                    <a:pt x="165970" y="24466"/>
                  </a:lnTo>
                  <a:lnTo>
                    <a:pt x="159837" y="24466"/>
                  </a:lnTo>
                  <a:lnTo>
                    <a:pt x="159837" y="6134"/>
                  </a:lnTo>
                  <a:close/>
                  <a:moveTo>
                    <a:pt x="181236" y="18366"/>
                  </a:moveTo>
                  <a:cubicBezTo>
                    <a:pt x="182932" y="18366"/>
                    <a:pt x="184302" y="19736"/>
                    <a:pt x="184302" y="21400"/>
                  </a:cubicBezTo>
                  <a:lnTo>
                    <a:pt x="184302" y="42831"/>
                  </a:lnTo>
                  <a:lnTo>
                    <a:pt x="6100" y="42831"/>
                  </a:lnTo>
                  <a:lnTo>
                    <a:pt x="6100" y="21400"/>
                  </a:lnTo>
                  <a:cubicBezTo>
                    <a:pt x="6100" y="19736"/>
                    <a:pt x="7503" y="18366"/>
                    <a:pt x="9166" y="18366"/>
                  </a:cubicBezTo>
                  <a:lnTo>
                    <a:pt x="18332" y="18366"/>
                  </a:lnTo>
                  <a:lnTo>
                    <a:pt x="18332" y="30598"/>
                  </a:lnTo>
                  <a:lnTo>
                    <a:pt x="36697" y="30598"/>
                  </a:lnTo>
                  <a:lnTo>
                    <a:pt x="36697" y="18366"/>
                  </a:lnTo>
                  <a:lnTo>
                    <a:pt x="48930" y="18366"/>
                  </a:lnTo>
                  <a:lnTo>
                    <a:pt x="48930" y="30598"/>
                  </a:lnTo>
                  <a:lnTo>
                    <a:pt x="67262" y="30598"/>
                  </a:lnTo>
                  <a:lnTo>
                    <a:pt x="67262" y="18366"/>
                  </a:lnTo>
                  <a:lnTo>
                    <a:pt x="123140" y="18366"/>
                  </a:lnTo>
                  <a:lnTo>
                    <a:pt x="123140" y="30598"/>
                  </a:lnTo>
                  <a:lnTo>
                    <a:pt x="141505" y="30598"/>
                  </a:lnTo>
                  <a:lnTo>
                    <a:pt x="141505" y="18366"/>
                  </a:lnTo>
                  <a:lnTo>
                    <a:pt x="153737" y="18366"/>
                  </a:lnTo>
                  <a:lnTo>
                    <a:pt x="153737" y="30598"/>
                  </a:lnTo>
                  <a:lnTo>
                    <a:pt x="172070" y="30598"/>
                  </a:lnTo>
                  <a:lnTo>
                    <a:pt x="172070" y="18366"/>
                  </a:lnTo>
                  <a:close/>
                  <a:moveTo>
                    <a:pt x="169004" y="122325"/>
                  </a:moveTo>
                  <a:cubicBezTo>
                    <a:pt x="187564" y="122325"/>
                    <a:pt x="202667" y="137428"/>
                    <a:pt x="202667" y="155957"/>
                  </a:cubicBezTo>
                  <a:cubicBezTo>
                    <a:pt x="202667" y="174517"/>
                    <a:pt x="187564" y="189620"/>
                    <a:pt x="169004" y="189620"/>
                  </a:cubicBezTo>
                  <a:cubicBezTo>
                    <a:pt x="150475" y="189620"/>
                    <a:pt x="135372" y="174517"/>
                    <a:pt x="135372" y="155957"/>
                  </a:cubicBezTo>
                  <a:cubicBezTo>
                    <a:pt x="135372" y="137428"/>
                    <a:pt x="150475" y="122325"/>
                    <a:pt x="169004" y="122325"/>
                  </a:cubicBezTo>
                  <a:close/>
                  <a:moveTo>
                    <a:pt x="18332" y="1"/>
                  </a:moveTo>
                  <a:lnTo>
                    <a:pt x="18332" y="12233"/>
                  </a:lnTo>
                  <a:lnTo>
                    <a:pt x="9166" y="12233"/>
                  </a:lnTo>
                  <a:cubicBezTo>
                    <a:pt x="4110" y="12233"/>
                    <a:pt x="0" y="16344"/>
                    <a:pt x="0" y="21400"/>
                  </a:cubicBezTo>
                  <a:lnTo>
                    <a:pt x="0" y="61163"/>
                  </a:lnTo>
                  <a:lnTo>
                    <a:pt x="6100" y="61163"/>
                  </a:lnTo>
                  <a:lnTo>
                    <a:pt x="6100" y="48931"/>
                  </a:lnTo>
                  <a:lnTo>
                    <a:pt x="184302" y="48931"/>
                  </a:lnTo>
                  <a:lnTo>
                    <a:pt x="184302" y="119259"/>
                  </a:lnTo>
                  <a:cubicBezTo>
                    <a:pt x="179605" y="117302"/>
                    <a:pt x="174418" y="116226"/>
                    <a:pt x="169004" y="116226"/>
                  </a:cubicBezTo>
                  <a:cubicBezTo>
                    <a:pt x="148127" y="116226"/>
                    <a:pt x="130936" y="132405"/>
                    <a:pt x="129370" y="152923"/>
                  </a:cubicBezTo>
                  <a:lnTo>
                    <a:pt x="104384" y="152923"/>
                  </a:lnTo>
                  <a:lnTo>
                    <a:pt x="104384" y="159023"/>
                  </a:lnTo>
                  <a:lnTo>
                    <a:pt x="129370" y="159023"/>
                  </a:lnTo>
                  <a:cubicBezTo>
                    <a:pt x="130936" y="179508"/>
                    <a:pt x="148127" y="195720"/>
                    <a:pt x="169004" y="195720"/>
                  </a:cubicBezTo>
                  <a:cubicBezTo>
                    <a:pt x="190924" y="195720"/>
                    <a:pt x="208767" y="177877"/>
                    <a:pt x="208767" y="155957"/>
                  </a:cubicBezTo>
                  <a:cubicBezTo>
                    <a:pt x="208767" y="141930"/>
                    <a:pt x="201460" y="129567"/>
                    <a:pt x="190435" y="122489"/>
                  </a:cubicBezTo>
                  <a:lnTo>
                    <a:pt x="190435" y="21400"/>
                  </a:lnTo>
                  <a:cubicBezTo>
                    <a:pt x="190435" y="16344"/>
                    <a:pt x="186292" y="12233"/>
                    <a:pt x="181236" y="12233"/>
                  </a:cubicBezTo>
                  <a:lnTo>
                    <a:pt x="172070" y="12233"/>
                  </a:lnTo>
                  <a:lnTo>
                    <a:pt x="172070" y="1"/>
                  </a:lnTo>
                  <a:lnTo>
                    <a:pt x="153737" y="1"/>
                  </a:lnTo>
                  <a:lnTo>
                    <a:pt x="153737" y="12233"/>
                  </a:lnTo>
                  <a:lnTo>
                    <a:pt x="141505" y="12233"/>
                  </a:lnTo>
                  <a:lnTo>
                    <a:pt x="141505" y="1"/>
                  </a:lnTo>
                  <a:lnTo>
                    <a:pt x="123140" y="1"/>
                  </a:lnTo>
                  <a:lnTo>
                    <a:pt x="123140" y="12233"/>
                  </a:lnTo>
                  <a:lnTo>
                    <a:pt x="67262" y="12233"/>
                  </a:lnTo>
                  <a:lnTo>
                    <a:pt x="67262" y="1"/>
                  </a:lnTo>
                  <a:lnTo>
                    <a:pt x="48930" y="1"/>
                  </a:lnTo>
                  <a:lnTo>
                    <a:pt x="48930" y="12233"/>
                  </a:lnTo>
                  <a:lnTo>
                    <a:pt x="36697" y="12233"/>
                  </a:lnTo>
                  <a:lnTo>
                    <a:pt x="366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3"/>
            <p:cNvSpPr/>
            <p:nvPr/>
          </p:nvSpPr>
          <p:spPr>
            <a:xfrm>
              <a:off x="2500300" y="2618550"/>
              <a:ext cx="611650" cy="611650"/>
            </a:xfrm>
            <a:custGeom>
              <a:avLst/>
              <a:gdLst/>
              <a:ahLst/>
              <a:cxnLst/>
              <a:rect l="l" t="t" r="r" b="b"/>
              <a:pathLst>
                <a:path w="24466" h="24466" extrusionOk="0">
                  <a:moveTo>
                    <a:pt x="18365" y="6100"/>
                  </a:moveTo>
                  <a:lnTo>
                    <a:pt x="18365" y="18333"/>
                  </a:lnTo>
                  <a:lnTo>
                    <a:pt x="6133" y="18333"/>
                  </a:lnTo>
                  <a:lnTo>
                    <a:pt x="6133" y="6100"/>
                  </a:lnTo>
                  <a:close/>
                  <a:moveTo>
                    <a:pt x="1" y="0"/>
                  </a:moveTo>
                  <a:lnTo>
                    <a:pt x="1" y="24465"/>
                  </a:lnTo>
                  <a:lnTo>
                    <a:pt x="24465" y="24465"/>
                  </a:lnTo>
                  <a:lnTo>
                    <a:pt x="244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3"/>
            <p:cNvSpPr/>
            <p:nvPr/>
          </p:nvSpPr>
          <p:spPr>
            <a:xfrm>
              <a:off x="1736175" y="1853600"/>
              <a:ext cx="611650" cy="611650"/>
            </a:xfrm>
            <a:custGeom>
              <a:avLst/>
              <a:gdLst/>
              <a:ahLst/>
              <a:cxnLst/>
              <a:rect l="l" t="t" r="r" b="b"/>
              <a:pathLst>
                <a:path w="24466" h="24466" extrusionOk="0">
                  <a:moveTo>
                    <a:pt x="18333" y="6133"/>
                  </a:moveTo>
                  <a:lnTo>
                    <a:pt x="18333" y="18366"/>
                  </a:lnTo>
                  <a:lnTo>
                    <a:pt x="6101" y="18366"/>
                  </a:lnTo>
                  <a:lnTo>
                    <a:pt x="6101" y="6133"/>
                  </a:lnTo>
                  <a:close/>
                  <a:moveTo>
                    <a:pt x="1" y="1"/>
                  </a:moveTo>
                  <a:lnTo>
                    <a:pt x="1" y="24466"/>
                  </a:lnTo>
                  <a:lnTo>
                    <a:pt x="24466" y="24466"/>
                  </a:lnTo>
                  <a:lnTo>
                    <a:pt x="244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3"/>
            <p:cNvSpPr/>
            <p:nvPr/>
          </p:nvSpPr>
          <p:spPr>
            <a:xfrm>
              <a:off x="1736175" y="3382675"/>
              <a:ext cx="611650" cy="611650"/>
            </a:xfrm>
            <a:custGeom>
              <a:avLst/>
              <a:gdLst/>
              <a:ahLst/>
              <a:cxnLst/>
              <a:rect l="l" t="t" r="r" b="b"/>
              <a:pathLst>
                <a:path w="24466" h="24466" extrusionOk="0">
                  <a:moveTo>
                    <a:pt x="18333" y="6133"/>
                  </a:moveTo>
                  <a:lnTo>
                    <a:pt x="18333" y="18365"/>
                  </a:lnTo>
                  <a:lnTo>
                    <a:pt x="6101" y="18365"/>
                  </a:lnTo>
                  <a:lnTo>
                    <a:pt x="6101" y="6133"/>
                  </a:lnTo>
                  <a:close/>
                  <a:moveTo>
                    <a:pt x="1" y="0"/>
                  </a:moveTo>
                  <a:lnTo>
                    <a:pt x="1" y="24465"/>
                  </a:lnTo>
                  <a:lnTo>
                    <a:pt x="24466" y="24465"/>
                  </a:lnTo>
                  <a:lnTo>
                    <a:pt x="24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3"/>
            <p:cNvSpPr/>
            <p:nvPr/>
          </p:nvSpPr>
          <p:spPr>
            <a:xfrm>
              <a:off x="1736175" y="2618550"/>
              <a:ext cx="611650" cy="611650"/>
            </a:xfrm>
            <a:custGeom>
              <a:avLst/>
              <a:gdLst/>
              <a:ahLst/>
              <a:cxnLst/>
              <a:rect l="l" t="t" r="r" b="b"/>
              <a:pathLst>
                <a:path w="24466" h="24466" extrusionOk="0">
                  <a:moveTo>
                    <a:pt x="18333" y="6100"/>
                  </a:moveTo>
                  <a:lnTo>
                    <a:pt x="18333" y="18333"/>
                  </a:lnTo>
                  <a:lnTo>
                    <a:pt x="6101" y="18333"/>
                  </a:lnTo>
                  <a:lnTo>
                    <a:pt x="6101" y="6100"/>
                  </a:lnTo>
                  <a:close/>
                  <a:moveTo>
                    <a:pt x="1" y="0"/>
                  </a:moveTo>
                  <a:lnTo>
                    <a:pt x="1" y="24465"/>
                  </a:lnTo>
                  <a:lnTo>
                    <a:pt x="24466" y="24465"/>
                  </a:lnTo>
                  <a:lnTo>
                    <a:pt x="24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3"/>
            <p:cNvSpPr/>
            <p:nvPr/>
          </p:nvSpPr>
          <p:spPr>
            <a:xfrm>
              <a:off x="2500300" y="3382675"/>
              <a:ext cx="611650" cy="611650"/>
            </a:xfrm>
            <a:custGeom>
              <a:avLst/>
              <a:gdLst/>
              <a:ahLst/>
              <a:cxnLst/>
              <a:rect l="l" t="t" r="r" b="b"/>
              <a:pathLst>
                <a:path w="24466" h="24466" extrusionOk="0">
                  <a:moveTo>
                    <a:pt x="18365" y="6133"/>
                  </a:moveTo>
                  <a:lnTo>
                    <a:pt x="18365" y="18365"/>
                  </a:lnTo>
                  <a:lnTo>
                    <a:pt x="6133" y="18365"/>
                  </a:lnTo>
                  <a:lnTo>
                    <a:pt x="6133" y="6133"/>
                  </a:lnTo>
                  <a:close/>
                  <a:moveTo>
                    <a:pt x="1" y="0"/>
                  </a:moveTo>
                  <a:lnTo>
                    <a:pt x="1" y="24465"/>
                  </a:lnTo>
                  <a:lnTo>
                    <a:pt x="24465" y="24465"/>
                  </a:lnTo>
                  <a:lnTo>
                    <a:pt x="244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3"/>
            <p:cNvSpPr/>
            <p:nvPr/>
          </p:nvSpPr>
          <p:spPr>
            <a:xfrm>
              <a:off x="4029350" y="1853600"/>
              <a:ext cx="611650" cy="611650"/>
            </a:xfrm>
            <a:custGeom>
              <a:avLst/>
              <a:gdLst/>
              <a:ahLst/>
              <a:cxnLst/>
              <a:rect l="l" t="t" r="r" b="b"/>
              <a:pathLst>
                <a:path w="24466" h="24466" extrusionOk="0">
                  <a:moveTo>
                    <a:pt x="18366" y="6133"/>
                  </a:moveTo>
                  <a:lnTo>
                    <a:pt x="18366" y="18366"/>
                  </a:lnTo>
                  <a:lnTo>
                    <a:pt x="6133" y="18366"/>
                  </a:lnTo>
                  <a:lnTo>
                    <a:pt x="6133" y="6133"/>
                  </a:lnTo>
                  <a:close/>
                  <a:moveTo>
                    <a:pt x="1" y="1"/>
                  </a:moveTo>
                  <a:lnTo>
                    <a:pt x="1" y="24466"/>
                  </a:lnTo>
                  <a:lnTo>
                    <a:pt x="24466" y="24466"/>
                  </a:lnTo>
                  <a:lnTo>
                    <a:pt x="244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3"/>
            <p:cNvSpPr/>
            <p:nvPr/>
          </p:nvSpPr>
          <p:spPr>
            <a:xfrm>
              <a:off x="4794300" y="1853600"/>
              <a:ext cx="611650" cy="611650"/>
            </a:xfrm>
            <a:custGeom>
              <a:avLst/>
              <a:gdLst/>
              <a:ahLst/>
              <a:cxnLst/>
              <a:rect l="l" t="t" r="r" b="b"/>
              <a:pathLst>
                <a:path w="24466" h="24466" extrusionOk="0">
                  <a:moveTo>
                    <a:pt x="18333" y="6133"/>
                  </a:moveTo>
                  <a:lnTo>
                    <a:pt x="18333" y="18366"/>
                  </a:lnTo>
                  <a:lnTo>
                    <a:pt x="6100" y="18366"/>
                  </a:lnTo>
                  <a:lnTo>
                    <a:pt x="6100" y="6133"/>
                  </a:lnTo>
                  <a:close/>
                  <a:moveTo>
                    <a:pt x="0" y="1"/>
                  </a:moveTo>
                  <a:lnTo>
                    <a:pt x="0" y="24466"/>
                  </a:lnTo>
                  <a:lnTo>
                    <a:pt x="24465" y="24466"/>
                  </a:lnTo>
                  <a:lnTo>
                    <a:pt x="24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3"/>
            <p:cNvSpPr/>
            <p:nvPr/>
          </p:nvSpPr>
          <p:spPr>
            <a:xfrm>
              <a:off x="4029350" y="2618550"/>
              <a:ext cx="611650" cy="611650"/>
            </a:xfrm>
            <a:custGeom>
              <a:avLst/>
              <a:gdLst/>
              <a:ahLst/>
              <a:cxnLst/>
              <a:rect l="l" t="t" r="r" b="b"/>
              <a:pathLst>
                <a:path w="24466" h="24466" extrusionOk="0">
                  <a:moveTo>
                    <a:pt x="18366" y="6100"/>
                  </a:moveTo>
                  <a:lnTo>
                    <a:pt x="18366" y="18333"/>
                  </a:lnTo>
                  <a:lnTo>
                    <a:pt x="6133" y="18333"/>
                  </a:lnTo>
                  <a:lnTo>
                    <a:pt x="6133" y="6100"/>
                  </a:lnTo>
                  <a:close/>
                  <a:moveTo>
                    <a:pt x="1" y="0"/>
                  </a:moveTo>
                  <a:lnTo>
                    <a:pt x="1" y="24465"/>
                  </a:lnTo>
                  <a:lnTo>
                    <a:pt x="24466" y="24465"/>
                  </a:lnTo>
                  <a:lnTo>
                    <a:pt x="24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3"/>
            <p:cNvSpPr/>
            <p:nvPr/>
          </p:nvSpPr>
          <p:spPr>
            <a:xfrm>
              <a:off x="2500300" y="1853600"/>
              <a:ext cx="611650" cy="611650"/>
            </a:xfrm>
            <a:custGeom>
              <a:avLst/>
              <a:gdLst/>
              <a:ahLst/>
              <a:cxnLst/>
              <a:rect l="l" t="t" r="r" b="b"/>
              <a:pathLst>
                <a:path w="24466" h="24466" extrusionOk="0">
                  <a:moveTo>
                    <a:pt x="18365" y="6133"/>
                  </a:moveTo>
                  <a:lnTo>
                    <a:pt x="18365" y="18366"/>
                  </a:lnTo>
                  <a:lnTo>
                    <a:pt x="6133" y="18366"/>
                  </a:lnTo>
                  <a:lnTo>
                    <a:pt x="6133" y="6133"/>
                  </a:lnTo>
                  <a:close/>
                  <a:moveTo>
                    <a:pt x="1" y="1"/>
                  </a:moveTo>
                  <a:lnTo>
                    <a:pt x="1" y="24466"/>
                  </a:lnTo>
                  <a:lnTo>
                    <a:pt x="24465" y="24466"/>
                  </a:lnTo>
                  <a:lnTo>
                    <a:pt x="24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3"/>
            <p:cNvSpPr/>
            <p:nvPr/>
          </p:nvSpPr>
          <p:spPr>
            <a:xfrm>
              <a:off x="3265225" y="3382675"/>
              <a:ext cx="611650" cy="611650"/>
            </a:xfrm>
            <a:custGeom>
              <a:avLst/>
              <a:gdLst/>
              <a:ahLst/>
              <a:cxnLst/>
              <a:rect l="l" t="t" r="r" b="b"/>
              <a:pathLst>
                <a:path w="24466" h="24466" extrusionOk="0">
                  <a:moveTo>
                    <a:pt x="18333" y="6133"/>
                  </a:moveTo>
                  <a:lnTo>
                    <a:pt x="18333" y="18365"/>
                  </a:lnTo>
                  <a:lnTo>
                    <a:pt x="6101" y="18365"/>
                  </a:lnTo>
                  <a:lnTo>
                    <a:pt x="6101" y="6133"/>
                  </a:lnTo>
                  <a:close/>
                  <a:moveTo>
                    <a:pt x="1" y="0"/>
                  </a:moveTo>
                  <a:lnTo>
                    <a:pt x="1" y="24465"/>
                  </a:lnTo>
                  <a:lnTo>
                    <a:pt x="24466" y="24465"/>
                  </a:lnTo>
                  <a:lnTo>
                    <a:pt x="24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3"/>
            <p:cNvSpPr/>
            <p:nvPr/>
          </p:nvSpPr>
          <p:spPr>
            <a:xfrm>
              <a:off x="3265225" y="2618550"/>
              <a:ext cx="611650" cy="611650"/>
            </a:xfrm>
            <a:custGeom>
              <a:avLst/>
              <a:gdLst/>
              <a:ahLst/>
              <a:cxnLst/>
              <a:rect l="l" t="t" r="r" b="b"/>
              <a:pathLst>
                <a:path w="24466" h="24466" extrusionOk="0">
                  <a:moveTo>
                    <a:pt x="18333" y="6100"/>
                  </a:moveTo>
                  <a:lnTo>
                    <a:pt x="18333" y="18333"/>
                  </a:lnTo>
                  <a:lnTo>
                    <a:pt x="6101" y="18333"/>
                  </a:lnTo>
                  <a:lnTo>
                    <a:pt x="6101" y="6100"/>
                  </a:lnTo>
                  <a:close/>
                  <a:moveTo>
                    <a:pt x="1" y="0"/>
                  </a:moveTo>
                  <a:lnTo>
                    <a:pt x="1" y="24465"/>
                  </a:lnTo>
                  <a:lnTo>
                    <a:pt x="24466" y="24465"/>
                  </a:lnTo>
                  <a:lnTo>
                    <a:pt x="24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3"/>
            <p:cNvSpPr/>
            <p:nvPr/>
          </p:nvSpPr>
          <p:spPr>
            <a:xfrm>
              <a:off x="3265225" y="1853600"/>
              <a:ext cx="611650" cy="611650"/>
            </a:xfrm>
            <a:custGeom>
              <a:avLst/>
              <a:gdLst/>
              <a:ahLst/>
              <a:cxnLst/>
              <a:rect l="l" t="t" r="r" b="b"/>
              <a:pathLst>
                <a:path w="24466" h="24466" extrusionOk="0">
                  <a:moveTo>
                    <a:pt x="18333" y="6133"/>
                  </a:moveTo>
                  <a:lnTo>
                    <a:pt x="18333" y="18366"/>
                  </a:lnTo>
                  <a:lnTo>
                    <a:pt x="6101" y="18366"/>
                  </a:lnTo>
                  <a:lnTo>
                    <a:pt x="6101" y="6133"/>
                  </a:lnTo>
                  <a:close/>
                  <a:moveTo>
                    <a:pt x="1" y="1"/>
                  </a:moveTo>
                  <a:lnTo>
                    <a:pt x="1" y="24466"/>
                  </a:lnTo>
                  <a:lnTo>
                    <a:pt x="24466" y="24466"/>
                  </a:lnTo>
                  <a:lnTo>
                    <a:pt x="244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3"/>
            <p:cNvSpPr/>
            <p:nvPr/>
          </p:nvSpPr>
          <p:spPr>
            <a:xfrm>
              <a:off x="3341900" y="1012825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00" y="6133"/>
                  </a:lnTo>
                  <a:lnTo>
                    <a:pt x="6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3"/>
            <p:cNvSpPr/>
            <p:nvPr/>
          </p:nvSpPr>
          <p:spPr>
            <a:xfrm>
              <a:off x="3647700" y="1012825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01" y="6133"/>
                  </a:lnTo>
                  <a:lnTo>
                    <a:pt x="61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1" name="Google Shape;1661;p53"/>
          <p:cNvGrpSpPr/>
          <p:nvPr/>
        </p:nvGrpSpPr>
        <p:grpSpPr>
          <a:xfrm>
            <a:off x="944598" y="4195775"/>
            <a:ext cx="556889" cy="556889"/>
            <a:chOff x="1190625" y="238125"/>
            <a:chExt cx="5219200" cy="5219200"/>
          </a:xfrm>
        </p:grpSpPr>
        <p:sp>
          <p:nvSpPr>
            <p:cNvPr id="1662" name="Google Shape;1662;p53"/>
            <p:cNvSpPr/>
            <p:nvPr/>
          </p:nvSpPr>
          <p:spPr>
            <a:xfrm>
              <a:off x="5492350" y="5304800"/>
              <a:ext cx="153350" cy="152525"/>
            </a:xfrm>
            <a:custGeom>
              <a:avLst/>
              <a:gdLst/>
              <a:ahLst/>
              <a:cxnLst/>
              <a:rect l="l" t="t" r="r" b="b"/>
              <a:pathLst>
                <a:path w="6134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6133" y="6100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3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156771" y="6133"/>
                  </a:moveTo>
                  <a:cubicBezTo>
                    <a:pt x="158467" y="6133"/>
                    <a:pt x="159837" y="7503"/>
                    <a:pt x="159837" y="9166"/>
                  </a:cubicBezTo>
                  <a:lnTo>
                    <a:pt x="159837" y="15299"/>
                  </a:lnTo>
                  <a:cubicBezTo>
                    <a:pt x="159837" y="16962"/>
                    <a:pt x="158467" y="18365"/>
                    <a:pt x="156771" y="18365"/>
                  </a:cubicBezTo>
                  <a:lnTo>
                    <a:pt x="51996" y="18365"/>
                  </a:lnTo>
                  <a:cubicBezTo>
                    <a:pt x="50300" y="18365"/>
                    <a:pt x="48930" y="16962"/>
                    <a:pt x="48930" y="15299"/>
                  </a:cubicBezTo>
                  <a:lnTo>
                    <a:pt x="48930" y="9166"/>
                  </a:lnTo>
                  <a:cubicBezTo>
                    <a:pt x="48930" y="7503"/>
                    <a:pt x="50300" y="6133"/>
                    <a:pt x="51996" y="6133"/>
                  </a:cubicBezTo>
                  <a:close/>
                  <a:moveTo>
                    <a:pt x="159837" y="62826"/>
                  </a:moveTo>
                  <a:lnTo>
                    <a:pt x="202667" y="73525"/>
                  </a:lnTo>
                  <a:lnTo>
                    <a:pt x="202667" y="80343"/>
                  </a:lnTo>
                  <a:lnTo>
                    <a:pt x="159837" y="80343"/>
                  </a:lnTo>
                  <a:lnTo>
                    <a:pt x="159837" y="62826"/>
                  </a:lnTo>
                  <a:close/>
                  <a:moveTo>
                    <a:pt x="48930" y="98675"/>
                  </a:moveTo>
                  <a:lnTo>
                    <a:pt x="48930" y="117040"/>
                  </a:lnTo>
                  <a:lnTo>
                    <a:pt x="24465" y="117040"/>
                  </a:lnTo>
                  <a:lnTo>
                    <a:pt x="24465" y="98675"/>
                  </a:lnTo>
                  <a:close/>
                  <a:moveTo>
                    <a:pt x="153737" y="24465"/>
                  </a:moveTo>
                  <a:lnTo>
                    <a:pt x="153737" y="117040"/>
                  </a:lnTo>
                  <a:lnTo>
                    <a:pt x="55062" y="117040"/>
                  </a:lnTo>
                  <a:lnTo>
                    <a:pt x="55062" y="24465"/>
                  </a:lnTo>
                  <a:close/>
                  <a:moveTo>
                    <a:pt x="184302" y="98675"/>
                  </a:moveTo>
                  <a:lnTo>
                    <a:pt x="184302" y="117040"/>
                  </a:lnTo>
                  <a:lnTo>
                    <a:pt x="159837" y="117040"/>
                  </a:lnTo>
                  <a:lnTo>
                    <a:pt x="159837" y="98675"/>
                  </a:lnTo>
                  <a:close/>
                  <a:moveTo>
                    <a:pt x="131915" y="141505"/>
                  </a:moveTo>
                  <a:lnTo>
                    <a:pt x="131915" y="147605"/>
                  </a:lnTo>
                  <a:lnTo>
                    <a:pt x="76852" y="147605"/>
                  </a:lnTo>
                  <a:lnTo>
                    <a:pt x="76852" y="141505"/>
                  </a:lnTo>
                  <a:close/>
                  <a:moveTo>
                    <a:pt x="48930" y="135372"/>
                  </a:moveTo>
                  <a:lnTo>
                    <a:pt x="48930" y="153737"/>
                  </a:lnTo>
                  <a:lnTo>
                    <a:pt x="24465" y="153737"/>
                  </a:lnTo>
                  <a:lnTo>
                    <a:pt x="24465" y="135372"/>
                  </a:lnTo>
                  <a:close/>
                  <a:moveTo>
                    <a:pt x="184302" y="135372"/>
                  </a:moveTo>
                  <a:lnTo>
                    <a:pt x="184302" y="153737"/>
                  </a:lnTo>
                  <a:lnTo>
                    <a:pt x="159837" y="153737"/>
                  </a:lnTo>
                  <a:lnTo>
                    <a:pt x="159837" y="135372"/>
                  </a:lnTo>
                  <a:close/>
                  <a:moveTo>
                    <a:pt x="48930" y="172070"/>
                  </a:moveTo>
                  <a:lnTo>
                    <a:pt x="48930" y="190435"/>
                  </a:lnTo>
                  <a:lnTo>
                    <a:pt x="24465" y="190435"/>
                  </a:lnTo>
                  <a:lnTo>
                    <a:pt x="24465" y="172070"/>
                  </a:lnTo>
                  <a:close/>
                  <a:moveTo>
                    <a:pt x="101317" y="153737"/>
                  </a:moveTo>
                  <a:lnTo>
                    <a:pt x="101317" y="190435"/>
                  </a:lnTo>
                  <a:lnTo>
                    <a:pt x="82985" y="190435"/>
                  </a:lnTo>
                  <a:lnTo>
                    <a:pt x="82985" y="153737"/>
                  </a:lnTo>
                  <a:close/>
                  <a:moveTo>
                    <a:pt x="125782" y="153737"/>
                  </a:moveTo>
                  <a:lnTo>
                    <a:pt x="125782" y="190435"/>
                  </a:lnTo>
                  <a:lnTo>
                    <a:pt x="107450" y="190435"/>
                  </a:lnTo>
                  <a:lnTo>
                    <a:pt x="107450" y="153737"/>
                  </a:lnTo>
                  <a:close/>
                  <a:moveTo>
                    <a:pt x="184302" y="172070"/>
                  </a:moveTo>
                  <a:lnTo>
                    <a:pt x="184302" y="190435"/>
                  </a:lnTo>
                  <a:lnTo>
                    <a:pt x="159837" y="190435"/>
                  </a:lnTo>
                  <a:lnTo>
                    <a:pt x="159837" y="172070"/>
                  </a:lnTo>
                  <a:close/>
                  <a:moveTo>
                    <a:pt x="48930" y="86443"/>
                  </a:moveTo>
                  <a:lnTo>
                    <a:pt x="48930" y="92575"/>
                  </a:lnTo>
                  <a:lnTo>
                    <a:pt x="18365" y="92575"/>
                  </a:lnTo>
                  <a:lnTo>
                    <a:pt x="18365" y="123140"/>
                  </a:lnTo>
                  <a:lnTo>
                    <a:pt x="48930" y="123140"/>
                  </a:lnTo>
                  <a:lnTo>
                    <a:pt x="48930" y="129273"/>
                  </a:lnTo>
                  <a:lnTo>
                    <a:pt x="18365" y="129273"/>
                  </a:lnTo>
                  <a:lnTo>
                    <a:pt x="18365" y="159837"/>
                  </a:lnTo>
                  <a:lnTo>
                    <a:pt x="48930" y="159837"/>
                  </a:lnTo>
                  <a:lnTo>
                    <a:pt x="48930" y="165970"/>
                  </a:lnTo>
                  <a:lnTo>
                    <a:pt x="18365" y="165970"/>
                  </a:lnTo>
                  <a:lnTo>
                    <a:pt x="18365" y="196535"/>
                  </a:lnTo>
                  <a:lnTo>
                    <a:pt x="48930" y="196535"/>
                  </a:lnTo>
                  <a:lnTo>
                    <a:pt x="48930" y="202667"/>
                  </a:lnTo>
                  <a:lnTo>
                    <a:pt x="12232" y="202667"/>
                  </a:lnTo>
                  <a:lnTo>
                    <a:pt x="12232" y="86443"/>
                  </a:lnTo>
                  <a:close/>
                  <a:moveTo>
                    <a:pt x="138015" y="196535"/>
                  </a:moveTo>
                  <a:lnTo>
                    <a:pt x="138015" y="202667"/>
                  </a:lnTo>
                  <a:lnTo>
                    <a:pt x="70752" y="202667"/>
                  </a:lnTo>
                  <a:lnTo>
                    <a:pt x="70752" y="196535"/>
                  </a:lnTo>
                  <a:close/>
                  <a:moveTo>
                    <a:pt x="153737" y="123140"/>
                  </a:moveTo>
                  <a:lnTo>
                    <a:pt x="153737" y="202667"/>
                  </a:lnTo>
                  <a:lnTo>
                    <a:pt x="144147" y="202667"/>
                  </a:lnTo>
                  <a:lnTo>
                    <a:pt x="144147" y="190435"/>
                  </a:lnTo>
                  <a:lnTo>
                    <a:pt x="131915" y="190435"/>
                  </a:lnTo>
                  <a:lnTo>
                    <a:pt x="131915" y="153737"/>
                  </a:lnTo>
                  <a:lnTo>
                    <a:pt x="138015" y="153737"/>
                  </a:lnTo>
                  <a:lnTo>
                    <a:pt x="138015" y="135372"/>
                  </a:lnTo>
                  <a:lnTo>
                    <a:pt x="70752" y="135372"/>
                  </a:lnTo>
                  <a:lnTo>
                    <a:pt x="70752" y="153737"/>
                  </a:lnTo>
                  <a:lnTo>
                    <a:pt x="76852" y="153737"/>
                  </a:lnTo>
                  <a:lnTo>
                    <a:pt x="76852" y="190435"/>
                  </a:lnTo>
                  <a:lnTo>
                    <a:pt x="64620" y="190435"/>
                  </a:lnTo>
                  <a:lnTo>
                    <a:pt x="64620" y="202667"/>
                  </a:lnTo>
                  <a:lnTo>
                    <a:pt x="55062" y="202667"/>
                  </a:lnTo>
                  <a:lnTo>
                    <a:pt x="55062" y="123140"/>
                  </a:lnTo>
                  <a:close/>
                  <a:moveTo>
                    <a:pt x="51996" y="0"/>
                  </a:moveTo>
                  <a:cubicBezTo>
                    <a:pt x="46940" y="0"/>
                    <a:pt x="42830" y="4110"/>
                    <a:pt x="42830" y="9166"/>
                  </a:cubicBezTo>
                  <a:lnTo>
                    <a:pt x="42830" y="15299"/>
                  </a:lnTo>
                  <a:cubicBezTo>
                    <a:pt x="42830" y="19278"/>
                    <a:pt x="45374" y="22671"/>
                    <a:pt x="48930" y="23943"/>
                  </a:cubicBezTo>
                  <a:lnTo>
                    <a:pt x="48930" y="56530"/>
                  </a:lnTo>
                  <a:lnTo>
                    <a:pt x="29749" y="61325"/>
                  </a:lnTo>
                  <a:lnTo>
                    <a:pt x="31217" y="67262"/>
                  </a:lnTo>
                  <a:lnTo>
                    <a:pt x="48930" y="62826"/>
                  </a:lnTo>
                  <a:lnTo>
                    <a:pt x="48930" y="80343"/>
                  </a:lnTo>
                  <a:lnTo>
                    <a:pt x="6133" y="80343"/>
                  </a:lnTo>
                  <a:lnTo>
                    <a:pt x="6133" y="73525"/>
                  </a:lnTo>
                  <a:lnTo>
                    <a:pt x="25313" y="68730"/>
                  </a:lnTo>
                  <a:lnTo>
                    <a:pt x="23813" y="62826"/>
                  </a:lnTo>
                  <a:lnTo>
                    <a:pt x="0" y="68763"/>
                  </a:lnTo>
                  <a:lnTo>
                    <a:pt x="0" y="86443"/>
                  </a:lnTo>
                  <a:lnTo>
                    <a:pt x="6100" y="86443"/>
                  </a:lnTo>
                  <a:lnTo>
                    <a:pt x="6100" y="202667"/>
                  </a:lnTo>
                  <a:lnTo>
                    <a:pt x="0" y="202667"/>
                  </a:lnTo>
                  <a:lnTo>
                    <a:pt x="0" y="208767"/>
                  </a:lnTo>
                  <a:lnTo>
                    <a:pt x="165970" y="208767"/>
                  </a:lnTo>
                  <a:lnTo>
                    <a:pt x="165970" y="202667"/>
                  </a:lnTo>
                  <a:lnTo>
                    <a:pt x="159837" y="202667"/>
                  </a:lnTo>
                  <a:lnTo>
                    <a:pt x="159837" y="196535"/>
                  </a:lnTo>
                  <a:lnTo>
                    <a:pt x="190402" y="196535"/>
                  </a:lnTo>
                  <a:lnTo>
                    <a:pt x="190402" y="165970"/>
                  </a:lnTo>
                  <a:lnTo>
                    <a:pt x="159837" y="165970"/>
                  </a:lnTo>
                  <a:lnTo>
                    <a:pt x="159837" y="159837"/>
                  </a:lnTo>
                  <a:lnTo>
                    <a:pt x="190402" y="159837"/>
                  </a:lnTo>
                  <a:lnTo>
                    <a:pt x="190402" y="129273"/>
                  </a:lnTo>
                  <a:lnTo>
                    <a:pt x="159837" y="129273"/>
                  </a:lnTo>
                  <a:lnTo>
                    <a:pt x="159837" y="123140"/>
                  </a:lnTo>
                  <a:lnTo>
                    <a:pt x="190402" y="123140"/>
                  </a:lnTo>
                  <a:lnTo>
                    <a:pt x="190402" y="92575"/>
                  </a:lnTo>
                  <a:lnTo>
                    <a:pt x="159837" y="92575"/>
                  </a:lnTo>
                  <a:lnTo>
                    <a:pt x="159837" y="86443"/>
                  </a:lnTo>
                  <a:lnTo>
                    <a:pt x="196535" y="86443"/>
                  </a:lnTo>
                  <a:lnTo>
                    <a:pt x="196535" y="202635"/>
                  </a:lnTo>
                  <a:lnTo>
                    <a:pt x="184302" y="202635"/>
                  </a:lnTo>
                  <a:lnTo>
                    <a:pt x="184302" y="208767"/>
                  </a:lnTo>
                  <a:lnTo>
                    <a:pt x="208767" y="208767"/>
                  </a:lnTo>
                  <a:lnTo>
                    <a:pt x="208767" y="202635"/>
                  </a:lnTo>
                  <a:lnTo>
                    <a:pt x="202667" y="202635"/>
                  </a:lnTo>
                  <a:lnTo>
                    <a:pt x="202667" y="86443"/>
                  </a:lnTo>
                  <a:lnTo>
                    <a:pt x="208767" y="86443"/>
                  </a:lnTo>
                  <a:lnTo>
                    <a:pt x="208767" y="68763"/>
                  </a:lnTo>
                  <a:lnTo>
                    <a:pt x="159837" y="56530"/>
                  </a:lnTo>
                  <a:lnTo>
                    <a:pt x="159837" y="23943"/>
                  </a:lnTo>
                  <a:cubicBezTo>
                    <a:pt x="163393" y="22671"/>
                    <a:pt x="165970" y="19278"/>
                    <a:pt x="165970" y="15299"/>
                  </a:cubicBezTo>
                  <a:lnTo>
                    <a:pt x="165970" y="9166"/>
                  </a:lnTo>
                  <a:cubicBezTo>
                    <a:pt x="165970" y="4110"/>
                    <a:pt x="161827" y="0"/>
                    <a:pt x="156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3"/>
            <p:cNvSpPr/>
            <p:nvPr/>
          </p:nvSpPr>
          <p:spPr>
            <a:xfrm>
              <a:off x="3188575" y="1395300"/>
              <a:ext cx="1223275" cy="1223275"/>
            </a:xfrm>
            <a:custGeom>
              <a:avLst/>
              <a:gdLst/>
              <a:ahLst/>
              <a:cxnLst/>
              <a:rect l="l" t="t" r="r" b="b"/>
              <a:pathLst>
                <a:path w="48931" h="48931" extrusionOk="0">
                  <a:moveTo>
                    <a:pt x="30598" y="6101"/>
                  </a:moveTo>
                  <a:lnTo>
                    <a:pt x="30598" y="18333"/>
                  </a:lnTo>
                  <a:lnTo>
                    <a:pt x="42831" y="18333"/>
                  </a:lnTo>
                  <a:lnTo>
                    <a:pt x="42831" y="30565"/>
                  </a:lnTo>
                  <a:lnTo>
                    <a:pt x="30598" y="30565"/>
                  </a:lnTo>
                  <a:lnTo>
                    <a:pt x="30598" y="42798"/>
                  </a:lnTo>
                  <a:lnTo>
                    <a:pt x="18366" y="42798"/>
                  </a:lnTo>
                  <a:lnTo>
                    <a:pt x="18366" y="30565"/>
                  </a:lnTo>
                  <a:lnTo>
                    <a:pt x="6133" y="30565"/>
                  </a:lnTo>
                  <a:lnTo>
                    <a:pt x="6133" y="18333"/>
                  </a:lnTo>
                  <a:lnTo>
                    <a:pt x="18366" y="18333"/>
                  </a:lnTo>
                  <a:lnTo>
                    <a:pt x="18366" y="6101"/>
                  </a:lnTo>
                  <a:close/>
                  <a:moveTo>
                    <a:pt x="12233" y="1"/>
                  </a:moveTo>
                  <a:lnTo>
                    <a:pt x="12233" y="12233"/>
                  </a:lnTo>
                  <a:lnTo>
                    <a:pt x="1" y="12233"/>
                  </a:lnTo>
                  <a:lnTo>
                    <a:pt x="1" y="36698"/>
                  </a:lnTo>
                  <a:lnTo>
                    <a:pt x="12233" y="36698"/>
                  </a:lnTo>
                  <a:lnTo>
                    <a:pt x="12233" y="48930"/>
                  </a:lnTo>
                  <a:lnTo>
                    <a:pt x="36698" y="48930"/>
                  </a:lnTo>
                  <a:lnTo>
                    <a:pt x="36698" y="36698"/>
                  </a:lnTo>
                  <a:lnTo>
                    <a:pt x="48930" y="36698"/>
                  </a:lnTo>
                  <a:lnTo>
                    <a:pt x="48930" y="12233"/>
                  </a:lnTo>
                  <a:lnTo>
                    <a:pt x="36698" y="12233"/>
                  </a:lnTo>
                  <a:lnTo>
                    <a:pt x="366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3"/>
            <p:cNvSpPr/>
            <p:nvPr/>
          </p:nvSpPr>
          <p:spPr>
            <a:xfrm>
              <a:off x="4728225" y="13088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1" y="1"/>
                  </a:moveTo>
                  <a:lnTo>
                    <a:pt x="1" y="6101"/>
                  </a:lnTo>
                  <a:lnTo>
                    <a:pt x="6101" y="6101"/>
                  </a:lnTo>
                  <a:lnTo>
                    <a:pt x="61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3"/>
            <p:cNvSpPr/>
            <p:nvPr/>
          </p:nvSpPr>
          <p:spPr>
            <a:xfrm>
              <a:off x="4728225" y="10030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6101" y="6100"/>
                  </a:lnTo>
                  <a:lnTo>
                    <a:pt x="61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7" name="Google Shape;1667;p53"/>
          <p:cNvGrpSpPr/>
          <p:nvPr/>
        </p:nvGrpSpPr>
        <p:grpSpPr>
          <a:xfrm>
            <a:off x="1048353" y="3385201"/>
            <a:ext cx="427800" cy="572546"/>
            <a:chOff x="1850350" y="238125"/>
            <a:chExt cx="3899725" cy="5219200"/>
          </a:xfrm>
        </p:grpSpPr>
        <p:sp>
          <p:nvSpPr>
            <p:cNvPr id="1668" name="Google Shape;1668;p53"/>
            <p:cNvSpPr/>
            <p:nvPr/>
          </p:nvSpPr>
          <p:spPr>
            <a:xfrm>
              <a:off x="3073600" y="4693175"/>
              <a:ext cx="459150" cy="458325"/>
            </a:xfrm>
            <a:custGeom>
              <a:avLst/>
              <a:gdLst/>
              <a:ahLst/>
              <a:cxnLst/>
              <a:rect l="l" t="t" r="r" b="b"/>
              <a:pathLst>
                <a:path w="18366" h="18333" extrusionOk="0">
                  <a:moveTo>
                    <a:pt x="9199" y="6100"/>
                  </a:moveTo>
                  <a:cubicBezTo>
                    <a:pt x="10863" y="6100"/>
                    <a:pt x="12233" y="7470"/>
                    <a:pt x="12233" y="9167"/>
                  </a:cubicBezTo>
                  <a:cubicBezTo>
                    <a:pt x="12233" y="10830"/>
                    <a:pt x="10863" y="12233"/>
                    <a:pt x="9199" y="12233"/>
                  </a:cubicBezTo>
                  <a:cubicBezTo>
                    <a:pt x="7503" y="12233"/>
                    <a:pt x="6133" y="10830"/>
                    <a:pt x="6133" y="9167"/>
                  </a:cubicBezTo>
                  <a:cubicBezTo>
                    <a:pt x="6133" y="7470"/>
                    <a:pt x="7503" y="6100"/>
                    <a:pt x="9199" y="6100"/>
                  </a:cubicBezTo>
                  <a:close/>
                  <a:moveTo>
                    <a:pt x="9199" y="0"/>
                  </a:moveTo>
                  <a:cubicBezTo>
                    <a:pt x="4143" y="0"/>
                    <a:pt x="0" y="4110"/>
                    <a:pt x="0" y="9167"/>
                  </a:cubicBezTo>
                  <a:cubicBezTo>
                    <a:pt x="0" y="14223"/>
                    <a:pt x="4143" y="18333"/>
                    <a:pt x="9199" y="18333"/>
                  </a:cubicBezTo>
                  <a:cubicBezTo>
                    <a:pt x="14255" y="18333"/>
                    <a:pt x="18365" y="14223"/>
                    <a:pt x="18365" y="9167"/>
                  </a:cubicBezTo>
                  <a:cubicBezTo>
                    <a:pt x="18365" y="4110"/>
                    <a:pt x="14255" y="0"/>
                    <a:pt x="9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3"/>
            <p:cNvSpPr/>
            <p:nvPr/>
          </p:nvSpPr>
          <p:spPr>
            <a:xfrm>
              <a:off x="3226900" y="530480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6101" y="6100"/>
                  </a:lnTo>
                  <a:lnTo>
                    <a:pt x="61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3"/>
            <p:cNvSpPr/>
            <p:nvPr/>
          </p:nvSpPr>
          <p:spPr>
            <a:xfrm>
              <a:off x="1850350" y="238125"/>
              <a:ext cx="3899725" cy="5219200"/>
            </a:xfrm>
            <a:custGeom>
              <a:avLst/>
              <a:gdLst/>
              <a:ahLst/>
              <a:cxnLst/>
              <a:rect l="l" t="t" r="r" b="b"/>
              <a:pathLst>
                <a:path w="155989" h="208768" extrusionOk="0">
                  <a:moveTo>
                    <a:pt x="100926" y="6133"/>
                  </a:moveTo>
                  <a:cubicBezTo>
                    <a:pt x="104906" y="6133"/>
                    <a:pt x="108331" y="8677"/>
                    <a:pt x="109571" y="12232"/>
                  </a:cubicBezTo>
                  <a:lnTo>
                    <a:pt x="78256" y="12232"/>
                  </a:lnTo>
                  <a:lnTo>
                    <a:pt x="72156" y="18365"/>
                  </a:lnTo>
                  <a:lnTo>
                    <a:pt x="44103" y="18365"/>
                  </a:lnTo>
                  <a:lnTo>
                    <a:pt x="37970" y="12232"/>
                  </a:lnTo>
                  <a:lnTo>
                    <a:pt x="6655" y="12232"/>
                  </a:lnTo>
                  <a:cubicBezTo>
                    <a:pt x="7927" y="8677"/>
                    <a:pt x="11320" y="6133"/>
                    <a:pt x="15299" y="6133"/>
                  </a:cubicBezTo>
                  <a:close/>
                  <a:moveTo>
                    <a:pt x="113159" y="55454"/>
                  </a:moveTo>
                  <a:cubicBezTo>
                    <a:pt x="133383" y="55454"/>
                    <a:pt x="149856" y="71927"/>
                    <a:pt x="149856" y="92151"/>
                  </a:cubicBezTo>
                  <a:cubicBezTo>
                    <a:pt x="149856" y="112375"/>
                    <a:pt x="133383" y="128848"/>
                    <a:pt x="113159" y="128848"/>
                  </a:cubicBezTo>
                  <a:cubicBezTo>
                    <a:pt x="106570" y="128848"/>
                    <a:pt x="100111" y="127087"/>
                    <a:pt x="94500" y="123760"/>
                  </a:cubicBezTo>
                  <a:lnTo>
                    <a:pt x="93783" y="123336"/>
                  </a:lnTo>
                  <a:lnTo>
                    <a:pt x="82007" y="123336"/>
                  </a:lnTo>
                  <a:lnTo>
                    <a:pt x="82007" y="111527"/>
                  </a:lnTo>
                  <a:lnTo>
                    <a:pt x="81550" y="110810"/>
                  </a:lnTo>
                  <a:cubicBezTo>
                    <a:pt x="78223" y="105199"/>
                    <a:pt x="76461" y="98740"/>
                    <a:pt x="76461" y="92151"/>
                  </a:cubicBezTo>
                  <a:cubicBezTo>
                    <a:pt x="76461" y="71927"/>
                    <a:pt x="92934" y="55454"/>
                    <a:pt x="113159" y="55454"/>
                  </a:cubicBezTo>
                  <a:close/>
                  <a:moveTo>
                    <a:pt x="15299" y="0"/>
                  </a:moveTo>
                  <a:cubicBezTo>
                    <a:pt x="6883" y="0"/>
                    <a:pt x="0" y="6850"/>
                    <a:pt x="0" y="15299"/>
                  </a:cubicBezTo>
                  <a:lnTo>
                    <a:pt x="0" y="27531"/>
                  </a:lnTo>
                  <a:lnTo>
                    <a:pt x="6133" y="27531"/>
                  </a:lnTo>
                  <a:lnTo>
                    <a:pt x="6133" y="18365"/>
                  </a:lnTo>
                  <a:lnTo>
                    <a:pt x="35458" y="18365"/>
                  </a:lnTo>
                  <a:lnTo>
                    <a:pt x="41558" y="24465"/>
                  </a:lnTo>
                  <a:lnTo>
                    <a:pt x="74667" y="24465"/>
                  </a:lnTo>
                  <a:lnTo>
                    <a:pt x="80800" y="18365"/>
                  </a:lnTo>
                  <a:lnTo>
                    <a:pt x="110093" y="18365"/>
                  </a:lnTo>
                  <a:lnTo>
                    <a:pt x="110093" y="49452"/>
                  </a:lnTo>
                  <a:cubicBezTo>
                    <a:pt x="87911" y="51017"/>
                    <a:pt x="70362" y="69578"/>
                    <a:pt x="70362" y="92151"/>
                  </a:cubicBezTo>
                  <a:cubicBezTo>
                    <a:pt x="70362" y="99556"/>
                    <a:pt x="72253" y="106797"/>
                    <a:pt x="75874" y="113191"/>
                  </a:cubicBezTo>
                  <a:lnTo>
                    <a:pt x="75874" y="129436"/>
                  </a:lnTo>
                  <a:lnTo>
                    <a:pt x="92119" y="129436"/>
                  </a:lnTo>
                  <a:cubicBezTo>
                    <a:pt x="97632" y="132567"/>
                    <a:pt x="103764" y="134394"/>
                    <a:pt x="110093" y="134851"/>
                  </a:cubicBezTo>
                  <a:lnTo>
                    <a:pt x="110093" y="165970"/>
                  </a:lnTo>
                  <a:lnTo>
                    <a:pt x="6133" y="165970"/>
                  </a:lnTo>
                  <a:lnTo>
                    <a:pt x="6133" y="33631"/>
                  </a:lnTo>
                  <a:lnTo>
                    <a:pt x="0" y="33631"/>
                  </a:lnTo>
                  <a:lnTo>
                    <a:pt x="0" y="193468"/>
                  </a:lnTo>
                  <a:cubicBezTo>
                    <a:pt x="0" y="201917"/>
                    <a:pt x="6883" y="208767"/>
                    <a:pt x="15299" y="208767"/>
                  </a:cubicBezTo>
                  <a:lnTo>
                    <a:pt x="48930" y="208767"/>
                  </a:lnTo>
                  <a:lnTo>
                    <a:pt x="48930" y="202667"/>
                  </a:lnTo>
                  <a:lnTo>
                    <a:pt x="15299" y="202667"/>
                  </a:lnTo>
                  <a:cubicBezTo>
                    <a:pt x="10243" y="202667"/>
                    <a:pt x="6133" y="198524"/>
                    <a:pt x="6133" y="193468"/>
                  </a:cubicBezTo>
                  <a:lnTo>
                    <a:pt x="6133" y="172070"/>
                  </a:lnTo>
                  <a:lnTo>
                    <a:pt x="110093" y="172070"/>
                  </a:lnTo>
                  <a:lnTo>
                    <a:pt x="110093" y="193468"/>
                  </a:lnTo>
                  <a:cubicBezTo>
                    <a:pt x="110093" y="198524"/>
                    <a:pt x="105982" y="202667"/>
                    <a:pt x="100926" y="202667"/>
                  </a:cubicBezTo>
                  <a:lnTo>
                    <a:pt x="67295" y="202667"/>
                  </a:lnTo>
                  <a:lnTo>
                    <a:pt x="67295" y="208767"/>
                  </a:lnTo>
                  <a:lnTo>
                    <a:pt x="100926" y="208767"/>
                  </a:lnTo>
                  <a:cubicBezTo>
                    <a:pt x="109375" y="208767"/>
                    <a:pt x="116225" y="201917"/>
                    <a:pt x="116225" y="193468"/>
                  </a:cubicBezTo>
                  <a:lnTo>
                    <a:pt x="116225" y="134851"/>
                  </a:lnTo>
                  <a:cubicBezTo>
                    <a:pt x="138407" y="133285"/>
                    <a:pt x="155989" y="114724"/>
                    <a:pt x="155989" y="92151"/>
                  </a:cubicBezTo>
                  <a:cubicBezTo>
                    <a:pt x="155989" y="69578"/>
                    <a:pt x="138407" y="51017"/>
                    <a:pt x="116225" y="49452"/>
                  </a:cubicBezTo>
                  <a:lnTo>
                    <a:pt x="116225" y="15299"/>
                  </a:lnTo>
                  <a:cubicBezTo>
                    <a:pt x="116225" y="6850"/>
                    <a:pt x="109375" y="0"/>
                    <a:pt x="1009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3"/>
            <p:cNvSpPr/>
            <p:nvPr/>
          </p:nvSpPr>
          <p:spPr>
            <a:xfrm>
              <a:off x="3997550" y="2001975"/>
              <a:ext cx="1363525" cy="1193975"/>
            </a:xfrm>
            <a:custGeom>
              <a:avLst/>
              <a:gdLst/>
              <a:ahLst/>
              <a:cxnLst/>
              <a:rect l="l" t="t" r="r" b="b"/>
              <a:pathLst>
                <a:path w="54541" h="47759" extrusionOk="0">
                  <a:moveTo>
                    <a:pt x="15071" y="6103"/>
                  </a:moveTo>
                  <a:cubicBezTo>
                    <a:pt x="18366" y="6103"/>
                    <a:pt x="21823" y="7962"/>
                    <a:pt x="24987" y="11485"/>
                  </a:cubicBezTo>
                  <a:lnTo>
                    <a:pt x="27271" y="13997"/>
                  </a:lnTo>
                  <a:lnTo>
                    <a:pt x="29554" y="11485"/>
                  </a:lnTo>
                  <a:cubicBezTo>
                    <a:pt x="32710" y="7956"/>
                    <a:pt x="36189" y="6112"/>
                    <a:pt x="39455" y="6112"/>
                  </a:cubicBezTo>
                  <a:cubicBezTo>
                    <a:pt x="40476" y="6112"/>
                    <a:pt x="41476" y="6292"/>
                    <a:pt x="42439" y="6657"/>
                  </a:cubicBezTo>
                  <a:cubicBezTo>
                    <a:pt x="46125" y="8092"/>
                    <a:pt x="48441" y="11974"/>
                    <a:pt x="48441" y="16835"/>
                  </a:cubicBezTo>
                  <a:cubicBezTo>
                    <a:pt x="48441" y="18172"/>
                    <a:pt x="48278" y="19477"/>
                    <a:pt x="47984" y="20749"/>
                  </a:cubicBezTo>
                  <a:lnTo>
                    <a:pt x="28934" y="20749"/>
                  </a:lnTo>
                  <a:lnTo>
                    <a:pt x="25542" y="22902"/>
                  </a:lnTo>
                  <a:lnTo>
                    <a:pt x="19409" y="16965"/>
                  </a:lnTo>
                  <a:lnTo>
                    <a:pt x="13440" y="20749"/>
                  </a:lnTo>
                  <a:lnTo>
                    <a:pt x="6557" y="20749"/>
                  </a:lnTo>
                  <a:cubicBezTo>
                    <a:pt x="6264" y="19477"/>
                    <a:pt x="6100" y="18172"/>
                    <a:pt x="6100" y="16835"/>
                  </a:cubicBezTo>
                  <a:cubicBezTo>
                    <a:pt x="6100" y="11974"/>
                    <a:pt x="8417" y="8092"/>
                    <a:pt x="12103" y="6657"/>
                  </a:cubicBezTo>
                  <a:cubicBezTo>
                    <a:pt x="13081" y="6298"/>
                    <a:pt x="14060" y="6103"/>
                    <a:pt x="15071" y="6103"/>
                  </a:cubicBezTo>
                  <a:close/>
                  <a:moveTo>
                    <a:pt x="18627" y="24696"/>
                  </a:moveTo>
                  <a:lnTo>
                    <a:pt x="24726" y="30633"/>
                  </a:lnTo>
                  <a:lnTo>
                    <a:pt x="30728" y="26849"/>
                  </a:lnTo>
                  <a:lnTo>
                    <a:pt x="45505" y="26849"/>
                  </a:lnTo>
                  <a:cubicBezTo>
                    <a:pt x="41624" y="33471"/>
                    <a:pt x="34382" y="38755"/>
                    <a:pt x="27271" y="41300"/>
                  </a:cubicBezTo>
                  <a:cubicBezTo>
                    <a:pt x="20160" y="38755"/>
                    <a:pt x="12918" y="33471"/>
                    <a:pt x="9036" y="26849"/>
                  </a:cubicBezTo>
                  <a:lnTo>
                    <a:pt x="15201" y="26849"/>
                  </a:lnTo>
                  <a:lnTo>
                    <a:pt x="18627" y="24696"/>
                  </a:lnTo>
                  <a:close/>
                  <a:moveTo>
                    <a:pt x="15039" y="1"/>
                  </a:moveTo>
                  <a:cubicBezTo>
                    <a:pt x="13297" y="1"/>
                    <a:pt x="11576" y="312"/>
                    <a:pt x="9917" y="949"/>
                  </a:cubicBezTo>
                  <a:cubicBezTo>
                    <a:pt x="3882" y="3265"/>
                    <a:pt x="1" y="9495"/>
                    <a:pt x="1" y="16835"/>
                  </a:cubicBezTo>
                  <a:cubicBezTo>
                    <a:pt x="1" y="23587"/>
                    <a:pt x="2904" y="30241"/>
                    <a:pt x="8384" y="36080"/>
                  </a:cubicBezTo>
                  <a:cubicBezTo>
                    <a:pt x="13212" y="41234"/>
                    <a:pt x="19572" y="45247"/>
                    <a:pt x="26325" y="47465"/>
                  </a:cubicBezTo>
                  <a:lnTo>
                    <a:pt x="27271" y="47758"/>
                  </a:lnTo>
                  <a:lnTo>
                    <a:pt x="28217" y="47465"/>
                  </a:lnTo>
                  <a:cubicBezTo>
                    <a:pt x="34969" y="45247"/>
                    <a:pt x="41330" y="41234"/>
                    <a:pt x="46158" y="36080"/>
                  </a:cubicBezTo>
                  <a:cubicBezTo>
                    <a:pt x="51638" y="30241"/>
                    <a:pt x="54541" y="23587"/>
                    <a:pt x="54541" y="16835"/>
                  </a:cubicBezTo>
                  <a:cubicBezTo>
                    <a:pt x="54541" y="9495"/>
                    <a:pt x="50659" y="3265"/>
                    <a:pt x="44625" y="949"/>
                  </a:cubicBezTo>
                  <a:cubicBezTo>
                    <a:pt x="42966" y="312"/>
                    <a:pt x="41245" y="1"/>
                    <a:pt x="39503" y="1"/>
                  </a:cubicBezTo>
                  <a:cubicBezTo>
                    <a:pt x="35352" y="1"/>
                    <a:pt x="31085" y="1769"/>
                    <a:pt x="27271" y="5124"/>
                  </a:cubicBezTo>
                  <a:cubicBezTo>
                    <a:pt x="23457" y="1769"/>
                    <a:pt x="19189" y="1"/>
                    <a:pt x="15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3"/>
            <p:cNvSpPr/>
            <p:nvPr/>
          </p:nvSpPr>
          <p:spPr>
            <a:xfrm>
              <a:off x="4296850" y="1155550"/>
              <a:ext cx="153325" cy="153325"/>
            </a:xfrm>
            <a:custGeom>
              <a:avLst/>
              <a:gdLst/>
              <a:ahLst/>
              <a:cxnLst/>
              <a:rect l="l" t="t" r="r" b="b"/>
              <a:pathLst>
                <a:path w="6133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3"/>
            <p:cNvSpPr/>
            <p:nvPr/>
          </p:nvSpPr>
          <p:spPr>
            <a:xfrm>
              <a:off x="4296850" y="849725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3"/>
            <p:cNvSpPr/>
            <p:nvPr/>
          </p:nvSpPr>
          <p:spPr>
            <a:xfrm>
              <a:off x="2377975" y="2656875"/>
              <a:ext cx="917450" cy="152525"/>
            </a:xfrm>
            <a:custGeom>
              <a:avLst/>
              <a:gdLst/>
              <a:ahLst/>
              <a:cxnLst/>
              <a:rect l="l" t="t" r="r" b="b"/>
              <a:pathLst>
                <a:path w="36698" h="6101" extrusionOk="0">
                  <a:moveTo>
                    <a:pt x="1" y="1"/>
                  </a:moveTo>
                  <a:lnTo>
                    <a:pt x="1" y="6100"/>
                  </a:lnTo>
                  <a:lnTo>
                    <a:pt x="36698" y="6100"/>
                  </a:lnTo>
                  <a:lnTo>
                    <a:pt x="366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3"/>
            <p:cNvSpPr/>
            <p:nvPr/>
          </p:nvSpPr>
          <p:spPr>
            <a:xfrm>
              <a:off x="2377975" y="2274400"/>
              <a:ext cx="917450" cy="152525"/>
            </a:xfrm>
            <a:custGeom>
              <a:avLst/>
              <a:gdLst/>
              <a:ahLst/>
              <a:cxnLst/>
              <a:rect l="l" t="t" r="r" b="b"/>
              <a:pathLst>
                <a:path w="36698" h="6101" extrusionOk="0">
                  <a:moveTo>
                    <a:pt x="1" y="1"/>
                  </a:moveTo>
                  <a:lnTo>
                    <a:pt x="1" y="6101"/>
                  </a:lnTo>
                  <a:lnTo>
                    <a:pt x="36698" y="6101"/>
                  </a:lnTo>
                  <a:lnTo>
                    <a:pt x="366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3"/>
            <p:cNvSpPr/>
            <p:nvPr/>
          </p:nvSpPr>
          <p:spPr>
            <a:xfrm>
              <a:off x="2377975" y="3038525"/>
              <a:ext cx="917450" cy="153350"/>
            </a:xfrm>
            <a:custGeom>
              <a:avLst/>
              <a:gdLst/>
              <a:ahLst/>
              <a:cxnLst/>
              <a:rect l="l" t="t" r="r" b="b"/>
              <a:pathLst>
                <a:path w="36698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36698" y="6133"/>
                  </a:lnTo>
                  <a:lnTo>
                    <a:pt x="366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3"/>
            <p:cNvSpPr/>
            <p:nvPr/>
          </p:nvSpPr>
          <p:spPr>
            <a:xfrm>
              <a:off x="2377975" y="1891950"/>
              <a:ext cx="917450" cy="153325"/>
            </a:xfrm>
            <a:custGeom>
              <a:avLst/>
              <a:gdLst/>
              <a:ahLst/>
              <a:cxnLst/>
              <a:rect l="l" t="t" r="r" b="b"/>
              <a:pathLst>
                <a:path w="36698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36698" y="6133"/>
                  </a:lnTo>
                  <a:lnTo>
                    <a:pt x="366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8" name="Google Shape;1678;p53"/>
          <p:cNvGrpSpPr/>
          <p:nvPr/>
        </p:nvGrpSpPr>
        <p:grpSpPr>
          <a:xfrm>
            <a:off x="979493" y="2532997"/>
            <a:ext cx="486846" cy="572546"/>
            <a:chOff x="1581225" y="238125"/>
            <a:chExt cx="4437975" cy="5219200"/>
          </a:xfrm>
        </p:grpSpPr>
        <p:sp>
          <p:nvSpPr>
            <p:cNvPr id="1679" name="Google Shape;1679;p53"/>
            <p:cNvSpPr/>
            <p:nvPr/>
          </p:nvSpPr>
          <p:spPr>
            <a:xfrm>
              <a:off x="1581225" y="238125"/>
              <a:ext cx="4437975" cy="5219200"/>
            </a:xfrm>
            <a:custGeom>
              <a:avLst/>
              <a:gdLst/>
              <a:ahLst/>
              <a:cxnLst/>
              <a:rect l="l" t="t" r="r" b="b"/>
              <a:pathLst>
                <a:path w="177519" h="208768" extrusionOk="0">
                  <a:moveTo>
                    <a:pt x="142615" y="159837"/>
                  </a:moveTo>
                  <a:lnTo>
                    <a:pt x="128588" y="173864"/>
                  </a:lnTo>
                  <a:lnTo>
                    <a:pt x="128588" y="159837"/>
                  </a:lnTo>
                  <a:close/>
                  <a:moveTo>
                    <a:pt x="159186" y="18332"/>
                  </a:moveTo>
                  <a:lnTo>
                    <a:pt x="159186" y="190435"/>
                  </a:lnTo>
                  <a:lnTo>
                    <a:pt x="18333" y="190435"/>
                  </a:lnTo>
                  <a:lnTo>
                    <a:pt x="18333" y="184302"/>
                  </a:lnTo>
                  <a:lnTo>
                    <a:pt x="126794" y="184302"/>
                  </a:lnTo>
                  <a:lnTo>
                    <a:pt x="153053" y="158043"/>
                  </a:lnTo>
                  <a:lnTo>
                    <a:pt x="153053" y="18332"/>
                  </a:lnTo>
                  <a:close/>
                  <a:moveTo>
                    <a:pt x="1" y="0"/>
                  </a:moveTo>
                  <a:lnTo>
                    <a:pt x="1" y="18365"/>
                  </a:lnTo>
                  <a:lnTo>
                    <a:pt x="6101" y="18365"/>
                  </a:lnTo>
                  <a:lnTo>
                    <a:pt x="6101" y="6133"/>
                  </a:lnTo>
                  <a:lnTo>
                    <a:pt x="146953" y="6133"/>
                  </a:lnTo>
                  <a:lnTo>
                    <a:pt x="146953" y="153737"/>
                  </a:lnTo>
                  <a:lnTo>
                    <a:pt x="122489" y="153737"/>
                  </a:lnTo>
                  <a:lnTo>
                    <a:pt x="122489" y="178202"/>
                  </a:lnTo>
                  <a:lnTo>
                    <a:pt x="6101" y="178202"/>
                  </a:lnTo>
                  <a:lnTo>
                    <a:pt x="6101" y="24465"/>
                  </a:lnTo>
                  <a:lnTo>
                    <a:pt x="1" y="24465"/>
                  </a:lnTo>
                  <a:lnTo>
                    <a:pt x="1" y="184302"/>
                  </a:lnTo>
                  <a:lnTo>
                    <a:pt x="12233" y="184302"/>
                  </a:lnTo>
                  <a:lnTo>
                    <a:pt x="12233" y="196535"/>
                  </a:lnTo>
                  <a:lnTo>
                    <a:pt x="24466" y="196535"/>
                  </a:lnTo>
                  <a:lnTo>
                    <a:pt x="24466" y="208767"/>
                  </a:lnTo>
                  <a:lnTo>
                    <a:pt x="140821" y="208767"/>
                  </a:lnTo>
                  <a:lnTo>
                    <a:pt x="140821" y="202667"/>
                  </a:lnTo>
                  <a:lnTo>
                    <a:pt x="30566" y="202667"/>
                  </a:lnTo>
                  <a:lnTo>
                    <a:pt x="30566" y="196535"/>
                  </a:lnTo>
                  <a:lnTo>
                    <a:pt x="165286" y="196535"/>
                  </a:lnTo>
                  <a:lnTo>
                    <a:pt x="165286" y="30565"/>
                  </a:lnTo>
                  <a:lnTo>
                    <a:pt x="171418" y="30565"/>
                  </a:lnTo>
                  <a:lnTo>
                    <a:pt x="171418" y="202667"/>
                  </a:lnTo>
                  <a:lnTo>
                    <a:pt x="159186" y="202667"/>
                  </a:lnTo>
                  <a:lnTo>
                    <a:pt x="159186" y="208767"/>
                  </a:lnTo>
                  <a:lnTo>
                    <a:pt x="177518" y="208767"/>
                  </a:lnTo>
                  <a:lnTo>
                    <a:pt x="177518" y="24465"/>
                  </a:lnTo>
                  <a:lnTo>
                    <a:pt x="165286" y="24465"/>
                  </a:lnTo>
                  <a:lnTo>
                    <a:pt x="165286" y="12232"/>
                  </a:lnTo>
                  <a:lnTo>
                    <a:pt x="153053" y="12232"/>
                  </a:lnTo>
                  <a:lnTo>
                    <a:pt x="1530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3"/>
            <p:cNvSpPr/>
            <p:nvPr/>
          </p:nvSpPr>
          <p:spPr>
            <a:xfrm>
              <a:off x="5255050" y="530480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3"/>
            <p:cNvSpPr/>
            <p:nvPr/>
          </p:nvSpPr>
          <p:spPr>
            <a:xfrm>
              <a:off x="3036075" y="697225"/>
              <a:ext cx="917475" cy="917475"/>
            </a:xfrm>
            <a:custGeom>
              <a:avLst/>
              <a:gdLst/>
              <a:ahLst/>
              <a:cxnLst/>
              <a:rect l="l" t="t" r="r" b="b"/>
              <a:pathLst>
                <a:path w="36699" h="36699" extrusionOk="0">
                  <a:moveTo>
                    <a:pt x="21399" y="6101"/>
                  </a:moveTo>
                  <a:lnTo>
                    <a:pt x="21399" y="15267"/>
                  </a:lnTo>
                  <a:lnTo>
                    <a:pt x="30566" y="15267"/>
                  </a:lnTo>
                  <a:lnTo>
                    <a:pt x="30566" y="21400"/>
                  </a:lnTo>
                  <a:lnTo>
                    <a:pt x="21399" y="21400"/>
                  </a:lnTo>
                  <a:lnTo>
                    <a:pt x="21399" y="30566"/>
                  </a:lnTo>
                  <a:lnTo>
                    <a:pt x="15267" y="30566"/>
                  </a:lnTo>
                  <a:lnTo>
                    <a:pt x="15267" y="21400"/>
                  </a:lnTo>
                  <a:lnTo>
                    <a:pt x="6101" y="21400"/>
                  </a:lnTo>
                  <a:lnTo>
                    <a:pt x="6101" y="15267"/>
                  </a:lnTo>
                  <a:lnTo>
                    <a:pt x="15267" y="15267"/>
                  </a:lnTo>
                  <a:lnTo>
                    <a:pt x="15267" y="6101"/>
                  </a:lnTo>
                  <a:close/>
                  <a:moveTo>
                    <a:pt x="9167" y="1"/>
                  </a:moveTo>
                  <a:lnTo>
                    <a:pt x="9167" y="9167"/>
                  </a:lnTo>
                  <a:lnTo>
                    <a:pt x="1" y="9167"/>
                  </a:lnTo>
                  <a:lnTo>
                    <a:pt x="1" y="27500"/>
                  </a:lnTo>
                  <a:lnTo>
                    <a:pt x="9167" y="27500"/>
                  </a:lnTo>
                  <a:lnTo>
                    <a:pt x="9167" y="36698"/>
                  </a:lnTo>
                  <a:lnTo>
                    <a:pt x="27499" y="36698"/>
                  </a:lnTo>
                  <a:lnTo>
                    <a:pt x="27499" y="27500"/>
                  </a:lnTo>
                  <a:lnTo>
                    <a:pt x="36698" y="27500"/>
                  </a:lnTo>
                  <a:lnTo>
                    <a:pt x="36698" y="9167"/>
                  </a:lnTo>
                  <a:lnTo>
                    <a:pt x="27499" y="9167"/>
                  </a:lnTo>
                  <a:lnTo>
                    <a:pt x="274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3"/>
            <p:cNvSpPr/>
            <p:nvPr/>
          </p:nvSpPr>
          <p:spPr>
            <a:xfrm>
              <a:off x="2882775" y="1940875"/>
              <a:ext cx="1758225" cy="152525"/>
            </a:xfrm>
            <a:custGeom>
              <a:avLst/>
              <a:gdLst/>
              <a:ahLst/>
              <a:cxnLst/>
              <a:rect l="l" t="t" r="r" b="b"/>
              <a:pathLst>
                <a:path w="70329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70329" y="6100"/>
                  </a:lnTo>
                  <a:lnTo>
                    <a:pt x="70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3"/>
            <p:cNvSpPr/>
            <p:nvPr/>
          </p:nvSpPr>
          <p:spPr>
            <a:xfrm>
              <a:off x="2271150" y="3010800"/>
              <a:ext cx="459150" cy="459150"/>
            </a:xfrm>
            <a:custGeom>
              <a:avLst/>
              <a:gdLst/>
              <a:ahLst/>
              <a:cxnLst/>
              <a:rect l="l" t="t" r="r" b="b"/>
              <a:pathLst>
                <a:path w="18366" h="18366" extrusionOk="0">
                  <a:moveTo>
                    <a:pt x="12233" y="6133"/>
                  </a:moveTo>
                  <a:lnTo>
                    <a:pt x="12233" y="12233"/>
                  </a:lnTo>
                  <a:lnTo>
                    <a:pt x="6133" y="12233"/>
                  </a:lnTo>
                  <a:lnTo>
                    <a:pt x="6133" y="6133"/>
                  </a:lnTo>
                  <a:close/>
                  <a:moveTo>
                    <a:pt x="0" y="1"/>
                  </a:moveTo>
                  <a:lnTo>
                    <a:pt x="0" y="18366"/>
                  </a:lnTo>
                  <a:lnTo>
                    <a:pt x="18365" y="18366"/>
                  </a:lnTo>
                  <a:lnTo>
                    <a:pt x="18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3"/>
            <p:cNvSpPr/>
            <p:nvPr/>
          </p:nvSpPr>
          <p:spPr>
            <a:xfrm>
              <a:off x="2271150" y="2399175"/>
              <a:ext cx="459150" cy="459150"/>
            </a:xfrm>
            <a:custGeom>
              <a:avLst/>
              <a:gdLst/>
              <a:ahLst/>
              <a:cxnLst/>
              <a:rect l="l" t="t" r="r" b="b"/>
              <a:pathLst>
                <a:path w="18366" h="18366" extrusionOk="0">
                  <a:moveTo>
                    <a:pt x="12233" y="6133"/>
                  </a:moveTo>
                  <a:lnTo>
                    <a:pt x="12233" y="12233"/>
                  </a:lnTo>
                  <a:lnTo>
                    <a:pt x="6133" y="12233"/>
                  </a:lnTo>
                  <a:lnTo>
                    <a:pt x="6133" y="6133"/>
                  </a:lnTo>
                  <a:close/>
                  <a:moveTo>
                    <a:pt x="0" y="1"/>
                  </a:moveTo>
                  <a:lnTo>
                    <a:pt x="0" y="18366"/>
                  </a:lnTo>
                  <a:lnTo>
                    <a:pt x="18365" y="18366"/>
                  </a:lnTo>
                  <a:lnTo>
                    <a:pt x="18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3"/>
            <p:cNvSpPr/>
            <p:nvPr/>
          </p:nvSpPr>
          <p:spPr>
            <a:xfrm>
              <a:off x="2271150" y="3622425"/>
              <a:ext cx="459150" cy="459150"/>
            </a:xfrm>
            <a:custGeom>
              <a:avLst/>
              <a:gdLst/>
              <a:ahLst/>
              <a:cxnLst/>
              <a:rect l="l" t="t" r="r" b="b"/>
              <a:pathLst>
                <a:path w="18366" h="18366" extrusionOk="0">
                  <a:moveTo>
                    <a:pt x="12233" y="6133"/>
                  </a:moveTo>
                  <a:lnTo>
                    <a:pt x="12233" y="12233"/>
                  </a:lnTo>
                  <a:lnTo>
                    <a:pt x="6133" y="12233"/>
                  </a:lnTo>
                  <a:lnTo>
                    <a:pt x="6133" y="6133"/>
                  </a:lnTo>
                  <a:close/>
                  <a:moveTo>
                    <a:pt x="0" y="0"/>
                  </a:moveTo>
                  <a:lnTo>
                    <a:pt x="0" y="18365"/>
                  </a:lnTo>
                  <a:lnTo>
                    <a:pt x="18365" y="18365"/>
                  </a:lnTo>
                  <a:lnTo>
                    <a:pt x="183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3"/>
            <p:cNvSpPr/>
            <p:nvPr/>
          </p:nvSpPr>
          <p:spPr>
            <a:xfrm>
              <a:off x="2882775" y="2552500"/>
              <a:ext cx="1758225" cy="152525"/>
            </a:xfrm>
            <a:custGeom>
              <a:avLst/>
              <a:gdLst/>
              <a:ahLst/>
              <a:cxnLst/>
              <a:rect l="l" t="t" r="r" b="b"/>
              <a:pathLst>
                <a:path w="70329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70329" y="6100"/>
                  </a:lnTo>
                  <a:lnTo>
                    <a:pt x="70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53"/>
            <p:cNvSpPr/>
            <p:nvPr/>
          </p:nvSpPr>
          <p:spPr>
            <a:xfrm>
              <a:off x="2271150" y="1787550"/>
              <a:ext cx="459150" cy="459150"/>
            </a:xfrm>
            <a:custGeom>
              <a:avLst/>
              <a:gdLst/>
              <a:ahLst/>
              <a:cxnLst/>
              <a:rect l="l" t="t" r="r" b="b"/>
              <a:pathLst>
                <a:path w="18366" h="18366" extrusionOk="0">
                  <a:moveTo>
                    <a:pt x="12233" y="6133"/>
                  </a:moveTo>
                  <a:lnTo>
                    <a:pt x="12233" y="12233"/>
                  </a:lnTo>
                  <a:lnTo>
                    <a:pt x="6133" y="12233"/>
                  </a:lnTo>
                  <a:lnTo>
                    <a:pt x="6133" y="6133"/>
                  </a:lnTo>
                  <a:close/>
                  <a:moveTo>
                    <a:pt x="0" y="1"/>
                  </a:moveTo>
                  <a:lnTo>
                    <a:pt x="0" y="18366"/>
                  </a:lnTo>
                  <a:lnTo>
                    <a:pt x="18365" y="18366"/>
                  </a:lnTo>
                  <a:lnTo>
                    <a:pt x="18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53"/>
            <p:cNvSpPr/>
            <p:nvPr/>
          </p:nvSpPr>
          <p:spPr>
            <a:xfrm>
              <a:off x="2882775" y="3164125"/>
              <a:ext cx="1758225" cy="152500"/>
            </a:xfrm>
            <a:custGeom>
              <a:avLst/>
              <a:gdLst/>
              <a:ahLst/>
              <a:cxnLst/>
              <a:rect l="l" t="t" r="r" b="b"/>
              <a:pathLst>
                <a:path w="70329" h="6100" extrusionOk="0">
                  <a:moveTo>
                    <a:pt x="0" y="0"/>
                  </a:moveTo>
                  <a:lnTo>
                    <a:pt x="0" y="6100"/>
                  </a:lnTo>
                  <a:lnTo>
                    <a:pt x="70329" y="6100"/>
                  </a:lnTo>
                  <a:lnTo>
                    <a:pt x="70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3"/>
            <p:cNvSpPr/>
            <p:nvPr/>
          </p:nvSpPr>
          <p:spPr>
            <a:xfrm>
              <a:off x="2882775" y="3775725"/>
              <a:ext cx="1758225" cy="152525"/>
            </a:xfrm>
            <a:custGeom>
              <a:avLst/>
              <a:gdLst/>
              <a:ahLst/>
              <a:cxnLst/>
              <a:rect l="l" t="t" r="r" b="b"/>
              <a:pathLst>
                <a:path w="70329" h="6101" extrusionOk="0">
                  <a:moveTo>
                    <a:pt x="0" y="1"/>
                  </a:moveTo>
                  <a:lnTo>
                    <a:pt x="0" y="6101"/>
                  </a:lnTo>
                  <a:lnTo>
                    <a:pt x="70329" y="6101"/>
                  </a:lnTo>
                  <a:lnTo>
                    <a:pt x="703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3"/>
            <p:cNvSpPr/>
            <p:nvPr/>
          </p:nvSpPr>
          <p:spPr>
            <a:xfrm>
              <a:off x="4949225" y="543925"/>
              <a:ext cx="152525" cy="153325"/>
            </a:xfrm>
            <a:custGeom>
              <a:avLst/>
              <a:gdLst/>
              <a:ahLst/>
              <a:cxnLst/>
              <a:rect l="l" t="t" r="r" b="b"/>
              <a:pathLst>
                <a:path w="6101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01" y="6133"/>
                  </a:lnTo>
                  <a:lnTo>
                    <a:pt x="61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3"/>
            <p:cNvSpPr/>
            <p:nvPr/>
          </p:nvSpPr>
          <p:spPr>
            <a:xfrm>
              <a:off x="4949225" y="849725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01" y="6133"/>
                  </a:lnTo>
                  <a:lnTo>
                    <a:pt x="61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2" name="Google Shape;1692;p53"/>
          <p:cNvGrpSpPr/>
          <p:nvPr/>
        </p:nvGrpSpPr>
        <p:grpSpPr>
          <a:xfrm>
            <a:off x="1026429" y="1732998"/>
            <a:ext cx="487031" cy="569415"/>
            <a:chOff x="1568175" y="238125"/>
            <a:chExt cx="4464075" cy="5219200"/>
          </a:xfrm>
        </p:grpSpPr>
        <p:sp>
          <p:nvSpPr>
            <p:cNvPr id="1693" name="Google Shape;1693;p53"/>
            <p:cNvSpPr/>
            <p:nvPr/>
          </p:nvSpPr>
          <p:spPr>
            <a:xfrm>
              <a:off x="5420600" y="3607750"/>
              <a:ext cx="153325" cy="152525"/>
            </a:xfrm>
            <a:custGeom>
              <a:avLst/>
              <a:gdLst/>
              <a:ahLst/>
              <a:cxnLst/>
              <a:rect l="l" t="t" r="r" b="b"/>
              <a:pathLst>
                <a:path w="6133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6133" y="6100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3"/>
            <p:cNvSpPr/>
            <p:nvPr/>
          </p:nvSpPr>
          <p:spPr>
            <a:xfrm>
              <a:off x="1568175" y="238125"/>
              <a:ext cx="4005750" cy="5219200"/>
            </a:xfrm>
            <a:custGeom>
              <a:avLst/>
              <a:gdLst/>
              <a:ahLst/>
              <a:cxnLst/>
              <a:rect l="l" t="t" r="r" b="b"/>
              <a:pathLst>
                <a:path w="160230" h="208768" extrusionOk="0">
                  <a:moveTo>
                    <a:pt x="33632" y="6133"/>
                  </a:moveTo>
                  <a:cubicBezTo>
                    <a:pt x="35328" y="6133"/>
                    <a:pt x="36698" y="7503"/>
                    <a:pt x="36698" y="9166"/>
                  </a:cubicBezTo>
                  <a:cubicBezTo>
                    <a:pt x="36698" y="10862"/>
                    <a:pt x="35328" y="12232"/>
                    <a:pt x="33632" y="12232"/>
                  </a:cubicBezTo>
                  <a:lnTo>
                    <a:pt x="30566" y="12232"/>
                  </a:lnTo>
                  <a:lnTo>
                    <a:pt x="30566" y="6133"/>
                  </a:lnTo>
                  <a:close/>
                  <a:moveTo>
                    <a:pt x="85628" y="6100"/>
                  </a:moveTo>
                  <a:lnTo>
                    <a:pt x="85628" y="12232"/>
                  </a:lnTo>
                  <a:lnTo>
                    <a:pt x="82562" y="12232"/>
                  </a:lnTo>
                  <a:cubicBezTo>
                    <a:pt x="80898" y="12232"/>
                    <a:pt x="79496" y="10862"/>
                    <a:pt x="79496" y="9166"/>
                  </a:cubicBezTo>
                  <a:cubicBezTo>
                    <a:pt x="79496" y="7503"/>
                    <a:pt x="80898" y="6100"/>
                    <a:pt x="82562" y="6100"/>
                  </a:cubicBezTo>
                  <a:close/>
                  <a:moveTo>
                    <a:pt x="107027" y="38915"/>
                  </a:moveTo>
                  <a:cubicBezTo>
                    <a:pt x="108723" y="38915"/>
                    <a:pt x="110093" y="40286"/>
                    <a:pt x="110093" y="41982"/>
                  </a:cubicBezTo>
                  <a:lnTo>
                    <a:pt x="110093" y="73819"/>
                  </a:lnTo>
                  <a:cubicBezTo>
                    <a:pt x="110093" y="87943"/>
                    <a:pt x="99361" y="99621"/>
                    <a:pt x="85628" y="101154"/>
                  </a:cubicBezTo>
                  <a:lnTo>
                    <a:pt x="85628" y="94989"/>
                  </a:lnTo>
                  <a:cubicBezTo>
                    <a:pt x="96001" y="93489"/>
                    <a:pt x="103961" y="84583"/>
                    <a:pt x="103961" y="73819"/>
                  </a:cubicBezTo>
                  <a:lnTo>
                    <a:pt x="103961" y="41982"/>
                  </a:lnTo>
                  <a:cubicBezTo>
                    <a:pt x="103961" y="40286"/>
                    <a:pt x="105363" y="38915"/>
                    <a:pt x="107027" y="38915"/>
                  </a:cubicBezTo>
                  <a:close/>
                  <a:moveTo>
                    <a:pt x="76462" y="89085"/>
                  </a:moveTo>
                  <a:cubicBezTo>
                    <a:pt x="78126" y="89085"/>
                    <a:pt x="79496" y="90455"/>
                    <a:pt x="79496" y="92151"/>
                  </a:cubicBezTo>
                  <a:lnTo>
                    <a:pt x="79496" y="104384"/>
                  </a:lnTo>
                  <a:cubicBezTo>
                    <a:pt x="79496" y="106080"/>
                    <a:pt x="78126" y="107450"/>
                    <a:pt x="76462" y="107450"/>
                  </a:cubicBezTo>
                  <a:cubicBezTo>
                    <a:pt x="71406" y="107450"/>
                    <a:pt x="67263" y="111560"/>
                    <a:pt x="67263" y="116616"/>
                  </a:cubicBezTo>
                  <a:cubicBezTo>
                    <a:pt x="67263" y="118312"/>
                    <a:pt x="65893" y="119682"/>
                    <a:pt x="64230" y="119682"/>
                  </a:cubicBezTo>
                  <a:lnTo>
                    <a:pt x="51997" y="119682"/>
                  </a:lnTo>
                  <a:cubicBezTo>
                    <a:pt x="50301" y="119682"/>
                    <a:pt x="48931" y="118312"/>
                    <a:pt x="48931" y="116616"/>
                  </a:cubicBezTo>
                  <a:cubicBezTo>
                    <a:pt x="48931" y="111560"/>
                    <a:pt x="44821" y="107450"/>
                    <a:pt x="39765" y="107450"/>
                  </a:cubicBezTo>
                  <a:cubicBezTo>
                    <a:pt x="38068" y="107450"/>
                    <a:pt x="36698" y="106080"/>
                    <a:pt x="36698" y="104384"/>
                  </a:cubicBezTo>
                  <a:lnTo>
                    <a:pt x="36698" y="92151"/>
                  </a:lnTo>
                  <a:cubicBezTo>
                    <a:pt x="36698" y="90455"/>
                    <a:pt x="38068" y="89085"/>
                    <a:pt x="39765" y="89085"/>
                  </a:cubicBezTo>
                  <a:close/>
                  <a:moveTo>
                    <a:pt x="24466" y="0"/>
                  </a:moveTo>
                  <a:lnTo>
                    <a:pt x="24466" y="6328"/>
                  </a:lnTo>
                  <a:cubicBezTo>
                    <a:pt x="14093" y="7829"/>
                    <a:pt x="6101" y="16767"/>
                    <a:pt x="6101" y="27531"/>
                  </a:cubicBezTo>
                  <a:lnTo>
                    <a:pt x="6101" y="33338"/>
                  </a:lnTo>
                  <a:cubicBezTo>
                    <a:pt x="2545" y="34577"/>
                    <a:pt x="1" y="38002"/>
                    <a:pt x="1" y="41982"/>
                  </a:cubicBezTo>
                  <a:lnTo>
                    <a:pt x="1" y="54214"/>
                  </a:lnTo>
                  <a:lnTo>
                    <a:pt x="6101" y="54214"/>
                  </a:lnTo>
                  <a:lnTo>
                    <a:pt x="6101" y="41982"/>
                  </a:lnTo>
                  <a:cubicBezTo>
                    <a:pt x="6101" y="40286"/>
                    <a:pt x="7504" y="38915"/>
                    <a:pt x="9167" y="38915"/>
                  </a:cubicBezTo>
                  <a:cubicBezTo>
                    <a:pt x="10863" y="38915"/>
                    <a:pt x="12233" y="40286"/>
                    <a:pt x="12233" y="41982"/>
                  </a:cubicBezTo>
                  <a:lnTo>
                    <a:pt x="12233" y="73819"/>
                  </a:lnTo>
                  <a:cubicBezTo>
                    <a:pt x="12233" y="84583"/>
                    <a:pt x="20225" y="93489"/>
                    <a:pt x="30566" y="94989"/>
                  </a:cubicBezTo>
                  <a:lnTo>
                    <a:pt x="30566" y="101154"/>
                  </a:lnTo>
                  <a:cubicBezTo>
                    <a:pt x="16833" y="99621"/>
                    <a:pt x="6101" y="87943"/>
                    <a:pt x="6101" y="73819"/>
                  </a:cubicBezTo>
                  <a:lnTo>
                    <a:pt x="6101" y="60314"/>
                  </a:lnTo>
                  <a:lnTo>
                    <a:pt x="1" y="60314"/>
                  </a:lnTo>
                  <a:lnTo>
                    <a:pt x="1" y="73819"/>
                  </a:lnTo>
                  <a:cubicBezTo>
                    <a:pt x="1" y="91499"/>
                    <a:pt x="13734" y="106015"/>
                    <a:pt x="31055" y="107319"/>
                  </a:cubicBezTo>
                  <a:cubicBezTo>
                    <a:pt x="32295" y="110940"/>
                    <a:pt x="35720" y="113550"/>
                    <a:pt x="39765" y="113550"/>
                  </a:cubicBezTo>
                  <a:cubicBezTo>
                    <a:pt x="41428" y="113550"/>
                    <a:pt x="42798" y="114920"/>
                    <a:pt x="42798" y="116616"/>
                  </a:cubicBezTo>
                  <a:cubicBezTo>
                    <a:pt x="42798" y="121672"/>
                    <a:pt x="46941" y="125782"/>
                    <a:pt x="51997" y="125782"/>
                  </a:cubicBezTo>
                  <a:lnTo>
                    <a:pt x="55031" y="125782"/>
                  </a:lnTo>
                  <a:lnTo>
                    <a:pt x="55031" y="156184"/>
                  </a:lnTo>
                  <a:cubicBezTo>
                    <a:pt x="55031" y="185183"/>
                    <a:pt x="78647" y="208767"/>
                    <a:pt x="107647" y="208767"/>
                  </a:cubicBezTo>
                  <a:cubicBezTo>
                    <a:pt x="136613" y="208767"/>
                    <a:pt x="160230" y="185183"/>
                    <a:pt x="160230" y="156184"/>
                  </a:cubicBezTo>
                  <a:lnTo>
                    <a:pt x="160230" y="147018"/>
                  </a:lnTo>
                  <a:lnTo>
                    <a:pt x="154097" y="147018"/>
                  </a:lnTo>
                  <a:lnTo>
                    <a:pt x="154097" y="156184"/>
                  </a:lnTo>
                  <a:cubicBezTo>
                    <a:pt x="154097" y="181791"/>
                    <a:pt x="133253" y="202667"/>
                    <a:pt x="107647" y="202667"/>
                  </a:cubicBezTo>
                  <a:cubicBezTo>
                    <a:pt x="82007" y="202667"/>
                    <a:pt x="61163" y="181791"/>
                    <a:pt x="61163" y="156184"/>
                  </a:cubicBezTo>
                  <a:lnTo>
                    <a:pt x="61163" y="125782"/>
                  </a:lnTo>
                  <a:lnTo>
                    <a:pt x="64230" y="125782"/>
                  </a:lnTo>
                  <a:cubicBezTo>
                    <a:pt x="69286" y="125782"/>
                    <a:pt x="73396" y="121672"/>
                    <a:pt x="73396" y="116616"/>
                  </a:cubicBezTo>
                  <a:cubicBezTo>
                    <a:pt x="73396" y="114920"/>
                    <a:pt x="74766" y="113550"/>
                    <a:pt x="76462" y="113550"/>
                  </a:cubicBezTo>
                  <a:cubicBezTo>
                    <a:pt x="80474" y="113550"/>
                    <a:pt x="83899" y="110940"/>
                    <a:pt x="85139" y="107319"/>
                  </a:cubicBezTo>
                  <a:cubicBezTo>
                    <a:pt x="102493" y="106015"/>
                    <a:pt x="116193" y="91499"/>
                    <a:pt x="116193" y="73819"/>
                  </a:cubicBezTo>
                  <a:lnTo>
                    <a:pt x="116193" y="41982"/>
                  </a:lnTo>
                  <a:cubicBezTo>
                    <a:pt x="116193" y="38002"/>
                    <a:pt x="113649" y="34577"/>
                    <a:pt x="110093" y="33338"/>
                  </a:cubicBezTo>
                  <a:lnTo>
                    <a:pt x="110093" y="27531"/>
                  </a:lnTo>
                  <a:cubicBezTo>
                    <a:pt x="110093" y="16767"/>
                    <a:pt x="102101" y="7829"/>
                    <a:pt x="91728" y="6328"/>
                  </a:cubicBezTo>
                  <a:lnTo>
                    <a:pt x="91728" y="0"/>
                  </a:lnTo>
                  <a:lnTo>
                    <a:pt x="82562" y="0"/>
                  </a:lnTo>
                  <a:cubicBezTo>
                    <a:pt x="77506" y="0"/>
                    <a:pt x="73396" y="4110"/>
                    <a:pt x="73396" y="9166"/>
                  </a:cubicBezTo>
                  <a:cubicBezTo>
                    <a:pt x="73396" y="14222"/>
                    <a:pt x="77506" y="18365"/>
                    <a:pt x="82562" y="18365"/>
                  </a:cubicBezTo>
                  <a:lnTo>
                    <a:pt x="91728" y="18365"/>
                  </a:lnTo>
                  <a:lnTo>
                    <a:pt x="91728" y="12526"/>
                  </a:lnTo>
                  <a:cubicBezTo>
                    <a:pt x="98709" y="13961"/>
                    <a:pt x="103961" y="20126"/>
                    <a:pt x="103961" y="27531"/>
                  </a:cubicBezTo>
                  <a:lnTo>
                    <a:pt x="103961" y="33338"/>
                  </a:lnTo>
                  <a:cubicBezTo>
                    <a:pt x="100405" y="34577"/>
                    <a:pt x="97861" y="38002"/>
                    <a:pt x="97861" y="41982"/>
                  </a:cubicBezTo>
                  <a:lnTo>
                    <a:pt x="97861" y="73819"/>
                  </a:lnTo>
                  <a:cubicBezTo>
                    <a:pt x="97861" y="81387"/>
                    <a:pt x="92283" y="87715"/>
                    <a:pt x="85041" y="88889"/>
                  </a:cubicBezTo>
                  <a:cubicBezTo>
                    <a:pt x="83704" y="85431"/>
                    <a:pt x="80376" y="82985"/>
                    <a:pt x="76462" y="82985"/>
                  </a:cubicBezTo>
                  <a:lnTo>
                    <a:pt x="39765" y="82985"/>
                  </a:lnTo>
                  <a:cubicBezTo>
                    <a:pt x="35850" y="82985"/>
                    <a:pt x="32490" y="85431"/>
                    <a:pt x="31186" y="88889"/>
                  </a:cubicBezTo>
                  <a:cubicBezTo>
                    <a:pt x="23911" y="87715"/>
                    <a:pt x="18333" y="81387"/>
                    <a:pt x="18333" y="73819"/>
                  </a:cubicBezTo>
                  <a:lnTo>
                    <a:pt x="18333" y="41982"/>
                  </a:lnTo>
                  <a:cubicBezTo>
                    <a:pt x="18333" y="38002"/>
                    <a:pt x="15789" y="34577"/>
                    <a:pt x="12233" y="33338"/>
                  </a:cubicBezTo>
                  <a:lnTo>
                    <a:pt x="12233" y="27531"/>
                  </a:lnTo>
                  <a:cubicBezTo>
                    <a:pt x="12233" y="20126"/>
                    <a:pt x="17485" y="13961"/>
                    <a:pt x="24466" y="12526"/>
                  </a:cubicBezTo>
                  <a:lnTo>
                    <a:pt x="24466" y="18365"/>
                  </a:lnTo>
                  <a:lnTo>
                    <a:pt x="33632" y="18365"/>
                  </a:lnTo>
                  <a:cubicBezTo>
                    <a:pt x="38688" y="18365"/>
                    <a:pt x="42798" y="14222"/>
                    <a:pt x="42798" y="9166"/>
                  </a:cubicBezTo>
                  <a:cubicBezTo>
                    <a:pt x="42798" y="4110"/>
                    <a:pt x="38688" y="0"/>
                    <a:pt x="336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3"/>
            <p:cNvSpPr/>
            <p:nvPr/>
          </p:nvSpPr>
          <p:spPr>
            <a:xfrm>
              <a:off x="4962275" y="1058500"/>
              <a:ext cx="1069975" cy="2395950"/>
            </a:xfrm>
            <a:custGeom>
              <a:avLst/>
              <a:gdLst/>
              <a:ahLst/>
              <a:cxnLst/>
              <a:rect l="l" t="t" r="r" b="b"/>
              <a:pathLst>
                <a:path w="42799" h="95838" extrusionOk="0">
                  <a:moveTo>
                    <a:pt x="21400" y="6100"/>
                  </a:moveTo>
                  <a:cubicBezTo>
                    <a:pt x="29815" y="6100"/>
                    <a:pt x="36698" y="12951"/>
                    <a:pt x="36698" y="21399"/>
                  </a:cubicBezTo>
                  <a:cubicBezTo>
                    <a:pt x="36698" y="29815"/>
                    <a:pt x="29815" y="36698"/>
                    <a:pt x="21400" y="36698"/>
                  </a:cubicBezTo>
                  <a:cubicBezTo>
                    <a:pt x="12951" y="36698"/>
                    <a:pt x="6101" y="29815"/>
                    <a:pt x="6101" y="21399"/>
                  </a:cubicBezTo>
                  <a:cubicBezTo>
                    <a:pt x="6101" y="12951"/>
                    <a:pt x="12951" y="6100"/>
                    <a:pt x="21400" y="6100"/>
                  </a:cubicBezTo>
                  <a:close/>
                  <a:moveTo>
                    <a:pt x="21400" y="1"/>
                  </a:moveTo>
                  <a:cubicBezTo>
                    <a:pt x="9591" y="1"/>
                    <a:pt x="1" y="9591"/>
                    <a:pt x="1" y="21399"/>
                  </a:cubicBezTo>
                  <a:cubicBezTo>
                    <a:pt x="1" y="32164"/>
                    <a:pt x="7960" y="41102"/>
                    <a:pt x="18333" y="42570"/>
                  </a:cubicBezTo>
                  <a:lnTo>
                    <a:pt x="18333" y="95838"/>
                  </a:lnTo>
                  <a:lnTo>
                    <a:pt x="24466" y="95838"/>
                  </a:lnTo>
                  <a:lnTo>
                    <a:pt x="24466" y="42570"/>
                  </a:lnTo>
                  <a:cubicBezTo>
                    <a:pt x="34806" y="41102"/>
                    <a:pt x="42798" y="32164"/>
                    <a:pt x="42798" y="21399"/>
                  </a:cubicBezTo>
                  <a:cubicBezTo>
                    <a:pt x="42798" y="9591"/>
                    <a:pt x="33208" y="1"/>
                    <a:pt x="21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3"/>
            <p:cNvSpPr/>
            <p:nvPr/>
          </p:nvSpPr>
          <p:spPr>
            <a:xfrm>
              <a:off x="5268100" y="1364325"/>
              <a:ext cx="458325" cy="458325"/>
            </a:xfrm>
            <a:custGeom>
              <a:avLst/>
              <a:gdLst/>
              <a:ahLst/>
              <a:cxnLst/>
              <a:rect l="l" t="t" r="r" b="b"/>
              <a:pathLst>
                <a:path w="18333" h="18333" extrusionOk="0">
                  <a:moveTo>
                    <a:pt x="9167" y="6100"/>
                  </a:moveTo>
                  <a:cubicBezTo>
                    <a:pt x="10830" y="6100"/>
                    <a:pt x="12233" y="7470"/>
                    <a:pt x="12233" y="9166"/>
                  </a:cubicBezTo>
                  <a:cubicBezTo>
                    <a:pt x="12233" y="10862"/>
                    <a:pt x="10830" y="12232"/>
                    <a:pt x="9167" y="12232"/>
                  </a:cubicBezTo>
                  <a:cubicBezTo>
                    <a:pt x="7470" y="12232"/>
                    <a:pt x="6100" y="10862"/>
                    <a:pt x="6100" y="9166"/>
                  </a:cubicBezTo>
                  <a:cubicBezTo>
                    <a:pt x="6100" y="7470"/>
                    <a:pt x="7470" y="6100"/>
                    <a:pt x="9167" y="6100"/>
                  </a:cubicBezTo>
                  <a:close/>
                  <a:moveTo>
                    <a:pt x="9167" y="0"/>
                  </a:moveTo>
                  <a:cubicBezTo>
                    <a:pt x="4110" y="0"/>
                    <a:pt x="0" y="4110"/>
                    <a:pt x="0" y="9166"/>
                  </a:cubicBezTo>
                  <a:cubicBezTo>
                    <a:pt x="0" y="14222"/>
                    <a:pt x="4110" y="18332"/>
                    <a:pt x="9167" y="18332"/>
                  </a:cubicBezTo>
                  <a:cubicBezTo>
                    <a:pt x="14223" y="18332"/>
                    <a:pt x="18333" y="14222"/>
                    <a:pt x="18333" y="9166"/>
                  </a:cubicBezTo>
                  <a:cubicBezTo>
                    <a:pt x="18333" y="4110"/>
                    <a:pt x="14223" y="0"/>
                    <a:pt x="9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3"/>
            <p:cNvSpPr/>
            <p:nvPr/>
          </p:nvSpPr>
          <p:spPr>
            <a:xfrm>
              <a:off x="2791425" y="26185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6101" y="6100"/>
                  </a:lnTo>
                  <a:lnTo>
                    <a:pt x="61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3"/>
            <p:cNvSpPr/>
            <p:nvPr/>
          </p:nvSpPr>
          <p:spPr>
            <a:xfrm>
              <a:off x="3097250" y="26185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55"/>
          <p:cNvSpPr txBox="1">
            <a:spLocks noGrp="1"/>
          </p:cNvSpPr>
          <p:nvPr>
            <p:ph type="body" idx="2"/>
          </p:nvPr>
        </p:nvSpPr>
        <p:spPr>
          <a:xfrm>
            <a:off x="4971962" y="1419921"/>
            <a:ext cx="3165300" cy="31743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Questrial"/>
              <a:buChar char="●"/>
            </a:pPr>
            <a:r>
              <a:rPr lang="en-GB" dirty="0"/>
              <a:t>KNIME + Python integration required workflow tuning</a:t>
            </a:r>
          </a:p>
          <a:p>
            <a:pPr marL="139700" lvl="0" indent="0" algn="l" rtl="0"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 lang="en" dirty="0"/>
          </a:p>
          <a:p>
            <a:pPr marL="139700" lvl="0" indent="0" algn="l" rtl="0"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Questrial"/>
              <a:buChar char="●"/>
            </a:pPr>
            <a:r>
              <a:rPr lang="en-GB" dirty="0" err="1"/>
              <a:t>Labeling</a:t>
            </a:r>
            <a:r>
              <a:rPr lang="en-GB" dirty="0"/>
              <a:t> text with thresholds required manual rule-making</a:t>
            </a:r>
            <a:endParaRPr dirty="0"/>
          </a:p>
        </p:txBody>
      </p:sp>
      <p:sp>
        <p:nvSpPr>
          <p:cNvPr id="1727" name="Google Shape;1727;p55"/>
          <p:cNvSpPr/>
          <p:nvPr/>
        </p:nvSpPr>
        <p:spPr>
          <a:xfrm>
            <a:off x="720100" y="1159727"/>
            <a:ext cx="3653100" cy="3538747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55"/>
          <p:cNvSpPr/>
          <p:nvPr/>
        </p:nvSpPr>
        <p:spPr>
          <a:xfrm>
            <a:off x="4742000" y="1159727"/>
            <a:ext cx="3653100" cy="3538747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30" name="Google Shape;173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606647">
            <a:off x="2756026" y="4326850"/>
            <a:ext cx="1854975" cy="1076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55"/>
          <p:cNvSpPr txBox="1">
            <a:spLocks noGrp="1"/>
          </p:cNvSpPr>
          <p:nvPr>
            <p:ph type="body" idx="1"/>
          </p:nvPr>
        </p:nvSpPr>
        <p:spPr>
          <a:xfrm>
            <a:off x="1006738" y="1330712"/>
            <a:ext cx="3165300" cy="3263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41C1D"/>
              </a:buClr>
              <a:buSzPts val="1100"/>
              <a:buFont typeface="Arial"/>
              <a:buNone/>
            </a:pPr>
            <a:endParaRPr b="1" dirty="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Questrial"/>
              <a:buChar char="●"/>
            </a:pPr>
            <a:r>
              <a:rPr lang="en-GB" dirty="0"/>
              <a:t>Medical language complexity (abbreviations, mixed tone)</a:t>
            </a:r>
          </a:p>
          <a:p>
            <a:pPr marL="139700" lvl="0" indent="0" algn="l" rtl="0"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 lang="en-GB" dirty="0"/>
          </a:p>
          <a:p>
            <a:pPr marL="139700" lvl="0" indent="0" algn="l" rtl="0"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 lang="en-GB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Questrial"/>
              <a:buChar char="●"/>
            </a:pPr>
            <a:r>
              <a:rPr lang="en-IN" dirty="0"/>
              <a:t>Small dataset → Limited generalizability</a:t>
            </a:r>
            <a:endParaRPr dirty="0"/>
          </a:p>
        </p:txBody>
      </p:sp>
      <p:sp>
        <p:nvSpPr>
          <p:cNvPr id="1732" name="Google Shape;1732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Challenges Faced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57"/>
          <p:cNvSpPr/>
          <p:nvPr/>
        </p:nvSpPr>
        <p:spPr>
          <a:xfrm>
            <a:off x="1202543" y="81777"/>
            <a:ext cx="6605100" cy="4757852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5" name="Google Shape;222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1699" y="1657586"/>
            <a:ext cx="1220649" cy="1074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6" name="Google Shape;222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538" y="2962140"/>
            <a:ext cx="836950" cy="81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7" name="Google Shape;2227;p57"/>
          <p:cNvSpPr txBox="1">
            <a:spLocks noGrp="1"/>
          </p:cNvSpPr>
          <p:nvPr>
            <p:ph type="ctrTitle"/>
          </p:nvPr>
        </p:nvSpPr>
        <p:spPr>
          <a:xfrm flipH="1">
            <a:off x="2123769" y="-5329"/>
            <a:ext cx="46437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sp>
        <p:nvSpPr>
          <p:cNvPr id="2228" name="Google Shape;2228;p57"/>
          <p:cNvSpPr txBox="1">
            <a:spLocks noGrp="1"/>
          </p:cNvSpPr>
          <p:nvPr>
            <p:ph type="subTitle" idx="1"/>
          </p:nvPr>
        </p:nvSpPr>
        <p:spPr>
          <a:xfrm flipH="1">
            <a:off x="1397617" y="800417"/>
            <a:ext cx="6332362" cy="38517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We successfully built a pipeline to classify radiology reports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Achieved high accuracy with Random Forest and </a:t>
            </a:r>
            <a:r>
              <a:rPr lang="en-GB" dirty="0" err="1"/>
              <a:t>XGBoost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Added value by integrating clinical sentiment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AI can accelerate radiologist decision-making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b="1" dirty="0"/>
              <a:t>	               </a:t>
            </a:r>
            <a:r>
              <a:rPr lang="en-GB" sz="1800" b="1" dirty="0"/>
              <a:t>FUTURE OUTLOOK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Integrate BERT-based NLP models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Use a larger dataset with real-time EMR 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Build a web interface for doctors to input new reports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9" name="Google Shape;1739;p56"/>
          <p:cNvGrpSpPr/>
          <p:nvPr/>
        </p:nvGrpSpPr>
        <p:grpSpPr>
          <a:xfrm>
            <a:off x="3365627" y="1660497"/>
            <a:ext cx="5037756" cy="2961596"/>
            <a:chOff x="1375775" y="1577175"/>
            <a:chExt cx="4855200" cy="2854275"/>
          </a:xfrm>
        </p:grpSpPr>
        <p:sp>
          <p:nvSpPr>
            <p:cNvPr id="1740" name="Google Shape;1740;p56"/>
            <p:cNvSpPr/>
            <p:nvPr/>
          </p:nvSpPr>
          <p:spPr>
            <a:xfrm>
              <a:off x="3409825" y="1762000"/>
              <a:ext cx="2532050" cy="2242950"/>
            </a:xfrm>
            <a:custGeom>
              <a:avLst/>
              <a:gdLst/>
              <a:ahLst/>
              <a:cxnLst/>
              <a:rect l="l" t="t" r="r" b="b"/>
              <a:pathLst>
                <a:path w="101282" h="89718" extrusionOk="0">
                  <a:moveTo>
                    <a:pt x="67526" y="57831"/>
                  </a:moveTo>
                  <a:cubicBezTo>
                    <a:pt x="67568" y="57817"/>
                    <a:pt x="67638" y="57803"/>
                    <a:pt x="67652" y="57817"/>
                  </a:cubicBezTo>
                  <a:cubicBezTo>
                    <a:pt x="67791" y="57957"/>
                    <a:pt x="67959" y="58041"/>
                    <a:pt x="68000" y="58250"/>
                  </a:cubicBezTo>
                  <a:cubicBezTo>
                    <a:pt x="68028" y="58403"/>
                    <a:pt x="68070" y="58585"/>
                    <a:pt x="68126" y="58738"/>
                  </a:cubicBezTo>
                  <a:cubicBezTo>
                    <a:pt x="68238" y="59143"/>
                    <a:pt x="68307" y="59575"/>
                    <a:pt x="68572" y="59938"/>
                  </a:cubicBezTo>
                  <a:cubicBezTo>
                    <a:pt x="68628" y="60007"/>
                    <a:pt x="68642" y="60119"/>
                    <a:pt x="68684" y="60203"/>
                  </a:cubicBezTo>
                  <a:cubicBezTo>
                    <a:pt x="68698" y="60286"/>
                    <a:pt x="68712" y="60398"/>
                    <a:pt x="68726" y="60482"/>
                  </a:cubicBezTo>
                  <a:cubicBezTo>
                    <a:pt x="68851" y="60830"/>
                    <a:pt x="68851" y="61179"/>
                    <a:pt x="68754" y="61542"/>
                  </a:cubicBezTo>
                  <a:cubicBezTo>
                    <a:pt x="68726" y="61639"/>
                    <a:pt x="68698" y="61737"/>
                    <a:pt x="68712" y="61835"/>
                  </a:cubicBezTo>
                  <a:cubicBezTo>
                    <a:pt x="68796" y="62086"/>
                    <a:pt x="68754" y="62351"/>
                    <a:pt x="68656" y="62588"/>
                  </a:cubicBezTo>
                  <a:cubicBezTo>
                    <a:pt x="68558" y="62895"/>
                    <a:pt x="68586" y="63118"/>
                    <a:pt x="68921" y="63243"/>
                  </a:cubicBezTo>
                  <a:cubicBezTo>
                    <a:pt x="68935" y="63243"/>
                    <a:pt x="68977" y="63257"/>
                    <a:pt x="68977" y="63271"/>
                  </a:cubicBezTo>
                  <a:cubicBezTo>
                    <a:pt x="69256" y="63620"/>
                    <a:pt x="69549" y="63997"/>
                    <a:pt x="69814" y="64345"/>
                  </a:cubicBezTo>
                  <a:cubicBezTo>
                    <a:pt x="69953" y="64513"/>
                    <a:pt x="69939" y="64736"/>
                    <a:pt x="69953" y="64973"/>
                  </a:cubicBezTo>
                  <a:cubicBezTo>
                    <a:pt x="69953" y="65015"/>
                    <a:pt x="69981" y="65057"/>
                    <a:pt x="69995" y="65113"/>
                  </a:cubicBezTo>
                  <a:cubicBezTo>
                    <a:pt x="70065" y="65224"/>
                    <a:pt x="70093" y="65364"/>
                    <a:pt x="70093" y="65531"/>
                  </a:cubicBezTo>
                  <a:cubicBezTo>
                    <a:pt x="70065" y="65684"/>
                    <a:pt x="70135" y="65810"/>
                    <a:pt x="70246" y="65908"/>
                  </a:cubicBezTo>
                  <a:cubicBezTo>
                    <a:pt x="70400" y="66061"/>
                    <a:pt x="70539" y="66201"/>
                    <a:pt x="70595" y="66438"/>
                  </a:cubicBezTo>
                  <a:cubicBezTo>
                    <a:pt x="70609" y="66507"/>
                    <a:pt x="70679" y="66535"/>
                    <a:pt x="70734" y="66591"/>
                  </a:cubicBezTo>
                  <a:cubicBezTo>
                    <a:pt x="70804" y="66661"/>
                    <a:pt x="70902" y="66689"/>
                    <a:pt x="70944" y="66786"/>
                  </a:cubicBezTo>
                  <a:cubicBezTo>
                    <a:pt x="71069" y="66996"/>
                    <a:pt x="71250" y="67079"/>
                    <a:pt x="71446" y="67163"/>
                  </a:cubicBezTo>
                  <a:cubicBezTo>
                    <a:pt x="71697" y="67289"/>
                    <a:pt x="71920" y="67414"/>
                    <a:pt x="72143" y="67526"/>
                  </a:cubicBezTo>
                  <a:lnTo>
                    <a:pt x="72129" y="67554"/>
                  </a:lnTo>
                  <a:lnTo>
                    <a:pt x="72185" y="67554"/>
                  </a:lnTo>
                  <a:cubicBezTo>
                    <a:pt x="72157" y="67554"/>
                    <a:pt x="72157" y="67526"/>
                    <a:pt x="72143" y="67526"/>
                  </a:cubicBezTo>
                  <a:cubicBezTo>
                    <a:pt x="72199" y="67498"/>
                    <a:pt x="72227" y="67442"/>
                    <a:pt x="72283" y="67414"/>
                  </a:cubicBezTo>
                  <a:cubicBezTo>
                    <a:pt x="72366" y="67344"/>
                    <a:pt x="72408" y="67247"/>
                    <a:pt x="72352" y="67163"/>
                  </a:cubicBezTo>
                  <a:cubicBezTo>
                    <a:pt x="72269" y="66968"/>
                    <a:pt x="72213" y="66745"/>
                    <a:pt x="72073" y="66591"/>
                  </a:cubicBezTo>
                  <a:cubicBezTo>
                    <a:pt x="71906" y="66382"/>
                    <a:pt x="71864" y="66173"/>
                    <a:pt x="71864" y="65922"/>
                  </a:cubicBezTo>
                  <a:lnTo>
                    <a:pt x="71864" y="65503"/>
                  </a:lnTo>
                  <a:cubicBezTo>
                    <a:pt x="71864" y="65336"/>
                    <a:pt x="71836" y="65154"/>
                    <a:pt x="71711" y="65043"/>
                  </a:cubicBezTo>
                  <a:cubicBezTo>
                    <a:pt x="71529" y="64834"/>
                    <a:pt x="71320" y="64624"/>
                    <a:pt x="71111" y="64429"/>
                  </a:cubicBezTo>
                  <a:cubicBezTo>
                    <a:pt x="70818" y="64317"/>
                    <a:pt x="70651" y="64039"/>
                    <a:pt x="70344" y="63927"/>
                  </a:cubicBezTo>
                  <a:cubicBezTo>
                    <a:pt x="70162" y="63829"/>
                    <a:pt x="70023" y="63662"/>
                    <a:pt x="70023" y="63411"/>
                  </a:cubicBezTo>
                  <a:cubicBezTo>
                    <a:pt x="70023" y="63271"/>
                    <a:pt x="69967" y="63132"/>
                    <a:pt x="69856" y="63034"/>
                  </a:cubicBezTo>
                  <a:cubicBezTo>
                    <a:pt x="69702" y="62881"/>
                    <a:pt x="69632" y="62686"/>
                    <a:pt x="69549" y="62490"/>
                  </a:cubicBezTo>
                  <a:cubicBezTo>
                    <a:pt x="69340" y="62462"/>
                    <a:pt x="69214" y="62323"/>
                    <a:pt x="69200" y="62114"/>
                  </a:cubicBezTo>
                  <a:cubicBezTo>
                    <a:pt x="69186" y="61974"/>
                    <a:pt x="69186" y="61835"/>
                    <a:pt x="69228" y="61695"/>
                  </a:cubicBezTo>
                  <a:cubicBezTo>
                    <a:pt x="69409" y="61165"/>
                    <a:pt x="69577" y="60649"/>
                    <a:pt x="69618" y="60091"/>
                  </a:cubicBezTo>
                  <a:cubicBezTo>
                    <a:pt x="69618" y="60063"/>
                    <a:pt x="69632" y="60035"/>
                    <a:pt x="69646" y="60021"/>
                  </a:cubicBezTo>
                  <a:cubicBezTo>
                    <a:pt x="69688" y="59979"/>
                    <a:pt x="69716" y="59966"/>
                    <a:pt x="69772" y="59952"/>
                  </a:cubicBezTo>
                  <a:cubicBezTo>
                    <a:pt x="69814" y="59952"/>
                    <a:pt x="69884" y="59966"/>
                    <a:pt x="69897" y="59979"/>
                  </a:cubicBezTo>
                  <a:cubicBezTo>
                    <a:pt x="69939" y="60021"/>
                    <a:pt x="69967" y="60049"/>
                    <a:pt x="69967" y="60105"/>
                  </a:cubicBezTo>
                  <a:cubicBezTo>
                    <a:pt x="70009" y="60370"/>
                    <a:pt x="70149" y="60468"/>
                    <a:pt x="70400" y="60468"/>
                  </a:cubicBezTo>
                  <a:cubicBezTo>
                    <a:pt x="70469" y="60468"/>
                    <a:pt x="70567" y="60468"/>
                    <a:pt x="70609" y="60510"/>
                  </a:cubicBezTo>
                  <a:cubicBezTo>
                    <a:pt x="70860" y="60677"/>
                    <a:pt x="71153" y="60802"/>
                    <a:pt x="71292" y="61109"/>
                  </a:cubicBezTo>
                  <a:cubicBezTo>
                    <a:pt x="71446" y="61458"/>
                    <a:pt x="71781" y="61695"/>
                    <a:pt x="72060" y="61932"/>
                  </a:cubicBezTo>
                  <a:cubicBezTo>
                    <a:pt x="72129" y="61904"/>
                    <a:pt x="72213" y="61849"/>
                    <a:pt x="72255" y="61863"/>
                  </a:cubicBezTo>
                  <a:cubicBezTo>
                    <a:pt x="72394" y="61946"/>
                    <a:pt x="72548" y="62016"/>
                    <a:pt x="72534" y="62225"/>
                  </a:cubicBezTo>
                  <a:cubicBezTo>
                    <a:pt x="72520" y="62420"/>
                    <a:pt x="72534" y="62616"/>
                    <a:pt x="72548" y="62811"/>
                  </a:cubicBezTo>
                  <a:cubicBezTo>
                    <a:pt x="72548" y="62853"/>
                    <a:pt x="72673" y="62909"/>
                    <a:pt x="72729" y="62881"/>
                  </a:cubicBezTo>
                  <a:cubicBezTo>
                    <a:pt x="72743" y="62853"/>
                    <a:pt x="72771" y="62853"/>
                    <a:pt x="72799" y="62839"/>
                  </a:cubicBezTo>
                  <a:cubicBezTo>
                    <a:pt x="73078" y="62574"/>
                    <a:pt x="73357" y="62323"/>
                    <a:pt x="73608" y="62044"/>
                  </a:cubicBezTo>
                  <a:cubicBezTo>
                    <a:pt x="73678" y="61974"/>
                    <a:pt x="73733" y="61904"/>
                    <a:pt x="73845" y="61876"/>
                  </a:cubicBezTo>
                  <a:cubicBezTo>
                    <a:pt x="74208" y="61807"/>
                    <a:pt x="74487" y="61556"/>
                    <a:pt x="74752" y="61319"/>
                  </a:cubicBezTo>
                  <a:cubicBezTo>
                    <a:pt x="74905" y="61179"/>
                    <a:pt x="74989" y="60998"/>
                    <a:pt x="75058" y="60761"/>
                  </a:cubicBezTo>
                  <a:cubicBezTo>
                    <a:pt x="75142" y="60440"/>
                    <a:pt x="75198" y="60119"/>
                    <a:pt x="75058" y="59784"/>
                  </a:cubicBezTo>
                  <a:cubicBezTo>
                    <a:pt x="75045" y="59770"/>
                    <a:pt x="75058" y="59742"/>
                    <a:pt x="75058" y="59714"/>
                  </a:cubicBezTo>
                  <a:cubicBezTo>
                    <a:pt x="75003" y="59282"/>
                    <a:pt x="74835" y="58878"/>
                    <a:pt x="74640" y="58501"/>
                  </a:cubicBezTo>
                  <a:cubicBezTo>
                    <a:pt x="74570" y="58347"/>
                    <a:pt x="74445" y="58222"/>
                    <a:pt x="74347" y="58096"/>
                  </a:cubicBezTo>
                  <a:cubicBezTo>
                    <a:pt x="74124" y="57859"/>
                    <a:pt x="73817" y="57678"/>
                    <a:pt x="73538" y="57483"/>
                  </a:cubicBezTo>
                  <a:cubicBezTo>
                    <a:pt x="73371" y="57371"/>
                    <a:pt x="73189" y="57232"/>
                    <a:pt x="73147" y="56994"/>
                  </a:cubicBezTo>
                  <a:cubicBezTo>
                    <a:pt x="73120" y="56883"/>
                    <a:pt x="73022" y="56785"/>
                    <a:pt x="72938" y="56715"/>
                  </a:cubicBezTo>
                  <a:cubicBezTo>
                    <a:pt x="72869" y="56646"/>
                    <a:pt x="72799" y="56604"/>
                    <a:pt x="72729" y="56534"/>
                  </a:cubicBezTo>
                  <a:cubicBezTo>
                    <a:pt x="72687" y="56492"/>
                    <a:pt x="72659" y="56437"/>
                    <a:pt x="72659" y="56409"/>
                  </a:cubicBezTo>
                  <a:cubicBezTo>
                    <a:pt x="72659" y="56144"/>
                    <a:pt x="72562" y="55879"/>
                    <a:pt x="72827" y="55669"/>
                  </a:cubicBezTo>
                  <a:cubicBezTo>
                    <a:pt x="72952" y="55586"/>
                    <a:pt x="73008" y="55446"/>
                    <a:pt x="73036" y="55307"/>
                  </a:cubicBezTo>
                  <a:cubicBezTo>
                    <a:pt x="73050" y="55209"/>
                    <a:pt x="73106" y="55111"/>
                    <a:pt x="73189" y="55084"/>
                  </a:cubicBezTo>
                  <a:cubicBezTo>
                    <a:pt x="73468" y="54930"/>
                    <a:pt x="73733" y="54763"/>
                    <a:pt x="74012" y="54623"/>
                  </a:cubicBezTo>
                  <a:cubicBezTo>
                    <a:pt x="74068" y="54595"/>
                    <a:pt x="74152" y="54595"/>
                    <a:pt x="74222" y="54609"/>
                  </a:cubicBezTo>
                  <a:cubicBezTo>
                    <a:pt x="74291" y="54623"/>
                    <a:pt x="74361" y="54665"/>
                    <a:pt x="74431" y="54679"/>
                  </a:cubicBezTo>
                  <a:cubicBezTo>
                    <a:pt x="74612" y="54721"/>
                    <a:pt x="74724" y="54791"/>
                    <a:pt x="74766" y="55000"/>
                  </a:cubicBezTo>
                  <a:cubicBezTo>
                    <a:pt x="74779" y="55139"/>
                    <a:pt x="74891" y="55251"/>
                    <a:pt x="75003" y="55349"/>
                  </a:cubicBezTo>
                  <a:cubicBezTo>
                    <a:pt x="75128" y="55432"/>
                    <a:pt x="75323" y="55376"/>
                    <a:pt x="75337" y="55223"/>
                  </a:cubicBezTo>
                  <a:cubicBezTo>
                    <a:pt x="75351" y="55153"/>
                    <a:pt x="75337" y="55084"/>
                    <a:pt x="75337" y="55014"/>
                  </a:cubicBezTo>
                  <a:lnTo>
                    <a:pt x="75351" y="55028"/>
                  </a:lnTo>
                  <a:lnTo>
                    <a:pt x="75379" y="54986"/>
                  </a:lnTo>
                  <a:lnTo>
                    <a:pt x="75351" y="55014"/>
                  </a:lnTo>
                  <a:cubicBezTo>
                    <a:pt x="75337" y="54972"/>
                    <a:pt x="75310" y="54944"/>
                    <a:pt x="75310" y="54902"/>
                  </a:cubicBezTo>
                  <a:cubicBezTo>
                    <a:pt x="75310" y="54874"/>
                    <a:pt x="75351" y="54818"/>
                    <a:pt x="75393" y="54805"/>
                  </a:cubicBezTo>
                  <a:cubicBezTo>
                    <a:pt x="75728" y="54749"/>
                    <a:pt x="76007" y="54553"/>
                    <a:pt x="76328" y="54470"/>
                  </a:cubicBezTo>
                  <a:cubicBezTo>
                    <a:pt x="76593" y="54400"/>
                    <a:pt x="76858" y="54219"/>
                    <a:pt x="76983" y="53940"/>
                  </a:cubicBezTo>
                  <a:cubicBezTo>
                    <a:pt x="77011" y="53856"/>
                    <a:pt x="77081" y="53856"/>
                    <a:pt x="77137" y="53912"/>
                  </a:cubicBezTo>
                  <a:cubicBezTo>
                    <a:pt x="77220" y="53968"/>
                    <a:pt x="77290" y="54037"/>
                    <a:pt x="77402" y="53982"/>
                  </a:cubicBezTo>
                  <a:cubicBezTo>
                    <a:pt x="77583" y="53898"/>
                    <a:pt x="77792" y="53828"/>
                    <a:pt x="78002" y="53800"/>
                  </a:cubicBezTo>
                  <a:cubicBezTo>
                    <a:pt x="78169" y="53786"/>
                    <a:pt x="78322" y="53717"/>
                    <a:pt x="78476" y="53647"/>
                  </a:cubicBezTo>
                  <a:cubicBezTo>
                    <a:pt x="78629" y="53591"/>
                    <a:pt x="78769" y="53493"/>
                    <a:pt x="78825" y="53312"/>
                  </a:cubicBezTo>
                  <a:cubicBezTo>
                    <a:pt x="78839" y="53242"/>
                    <a:pt x="78908" y="53228"/>
                    <a:pt x="78978" y="53200"/>
                  </a:cubicBezTo>
                  <a:cubicBezTo>
                    <a:pt x="79215" y="53033"/>
                    <a:pt x="79466" y="52894"/>
                    <a:pt x="79578" y="52601"/>
                  </a:cubicBezTo>
                  <a:cubicBezTo>
                    <a:pt x="79578" y="52587"/>
                    <a:pt x="79592" y="52545"/>
                    <a:pt x="79606" y="52545"/>
                  </a:cubicBezTo>
                  <a:cubicBezTo>
                    <a:pt x="79815" y="52447"/>
                    <a:pt x="79913" y="52252"/>
                    <a:pt x="79982" y="52043"/>
                  </a:cubicBezTo>
                  <a:cubicBezTo>
                    <a:pt x="80010" y="51973"/>
                    <a:pt x="80080" y="51973"/>
                    <a:pt x="80150" y="51945"/>
                  </a:cubicBezTo>
                  <a:cubicBezTo>
                    <a:pt x="80275" y="51889"/>
                    <a:pt x="80303" y="51833"/>
                    <a:pt x="80275" y="51708"/>
                  </a:cubicBezTo>
                  <a:cubicBezTo>
                    <a:pt x="80219" y="51527"/>
                    <a:pt x="80219" y="51345"/>
                    <a:pt x="80233" y="51150"/>
                  </a:cubicBezTo>
                  <a:cubicBezTo>
                    <a:pt x="80233" y="51038"/>
                    <a:pt x="80192" y="50941"/>
                    <a:pt x="80345" y="50857"/>
                  </a:cubicBezTo>
                  <a:cubicBezTo>
                    <a:pt x="80568" y="50732"/>
                    <a:pt x="80680" y="50522"/>
                    <a:pt x="80708" y="50271"/>
                  </a:cubicBezTo>
                  <a:cubicBezTo>
                    <a:pt x="80722" y="50104"/>
                    <a:pt x="80777" y="49992"/>
                    <a:pt x="80889" y="49881"/>
                  </a:cubicBezTo>
                  <a:cubicBezTo>
                    <a:pt x="81056" y="49755"/>
                    <a:pt x="81112" y="49588"/>
                    <a:pt x="81112" y="49379"/>
                  </a:cubicBezTo>
                  <a:cubicBezTo>
                    <a:pt x="81112" y="49253"/>
                    <a:pt x="81126" y="49127"/>
                    <a:pt x="81196" y="49030"/>
                  </a:cubicBezTo>
                  <a:cubicBezTo>
                    <a:pt x="81321" y="48821"/>
                    <a:pt x="81238" y="48667"/>
                    <a:pt x="81112" y="48500"/>
                  </a:cubicBezTo>
                  <a:cubicBezTo>
                    <a:pt x="81042" y="48416"/>
                    <a:pt x="80931" y="48346"/>
                    <a:pt x="80847" y="48263"/>
                  </a:cubicBezTo>
                  <a:cubicBezTo>
                    <a:pt x="80777" y="48207"/>
                    <a:pt x="80694" y="48207"/>
                    <a:pt x="80582" y="48207"/>
                  </a:cubicBezTo>
                  <a:lnTo>
                    <a:pt x="80582" y="48221"/>
                  </a:lnTo>
                  <a:lnTo>
                    <a:pt x="80554" y="48221"/>
                  </a:lnTo>
                  <a:lnTo>
                    <a:pt x="80568" y="48207"/>
                  </a:lnTo>
                  <a:lnTo>
                    <a:pt x="80582" y="48207"/>
                  </a:lnTo>
                  <a:cubicBezTo>
                    <a:pt x="80610" y="48137"/>
                    <a:pt x="80610" y="48067"/>
                    <a:pt x="80638" y="48039"/>
                  </a:cubicBezTo>
                  <a:cubicBezTo>
                    <a:pt x="80708" y="47942"/>
                    <a:pt x="80819" y="47872"/>
                    <a:pt x="80903" y="47788"/>
                  </a:cubicBezTo>
                  <a:cubicBezTo>
                    <a:pt x="80973" y="47719"/>
                    <a:pt x="80973" y="47635"/>
                    <a:pt x="80917" y="47551"/>
                  </a:cubicBezTo>
                  <a:cubicBezTo>
                    <a:pt x="80847" y="47398"/>
                    <a:pt x="80694" y="47328"/>
                    <a:pt x="80582" y="47216"/>
                  </a:cubicBezTo>
                  <a:lnTo>
                    <a:pt x="80568" y="47216"/>
                  </a:lnTo>
                  <a:lnTo>
                    <a:pt x="80540" y="47175"/>
                  </a:lnTo>
                  <a:lnTo>
                    <a:pt x="80582" y="47203"/>
                  </a:lnTo>
                  <a:lnTo>
                    <a:pt x="80582" y="47203"/>
                  </a:lnTo>
                  <a:cubicBezTo>
                    <a:pt x="80624" y="47203"/>
                    <a:pt x="80680" y="47175"/>
                    <a:pt x="80708" y="47161"/>
                  </a:cubicBezTo>
                  <a:cubicBezTo>
                    <a:pt x="80861" y="47077"/>
                    <a:pt x="80903" y="46938"/>
                    <a:pt x="80791" y="46812"/>
                  </a:cubicBezTo>
                  <a:cubicBezTo>
                    <a:pt x="80708" y="46728"/>
                    <a:pt x="80638" y="46617"/>
                    <a:pt x="80540" y="46575"/>
                  </a:cubicBezTo>
                  <a:cubicBezTo>
                    <a:pt x="80359" y="46463"/>
                    <a:pt x="80233" y="46324"/>
                    <a:pt x="80150" y="46156"/>
                  </a:cubicBezTo>
                  <a:cubicBezTo>
                    <a:pt x="80052" y="45905"/>
                    <a:pt x="79913" y="45682"/>
                    <a:pt x="79787" y="45459"/>
                  </a:cubicBezTo>
                  <a:cubicBezTo>
                    <a:pt x="79717" y="45306"/>
                    <a:pt x="79606" y="45180"/>
                    <a:pt x="79452" y="45110"/>
                  </a:cubicBezTo>
                  <a:cubicBezTo>
                    <a:pt x="79369" y="45068"/>
                    <a:pt x="79285" y="45013"/>
                    <a:pt x="79187" y="44971"/>
                  </a:cubicBezTo>
                  <a:cubicBezTo>
                    <a:pt x="79006" y="44859"/>
                    <a:pt x="78936" y="44692"/>
                    <a:pt x="78950" y="44483"/>
                  </a:cubicBezTo>
                  <a:cubicBezTo>
                    <a:pt x="78964" y="44343"/>
                    <a:pt x="78964" y="44204"/>
                    <a:pt x="79076" y="44078"/>
                  </a:cubicBezTo>
                  <a:cubicBezTo>
                    <a:pt x="79145" y="43994"/>
                    <a:pt x="79229" y="43883"/>
                    <a:pt x="79257" y="43785"/>
                  </a:cubicBezTo>
                  <a:cubicBezTo>
                    <a:pt x="79355" y="43576"/>
                    <a:pt x="79508" y="43436"/>
                    <a:pt x="79703" y="43311"/>
                  </a:cubicBezTo>
                  <a:cubicBezTo>
                    <a:pt x="79871" y="43185"/>
                    <a:pt x="80080" y="43116"/>
                    <a:pt x="80303" y="43102"/>
                  </a:cubicBezTo>
                  <a:cubicBezTo>
                    <a:pt x="80401" y="43102"/>
                    <a:pt x="80429" y="43032"/>
                    <a:pt x="80443" y="42962"/>
                  </a:cubicBezTo>
                  <a:cubicBezTo>
                    <a:pt x="80471" y="42892"/>
                    <a:pt x="80471" y="42823"/>
                    <a:pt x="80471" y="42753"/>
                  </a:cubicBezTo>
                  <a:cubicBezTo>
                    <a:pt x="80471" y="42627"/>
                    <a:pt x="80359" y="42516"/>
                    <a:pt x="80261" y="42488"/>
                  </a:cubicBezTo>
                  <a:cubicBezTo>
                    <a:pt x="80136" y="42488"/>
                    <a:pt x="80010" y="42516"/>
                    <a:pt x="79913" y="42488"/>
                  </a:cubicBezTo>
                  <a:cubicBezTo>
                    <a:pt x="79815" y="42488"/>
                    <a:pt x="79717" y="42488"/>
                    <a:pt x="79634" y="42460"/>
                  </a:cubicBezTo>
                  <a:cubicBezTo>
                    <a:pt x="79536" y="42418"/>
                    <a:pt x="79452" y="42362"/>
                    <a:pt x="79383" y="42321"/>
                  </a:cubicBezTo>
                  <a:cubicBezTo>
                    <a:pt x="79299" y="42265"/>
                    <a:pt x="79187" y="42293"/>
                    <a:pt x="79104" y="42334"/>
                  </a:cubicBezTo>
                  <a:cubicBezTo>
                    <a:pt x="78936" y="42418"/>
                    <a:pt x="78825" y="42600"/>
                    <a:pt x="78685" y="42739"/>
                  </a:cubicBezTo>
                  <a:cubicBezTo>
                    <a:pt x="78629" y="42781"/>
                    <a:pt x="78560" y="42809"/>
                    <a:pt x="78490" y="42823"/>
                  </a:cubicBezTo>
                  <a:cubicBezTo>
                    <a:pt x="78392" y="42865"/>
                    <a:pt x="78267" y="42809"/>
                    <a:pt x="78197" y="42669"/>
                  </a:cubicBezTo>
                  <a:cubicBezTo>
                    <a:pt x="78127" y="42474"/>
                    <a:pt x="78043" y="42334"/>
                    <a:pt x="77820" y="42279"/>
                  </a:cubicBezTo>
                  <a:cubicBezTo>
                    <a:pt x="77611" y="42223"/>
                    <a:pt x="77444" y="42056"/>
                    <a:pt x="77304" y="41874"/>
                  </a:cubicBezTo>
                  <a:cubicBezTo>
                    <a:pt x="77193" y="41749"/>
                    <a:pt x="77290" y="41442"/>
                    <a:pt x="77472" y="41414"/>
                  </a:cubicBezTo>
                  <a:cubicBezTo>
                    <a:pt x="77541" y="41386"/>
                    <a:pt x="77611" y="41386"/>
                    <a:pt x="77681" y="41386"/>
                  </a:cubicBezTo>
                  <a:cubicBezTo>
                    <a:pt x="77834" y="41372"/>
                    <a:pt x="77960" y="41302"/>
                    <a:pt x="77988" y="41149"/>
                  </a:cubicBezTo>
                  <a:cubicBezTo>
                    <a:pt x="78057" y="40870"/>
                    <a:pt x="78113" y="40591"/>
                    <a:pt x="78420" y="40451"/>
                  </a:cubicBezTo>
                  <a:cubicBezTo>
                    <a:pt x="78490" y="40410"/>
                    <a:pt x="78532" y="40298"/>
                    <a:pt x="78587" y="40228"/>
                  </a:cubicBezTo>
                  <a:cubicBezTo>
                    <a:pt x="78657" y="40103"/>
                    <a:pt x="78699" y="39963"/>
                    <a:pt x="78797" y="39838"/>
                  </a:cubicBezTo>
                  <a:cubicBezTo>
                    <a:pt x="78825" y="39782"/>
                    <a:pt x="78894" y="39740"/>
                    <a:pt x="78964" y="39740"/>
                  </a:cubicBezTo>
                  <a:cubicBezTo>
                    <a:pt x="79159" y="39684"/>
                    <a:pt x="79285" y="39782"/>
                    <a:pt x="79396" y="39907"/>
                  </a:cubicBezTo>
                  <a:cubicBezTo>
                    <a:pt x="79508" y="40019"/>
                    <a:pt x="79466" y="40131"/>
                    <a:pt x="79396" y="40242"/>
                  </a:cubicBezTo>
                  <a:cubicBezTo>
                    <a:pt x="79383" y="40270"/>
                    <a:pt x="79369" y="40326"/>
                    <a:pt x="79327" y="40368"/>
                  </a:cubicBezTo>
                  <a:cubicBezTo>
                    <a:pt x="79243" y="40521"/>
                    <a:pt x="79215" y="40675"/>
                    <a:pt x="79299" y="40828"/>
                  </a:cubicBezTo>
                  <a:cubicBezTo>
                    <a:pt x="79327" y="40898"/>
                    <a:pt x="79327" y="40968"/>
                    <a:pt x="79369" y="41051"/>
                  </a:cubicBezTo>
                  <a:cubicBezTo>
                    <a:pt x="79410" y="41149"/>
                    <a:pt x="79327" y="41219"/>
                    <a:pt x="79285" y="41288"/>
                  </a:cubicBezTo>
                  <a:cubicBezTo>
                    <a:pt x="79257" y="41302"/>
                    <a:pt x="79243" y="41344"/>
                    <a:pt x="79243" y="41358"/>
                  </a:cubicBezTo>
                  <a:cubicBezTo>
                    <a:pt x="79243" y="41400"/>
                    <a:pt x="79257" y="41442"/>
                    <a:pt x="79285" y="41484"/>
                  </a:cubicBezTo>
                  <a:cubicBezTo>
                    <a:pt x="79313" y="41498"/>
                    <a:pt x="79369" y="41512"/>
                    <a:pt x="79396" y="41498"/>
                  </a:cubicBezTo>
                  <a:cubicBezTo>
                    <a:pt x="79564" y="41428"/>
                    <a:pt x="79675" y="41302"/>
                    <a:pt x="79773" y="41163"/>
                  </a:cubicBezTo>
                  <a:cubicBezTo>
                    <a:pt x="80010" y="40800"/>
                    <a:pt x="80401" y="40661"/>
                    <a:pt x="80791" y="40591"/>
                  </a:cubicBezTo>
                  <a:cubicBezTo>
                    <a:pt x="80861" y="40577"/>
                    <a:pt x="80931" y="40605"/>
                    <a:pt x="81001" y="40633"/>
                  </a:cubicBezTo>
                  <a:cubicBezTo>
                    <a:pt x="81070" y="40647"/>
                    <a:pt x="81140" y="40675"/>
                    <a:pt x="81210" y="40702"/>
                  </a:cubicBezTo>
                  <a:cubicBezTo>
                    <a:pt x="81517" y="40786"/>
                    <a:pt x="81517" y="40786"/>
                    <a:pt x="81489" y="41079"/>
                  </a:cubicBezTo>
                  <a:lnTo>
                    <a:pt x="81489" y="41790"/>
                  </a:lnTo>
                  <a:cubicBezTo>
                    <a:pt x="81489" y="41916"/>
                    <a:pt x="81545" y="42028"/>
                    <a:pt x="81628" y="42111"/>
                  </a:cubicBezTo>
                  <a:cubicBezTo>
                    <a:pt x="81698" y="42181"/>
                    <a:pt x="81768" y="42237"/>
                    <a:pt x="81879" y="42195"/>
                  </a:cubicBezTo>
                  <a:cubicBezTo>
                    <a:pt x="81949" y="42181"/>
                    <a:pt x="82019" y="42139"/>
                    <a:pt x="82089" y="42139"/>
                  </a:cubicBezTo>
                  <a:cubicBezTo>
                    <a:pt x="82214" y="42125"/>
                    <a:pt x="82326" y="42139"/>
                    <a:pt x="82423" y="42237"/>
                  </a:cubicBezTo>
                  <a:cubicBezTo>
                    <a:pt x="82507" y="42307"/>
                    <a:pt x="82591" y="42404"/>
                    <a:pt x="82660" y="42488"/>
                  </a:cubicBezTo>
                  <a:cubicBezTo>
                    <a:pt x="82730" y="42586"/>
                    <a:pt x="82730" y="42655"/>
                    <a:pt x="82605" y="42795"/>
                  </a:cubicBezTo>
                  <a:cubicBezTo>
                    <a:pt x="82521" y="42906"/>
                    <a:pt x="82507" y="42948"/>
                    <a:pt x="82577" y="43032"/>
                  </a:cubicBezTo>
                  <a:cubicBezTo>
                    <a:pt x="82842" y="43297"/>
                    <a:pt x="82912" y="43590"/>
                    <a:pt x="82870" y="43953"/>
                  </a:cubicBezTo>
                  <a:cubicBezTo>
                    <a:pt x="82856" y="44050"/>
                    <a:pt x="82856" y="44148"/>
                    <a:pt x="82856" y="44231"/>
                  </a:cubicBezTo>
                  <a:cubicBezTo>
                    <a:pt x="82856" y="44427"/>
                    <a:pt x="82981" y="44580"/>
                    <a:pt x="83065" y="44762"/>
                  </a:cubicBezTo>
                  <a:cubicBezTo>
                    <a:pt x="83065" y="44775"/>
                    <a:pt x="83121" y="44775"/>
                    <a:pt x="83135" y="44775"/>
                  </a:cubicBezTo>
                  <a:cubicBezTo>
                    <a:pt x="83260" y="44762"/>
                    <a:pt x="83358" y="44692"/>
                    <a:pt x="83442" y="44608"/>
                  </a:cubicBezTo>
                  <a:cubicBezTo>
                    <a:pt x="83567" y="44483"/>
                    <a:pt x="83721" y="44413"/>
                    <a:pt x="83902" y="44427"/>
                  </a:cubicBezTo>
                  <a:lnTo>
                    <a:pt x="84111" y="44427"/>
                  </a:lnTo>
                  <a:cubicBezTo>
                    <a:pt x="84278" y="44469"/>
                    <a:pt x="84376" y="44357"/>
                    <a:pt x="84460" y="44231"/>
                  </a:cubicBezTo>
                  <a:cubicBezTo>
                    <a:pt x="84655" y="43994"/>
                    <a:pt x="84725" y="43729"/>
                    <a:pt x="84613" y="43436"/>
                  </a:cubicBezTo>
                  <a:cubicBezTo>
                    <a:pt x="84557" y="43297"/>
                    <a:pt x="84544" y="43157"/>
                    <a:pt x="84488" y="43018"/>
                  </a:cubicBezTo>
                  <a:cubicBezTo>
                    <a:pt x="84320" y="42460"/>
                    <a:pt x="84334" y="42460"/>
                    <a:pt x="83958" y="42028"/>
                  </a:cubicBezTo>
                  <a:cubicBezTo>
                    <a:pt x="83818" y="41860"/>
                    <a:pt x="83679" y="41693"/>
                    <a:pt x="83567" y="41498"/>
                  </a:cubicBezTo>
                  <a:cubicBezTo>
                    <a:pt x="83483" y="41330"/>
                    <a:pt x="83344" y="41191"/>
                    <a:pt x="83190" y="41079"/>
                  </a:cubicBezTo>
                  <a:cubicBezTo>
                    <a:pt x="83065" y="41009"/>
                    <a:pt x="82939" y="40926"/>
                    <a:pt x="82842" y="40842"/>
                  </a:cubicBezTo>
                  <a:cubicBezTo>
                    <a:pt x="82716" y="40744"/>
                    <a:pt x="82674" y="40507"/>
                    <a:pt x="82772" y="40382"/>
                  </a:cubicBezTo>
                  <a:cubicBezTo>
                    <a:pt x="82814" y="40312"/>
                    <a:pt x="82870" y="40228"/>
                    <a:pt x="82953" y="40172"/>
                  </a:cubicBezTo>
                  <a:cubicBezTo>
                    <a:pt x="83093" y="40075"/>
                    <a:pt x="83190" y="39949"/>
                    <a:pt x="83302" y="39824"/>
                  </a:cubicBezTo>
                  <a:cubicBezTo>
                    <a:pt x="83581" y="39517"/>
                    <a:pt x="83707" y="39196"/>
                    <a:pt x="83553" y="38778"/>
                  </a:cubicBezTo>
                  <a:cubicBezTo>
                    <a:pt x="83442" y="38485"/>
                    <a:pt x="83553" y="38220"/>
                    <a:pt x="83776" y="37996"/>
                  </a:cubicBezTo>
                  <a:cubicBezTo>
                    <a:pt x="83846" y="37927"/>
                    <a:pt x="83916" y="37871"/>
                    <a:pt x="83986" y="37801"/>
                  </a:cubicBezTo>
                  <a:cubicBezTo>
                    <a:pt x="84055" y="37731"/>
                    <a:pt x="84125" y="37662"/>
                    <a:pt x="84181" y="37592"/>
                  </a:cubicBezTo>
                  <a:cubicBezTo>
                    <a:pt x="84265" y="37494"/>
                    <a:pt x="84265" y="37313"/>
                    <a:pt x="84418" y="37243"/>
                  </a:cubicBezTo>
                  <a:cubicBezTo>
                    <a:pt x="84627" y="37173"/>
                    <a:pt x="84725" y="37383"/>
                    <a:pt x="84864" y="37439"/>
                  </a:cubicBezTo>
                  <a:cubicBezTo>
                    <a:pt x="85018" y="37508"/>
                    <a:pt x="85171" y="37522"/>
                    <a:pt x="85339" y="37452"/>
                  </a:cubicBezTo>
                  <a:cubicBezTo>
                    <a:pt x="85506" y="37383"/>
                    <a:pt x="85645" y="37299"/>
                    <a:pt x="85743" y="37160"/>
                  </a:cubicBezTo>
                  <a:cubicBezTo>
                    <a:pt x="85924" y="36936"/>
                    <a:pt x="86078" y="36671"/>
                    <a:pt x="86162" y="36406"/>
                  </a:cubicBezTo>
                  <a:cubicBezTo>
                    <a:pt x="86315" y="35974"/>
                    <a:pt x="86566" y="35583"/>
                    <a:pt x="86650" y="35137"/>
                  </a:cubicBezTo>
                  <a:cubicBezTo>
                    <a:pt x="86664" y="35053"/>
                    <a:pt x="86706" y="34942"/>
                    <a:pt x="86761" y="34872"/>
                  </a:cubicBezTo>
                  <a:cubicBezTo>
                    <a:pt x="87054" y="34495"/>
                    <a:pt x="87082" y="34035"/>
                    <a:pt x="87124" y="33589"/>
                  </a:cubicBezTo>
                  <a:cubicBezTo>
                    <a:pt x="87152" y="33198"/>
                    <a:pt x="87319" y="32835"/>
                    <a:pt x="87319" y="32445"/>
                  </a:cubicBezTo>
                  <a:cubicBezTo>
                    <a:pt x="87319" y="32375"/>
                    <a:pt x="87333" y="32291"/>
                    <a:pt x="87361" y="32236"/>
                  </a:cubicBezTo>
                  <a:cubicBezTo>
                    <a:pt x="87542" y="31999"/>
                    <a:pt x="87473" y="31734"/>
                    <a:pt x="87459" y="31469"/>
                  </a:cubicBezTo>
                  <a:cubicBezTo>
                    <a:pt x="87403" y="30980"/>
                    <a:pt x="87277" y="30534"/>
                    <a:pt x="87012" y="30115"/>
                  </a:cubicBezTo>
                  <a:cubicBezTo>
                    <a:pt x="86915" y="29934"/>
                    <a:pt x="86859" y="29767"/>
                    <a:pt x="86859" y="29571"/>
                  </a:cubicBezTo>
                  <a:cubicBezTo>
                    <a:pt x="86845" y="29167"/>
                    <a:pt x="86845" y="28749"/>
                    <a:pt x="86831" y="28358"/>
                  </a:cubicBezTo>
                  <a:cubicBezTo>
                    <a:pt x="86831" y="28316"/>
                    <a:pt x="86859" y="28288"/>
                    <a:pt x="86873" y="28246"/>
                  </a:cubicBezTo>
                  <a:cubicBezTo>
                    <a:pt x="86901" y="28260"/>
                    <a:pt x="86929" y="28260"/>
                    <a:pt x="86929" y="28288"/>
                  </a:cubicBezTo>
                  <a:cubicBezTo>
                    <a:pt x="87082" y="28497"/>
                    <a:pt x="87263" y="28679"/>
                    <a:pt x="87431" y="28888"/>
                  </a:cubicBezTo>
                  <a:cubicBezTo>
                    <a:pt x="87612" y="29083"/>
                    <a:pt x="87570" y="29404"/>
                    <a:pt x="87710" y="29627"/>
                  </a:cubicBezTo>
                  <a:cubicBezTo>
                    <a:pt x="87766" y="29725"/>
                    <a:pt x="87835" y="29837"/>
                    <a:pt x="87891" y="29934"/>
                  </a:cubicBezTo>
                  <a:cubicBezTo>
                    <a:pt x="88031" y="30199"/>
                    <a:pt x="88114" y="30464"/>
                    <a:pt x="88128" y="30757"/>
                  </a:cubicBezTo>
                  <a:cubicBezTo>
                    <a:pt x="88128" y="30813"/>
                    <a:pt x="88128" y="30869"/>
                    <a:pt x="88156" y="30897"/>
                  </a:cubicBezTo>
                  <a:cubicBezTo>
                    <a:pt x="88240" y="31217"/>
                    <a:pt x="88268" y="31566"/>
                    <a:pt x="88505" y="31817"/>
                  </a:cubicBezTo>
                  <a:cubicBezTo>
                    <a:pt x="88603" y="31943"/>
                    <a:pt x="88658" y="32138"/>
                    <a:pt x="88658" y="32291"/>
                  </a:cubicBezTo>
                  <a:cubicBezTo>
                    <a:pt x="88672" y="32543"/>
                    <a:pt x="88742" y="32766"/>
                    <a:pt x="88868" y="32975"/>
                  </a:cubicBezTo>
                  <a:cubicBezTo>
                    <a:pt x="88951" y="33128"/>
                    <a:pt x="88965" y="33282"/>
                    <a:pt x="88965" y="33463"/>
                  </a:cubicBezTo>
                  <a:cubicBezTo>
                    <a:pt x="88965" y="33533"/>
                    <a:pt x="88965" y="33603"/>
                    <a:pt x="88993" y="33672"/>
                  </a:cubicBezTo>
                  <a:cubicBezTo>
                    <a:pt x="89021" y="33840"/>
                    <a:pt x="89105" y="33979"/>
                    <a:pt x="89286" y="34049"/>
                  </a:cubicBezTo>
                  <a:cubicBezTo>
                    <a:pt x="89314" y="34077"/>
                    <a:pt x="89412" y="34035"/>
                    <a:pt x="89412" y="34021"/>
                  </a:cubicBezTo>
                  <a:cubicBezTo>
                    <a:pt x="89426" y="33937"/>
                    <a:pt x="89412" y="33826"/>
                    <a:pt x="89412" y="33742"/>
                  </a:cubicBezTo>
                  <a:cubicBezTo>
                    <a:pt x="89412" y="33589"/>
                    <a:pt x="89481" y="33547"/>
                    <a:pt x="89635" y="33561"/>
                  </a:cubicBezTo>
                  <a:cubicBezTo>
                    <a:pt x="89788" y="33589"/>
                    <a:pt x="89872" y="33700"/>
                    <a:pt x="90011" y="33756"/>
                  </a:cubicBezTo>
                  <a:cubicBezTo>
                    <a:pt x="90039" y="33770"/>
                    <a:pt x="90067" y="33770"/>
                    <a:pt x="90095" y="33756"/>
                  </a:cubicBezTo>
                  <a:cubicBezTo>
                    <a:pt x="90109" y="33728"/>
                    <a:pt x="90137" y="33672"/>
                    <a:pt x="90137" y="33631"/>
                  </a:cubicBezTo>
                  <a:cubicBezTo>
                    <a:pt x="90109" y="33463"/>
                    <a:pt x="90053" y="33282"/>
                    <a:pt x="89900" y="33212"/>
                  </a:cubicBezTo>
                  <a:cubicBezTo>
                    <a:pt x="89579" y="33073"/>
                    <a:pt x="89523" y="32710"/>
                    <a:pt x="89244" y="32556"/>
                  </a:cubicBezTo>
                  <a:cubicBezTo>
                    <a:pt x="89174" y="32375"/>
                    <a:pt x="89091" y="32208"/>
                    <a:pt x="89035" y="32013"/>
                  </a:cubicBezTo>
                  <a:cubicBezTo>
                    <a:pt x="88993" y="31789"/>
                    <a:pt x="88965" y="31538"/>
                    <a:pt x="88937" y="31301"/>
                  </a:cubicBezTo>
                  <a:cubicBezTo>
                    <a:pt x="88923" y="31231"/>
                    <a:pt x="88937" y="31162"/>
                    <a:pt x="88923" y="31092"/>
                  </a:cubicBezTo>
                  <a:cubicBezTo>
                    <a:pt x="88923" y="31008"/>
                    <a:pt x="88993" y="30897"/>
                    <a:pt x="89077" y="30883"/>
                  </a:cubicBezTo>
                  <a:cubicBezTo>
                    <a:pt x="89202" y="30869"/>
                    <a:pt x="89300" y="30869"/>
                    <a:pt x="89426" y="30841"/>
                  </a:cubicBezTo>
                  <a:cubicBezTo>
                    <a:pt x="89453" y="30715"/>
                    <a:pt x="89412" y="30618"/>
                    <a:pt x="89356" y="30520"/>
                  </a:cubicBezTo>
                  <a:cubicBezTo>
                    <a:pt x="88923" y="29781"/>
                    <a:pt x="88533" y="29000"/>
                    <a:pt x="87989" y="28316"/>
                  </a:cubicBezTo>
                  <a:cubicBezTo>
                    <a:pt x="87821" y="28107"/>
                    <a:pt x="87696" y="27884"/>
                    <a:pt x="87710" y="27605"/>
                  </a:cubicBezTo>
                  <a:cubicBezTo>
                    <a:pt x="87710" y="27479"/>
                    <a:pt x="87696" y="27354"/>
                    <a:pt x="87640" y="27256"/>
                  </a:cubicBezTo>
                  <a:cubicBezTo>
                    <a:pt x="87459" y="26921"/>
                    <a:pt x="87361" y="26531"/>
                    <a:pt x="87040" y="26294"/>
                  </a:cubicBezTo>
                  <a:cubicBezTo>
                    <a:pt x="86915" y="26210"/>
                    <a:pt x="86901" y="26056"/>
                    <a:pt x="86831" y="25931"/>
                  </a:cubicBezTo>
                  <a:cubicBezTo>
                    <a:pt x="86761" y="25805"/>
                    <a:pt x="86622" y="25722"/>
                    <a:pt x="86482" y="25722"/>
                  </a:cubicBezTo>
                  <a:cubicBezTo>
                    <a:pt x="86441" y="25722"/>
                    <a:pt x="86413" y="25750"/>
                    <a:pt x="86371" y="25791"/>
                  </a:cubicBezTo>
                  <a:cubicBezTo>
                    <a:pt x="86357" y="25805"/>
                    <a:pt x="86357" y="25833"/>
                    <a:pt x="86357" y="25861"/>
                  </a:cubicBezTo>
                  <a:cubicBezTo>
                    <a:pt x="86371" y="25889"/>
                    <a:pt x="86413" y="25945"/>
                    <a:pt x="86427" y="25973"/>
                  </a:cubicBezTo>
                  <a:cubicBezTo>
                    <a:pt x="86664" y="26252"/>
                    <a:pt x="86650" y="26252"/>
                    <a:pt x="86441" y="26628"/>
                  </a:cubicBezTo>
                  <a:cubicBezTo>
                    <a:pt x="86427" y="26656"/>
                    <a:pt x="86413" y="26712"/>
                    <a:pt x="86413" y="26768"/>
                  </a:cubicBezTo>
                  <a:cubicBezTo>
                    <a:pt x="86427" y="26852"/>
                    <a:pt x="86454" y="26949"/>
                    <a:pt x="86510" y="27019"/>
                  </a:cubicBezTo>
                  <a:cubicBezTo>
                    <a:pt x="86664" y="27256"/>
                    <a:pt x="86706" y="27507"/>
                    <a:pt x="86761" y="27772"/>
                  </a:cubicBezTo>
                  <a:cubicBezTo>
                    <a:pt x="86761" y="27814"/>
                    <a:pt x="86719" y="27856"/>
                    <a:pt x="86706" y="27898"/>
                  </a:cubicBezTo>
                  <a:cubicBezTo>
                    <a:pt x="86664" y="27953"/>
                    <a:pt x="86580" y="27884"/>
                    <a:pt x="86566" y="27786"/>
                  </a:cubicBezTo>
                  <a:cubicBezTo>
                    <a:pt x="86524" y="27647"/>
                    <a:pt x="86510" y="27507"/>
                    <a:pt x="86413" y="27396"/>
                  </a:cubicBezTo>
                  <a:cubicBezTo>
                    <a:pt x="86343" y="27326"/>
                    <a:pt x="86287" y="27228"/>
                    <a:pt x="86301" y="27130"/>
                  </a:cubicBezTo>
                  <a:cubicBezTo>
                    <a:pt x="86315" y="26907"/>
                    <a:pt x="86203" y="26768"/>
                    <a:pt x="86036" y="26656"/>
                  </a:cubicBezTo>
                  <a:cubicBezTo>
                    <a:pt x="85757" y="26489"/>
                    <a:pt x="85450" y="26349"/>
                    <a:pt x="85185" y="26112"/>
                  </a:cubicBezTo>
                  <a:cubicBezTo>
                    <a:pt x="85129" y="26084"/>
                    <a:pt x="85046" y="26070"/>
                    <a:pt x="84976" y="26070"/>
                  </a:cubicBezTo>
                  <a:cubicBezTo>
                    <a:pt x="84850" y="26070"/>
                    <a:pt x="84739" y="26098"/>
                    <a:pt x="84613" y="26098"/>
                  </a:cubicBezTo>
                  <a:cubicBezTo>
                    <a:pt x="84474" y="26098"/>
                    <a:pt x="84390" y="26154"/>
                    <a:pt x="84362" y="26294"/>
                  </a:cubicBezTo>
                  <a:cubicBezTo>
                    <a:pt x="84334" y="26447"/>
                    <a:pt x="84278" y="26628"/>
                    <a:pt x="84139" y="26726"/>
                  </a:cubicBezTo>
                  <a:cubicBezTo>
                    <a:pt x="84125" y="26740"/>
                    <a:pt x="84069" y="26726"/>
                    <a:pt x="84069" y="26726"/>
                  </a:cubicBezTo>
                  <a:cubicBezTo>
                    <a:pt x="83972" y="26531"/>
                    <a:pt x="83874" y="26349"/>
                    <a:pt x="83790" y="26154"/>
                  </a:cubicBezTo>
                  <a:cubicBezTo>
                    <a:pt x="83776" y="26140"/>
                    <a:pt x="83762" y="26098"/>
                    <a:pt x="83734" y="26098"/>
                  </a:cubicBezTo>
                  <a:cubicBezTo>
                    <a:pt x="83707" y="26112"/>
                    <a:pt x="83651" y="26154"/>
                    <a:pt x="83637" y="26182"/>
                  </a:cubicBezTo>
                  <a:cubicBezTo>
                    <a:pt x="83553" y="26252"/>
                    <a:pt x="83567" y="26363"/>
                    <a:pt x="83595" y="26447"/>
                  </a:cubicBezTo>
                  <a:cubicBezTo>
                    <a:pt x="83595" y="26489"/>
                    <a:pt x="83581" y="26531"/>
                    <a:pt x="83553" y="26573"/>
                  </a:cubicBezTo>
                  <a:cubicBezTo>
                    <a:pt x="83511" y="26600"/>
                    <a:pt x="83456" y="26573"/>
                    <a:pt x="83442" y="26517"/>
                  </a:cubicBezTo>
                  <a:cubicBezTo>
                    <a:pt x="83372" y="26349"/>
                    <a:pt x="83302" y="26154"/>
                    <a:pt x="83232" y="25973"/>
                  </a:cubicBezTo>
                  <a:cubicBezTo>
                    <a:pt x="83163" y="25819"/>
                    <a:pt x="83079" y="25791"/>
                    <a:pt x="82884" y="25833"/>
                  </a:cubicBezTo>
                  <a:cubicBezTo>
                    <a:pt x="82814" y="25861"/>
                    <a:pt x="82744" y="25889"/>
                    <a:pt x="82674" y="25903"/>
                  </a:cubicBezTo>
                  <a:cubicBezTo>
                    <a:pt x="82605" y="25931"/>
                    <a:pt x="82535" y="25903"/>
                    <a:pt x="82465" y="25903"/>
                  </a:cubicBezTo>
                  <a:cubicBezTo>
                    <a:pt x="82340" y="25889"/>
                    <a:pt x="82242" y="25764"/>
                    <a:pt x="82270" y="25666"/>
                  </a:cubicBezTo>
                  <a:cubicBezTo>
                    <a:pt x="82298" y="25596"/>
                    <a:pt x="82326" y="25526"/>
                    <a:pt x="82368" y="25471"/>
                  </a:cubicBezTo>
                  <a:cubicBezTo>
                    <a:pt x="82465" y="25261"/>
                    <a:pt x="82591" y="25052"/>
                    <a:pt x="82716" y="24843"/>
                  </a:cubicBezTo>
                  <a:cubicBezTo>
                    <a:pt x="82828" y="24620"/>
                    <a:pt x="82967" y="24369"/>
                    <a:pt x="82995" y="24118"/>
                  </a:cubicBezTo>
                  <a:cubicBezTo>
                    <a:pt x="83037" y="23629"/>
                    <a:pt x="83204" y="23183"/>
                    <a:pt x="83414" y="22737"/>
                  </a:cubicBezTo>
                  <a:cubicBezTo>
                    <a:pt x="83553" y="22444"/>
                    <a:pt x="83665" y="22123"/>
                    <a:pt x="83595" y="21760"/>
                  </a:cubicBezTo>
                  <a:cubicBezTo>
                    <a:pt x="83567" y="21621"/>
                    <a:pt x="83623" y="21467"/>
                    <a:pt x="83693" y="21342"/>
                  </a:cubicBezTo>
                  <a:cubicBezTo>
                    <a:pt x="83832" y="21147"/>
                    <a:pt x="83860" y="20951"/>
                    <a:pt x="83776" y="20728"/>
                  </a:cubicBezTo>
                  <a:cubicBezTo>
                    <a:pt x="83734" y="20644"/>
                    <a:pt x="83776" y="20533"/>
                    <a:pt x="83832" y="20449"/>
                  </a:cubicBezTo>
                  <a:cubicBezTo>
                    <a:pt x="83944" y="20254"/>
                    <a:pt x="84083" y="20142"/>
                    <a:pt x="84334" y="20086"/>
                  </a:cubicBezTo>
                  <a:cubicBezTo>
                    <a:pt x="84613" y="20031"/>
                    <a:pt x="84878" y="19891"/>
                    <a:pt x="85157" y="19807"/>
                  </a:cubicBezTo>
                  <a:cubicBezTo>
                    <a:pt x="85269" y="19766"/>
                    <a:pt x="85394" y="19766"/>
                    <a:pt x="85506" y="19835"/>
                  </a:cubicBezTo>
                  <a:cubicBezTo>
                    <a:pt x="85618" y="19905"/>
                    <a:pt x="85743" y="19891"/>
                    <a:pt x="85799" y="19766"/>
                  </a:cubicBezTo>
                  <a:cubicBezTo>
                    <a:pt x="85883" y="19598"/>
                    <a:pt x="86064" y="19528"/>
                    <a:pt x="86217" y="19556"/>
                  </a:cubicBezTo>
                  <a:cubicBezTo>
                    <a:pt x="86496" y="19612"/>
                    <a:pt x="86719" y="19459"/>
                    <a:pt x="86985" y="19459"/>
                  </a:cubicBezTo>
                  <a:cubicBezTo>
                    <a:pt x="87012" y="19459"/>
                    <a:pt x="87068" y="19403"/>
                    <a:pt x="87082" y="19375"/>
                  </a:cubicBezTo>
                  <a:cubicBezTo>
                    <a:pt x="87124" y="19250"/>
                    <a:pt x="87138" y="19138"/>
                    <a:pt x="87180" y="19026"/>
                  </a:cubicBezTo>
                  <a:cubicBezTo>
                    <a:pt x="87208" y="18901"/>
                    <a:pt x="87333" y="18831"/>
                    <a:pt x="87459" y="18831"/>
                  </a:cubicBezTo>
                  <a:lnTo>
                    <a:pt x="88449" y="18929"/>
                  </a:lnTo>
                  <a:cubicBezTo>
                    <a:pt x="88519" y="18929"/>
                    <a:pt x="88589" y="18985"/>
                    <a:pt x="88644" y="19040"/>
                  </a:cubicBezTo>
                  <a:cubicBezTo>
                    <a:pt x="88672" y="19054"/>
                    <a:pt x="88686" y="19124"/>
                    <a:pt x="88672" y="19166"/>
                  </a:cubicBezTo>
                  <a:cubicBezTo>
                    <a:pt x="88672" y="19208"/>
                    <a:pt x="88617" y="19236"/>
                    <a:pt x="88603" y="19277"/>
                  </a:cubicBezTo>
                  <a:cubicBezTo>
                    <a:pt x="88547" y="19389"/>
                    <a:pt x="88575" y="19459"/>
                    <a:pt x="88658" y="19542"/>
                  </a:cubicBezTo>
                  <a:cubicBezTo>
                    <a:pt x="88728" y="19612"/>
                    <a:pt x="88826" y="19668"/>
                    <a:pt x="88923" y="19612"/>
                  </a:cubicBezTo>
                  <a:cubicBezTo>
                    <a:pt x="89161" y="19459"/>
                    <a:pt x="89439" y="19389"/>
                    <a:pt x="89621" y="19124"/>
                  </a:cubicBezTo>
                  <a:cubicBezTo>
                    <a:pt x="89663" y="19040"/>
                    <a:pt x="89760" y="19026"/>
                    <a:pt x="89858" y="19054"/>
                  </a:cubicBezTo>
                  <a:cubicBezTo>
                    <a:pt x="89970" y="19096"/>
                    <a:pt x="90053" y="19054"/>
                    <a:pt x="90123" y="18985"/>
                  </a:cubicBezTo>
                  <a:cubicBezTo>
                    <a:pt x="90207" y="18887"/>
                    <a:pt x="90388" y="18831"/>
                    <a:pt x="90346" y="18650"/>
                  </a:cubicBezTo>
                  <a:cubicBezTo>
                    <a:pt x="90318" y="18482"/>
                    <a:pt x="90137" y="18482"/>
                    <a:pt x="89997" y="18468"/>
                  </a:cubicBezTo>
                  <a:cubicBezTo>
                    <a:pt x="89983" y="18468"/>
                    <a:pt x="89942" y="18468"/>
                    <a:pt x="89928" y="18441"/>
                  </a:cubicBezTo>
                  <a:cubicBezTo>
                    <a:pt x="89858" y="18427"/>
                    <a:pt x="89788" y="18399"/>
                    <a:pt x="89774" y="18329"/>
                  </a:cubicBezTo>
                  <a:cubicBezTo>
                    <a:pt x="89663" y="18064"/>
                    <a:pt x="89649" y="17813"/>
                    <a:pt x="89760" y="17562"/>
                  </a:cubicBezTo>
                  <a:cubicBezTo>
                    <a:pt x="89774" y="17506"/>
                    <a:pt x="89774" y="17464"/>
                    <a:pt x="89802" y="17422"/>
                  </a:cubicBezTo>
                  <a:cubicBezTo>
                    <a:pt x="89914" y="17227"/>
                    <a:pt x="89914" y="17018"/>
                    <a:pt x="89914" y="16795"/>
                  </a:cubicBezTo>
                  <a:cubicBezTo>
                    <a:pt x="89900" y="16516"/>
                    <a:pt x="89928" y="16209"/>
                    <a:pt x="89900" y="15930"/>
                  </a:cubicBezTo>
                  <a:cubicBezTo>
                    <a:pt x="89872" y="15721"/>
                    <a:pt x="89983" y="15567"/>
                    <a:pt x="90193" y="15483"/>
                  </a:cubicBezTo>
                  <a:cubicBezTo>
                    <a:pt x="90346" y="15414"/>
                    <a:pt x="90527" y="15372"/>
                    <a:pt x="90667" y="15288"/>
                  </a:cubicBezTo>
                  <a:cubicBezTo>
                    <a:pt x="90820" y="15204"/>
                    <a:pt x="90974" y="15190"/>
                    <a:pt x="91155" y="15232"/>
                  </a:cubicBezTo>
                  <a:cubicBezTo>
                    <a:pt x="91253" y="15274"/>
                    <a:pt x="91323" y="15204"/>
                    <a:pt x="91406" y="15149"/>
                  </a:cubicBezTo>
                  <a:cubicBezTo>
                    <a:pt x="91504" y="15093"/>
                    <a:pt x="91574" y="15135"/>
                    <a:pt x="91588" y="15204"/>
                  </a:cubicBezTo>
                  <a:cubicBezTo>
                    <a:pt x="91602" y="15372"/>
                    <a:pt x="91643" y="15539"/>
                    <a:pt x="91643" y="15707"/>
                  </a:cubicBezTo>
                  <a:cubicBezTo>
                    <a:pt x="91657" y="15860"/>
                    <a:pt x="91741" y="15972"/>
                    <a:pt x="91867" y="16055"/>
                  </a:cubicBezTo>
                  <a:cubicBezTo>
                    <a:pt x="92006" y="16139"/>
                    <a:pt x="92159" y="16195"/>
                    <a:pt x="92285" y="16306"/>
                  </a:cubicBezTo>
                  <a:cubicBezTo>
                    <a:pt x="92299" y="16320"/>
                    <a:pt x="92383" y="16278"/>
                    <a:pt x="92411" y="16265"/>
                  </a:cubicBezTo>
                  <a:cubicBezTo>
                    <a:pt x="92452" y="16209"/>
                    <a:pt x="92494" y="16139"/>
                    <a:pt x="92508" y="16097"/>
                  </a:cubicBezTo>
                  <a:cubicBezTo>
                    <a:pt x="92564" y="15818"/>
                    <a:pt x="92634" y="15539"/>
                    <a:pt x="92648" y="15232"/>
                  </a:cubicBezTo>
                  <a:cubicBezTo>
                    <a:pt x="92662" y="15051"/>
                    <a:pt x="92773" y="14939"/>
                    <a:pt x="92941" y="14884"/>
                  </a:cubicBezTo>
                  <a:cubicBezTo>
                    <a:pt x="93052" y="14856"/>
                    <a:pt x="93052" y="14744"/>
                    <a:pt x="93066" y="14646"/>
                  </a:cubicBezTo>
                  <a:cubicBezTo>
                    <a:pt x="93052" y="14646"/>
                    <a:pt x="93038" y="14633"/>
                    <a:pt x="93038" y="14633"/>
                  </a:cubicBezTo>
                  <a:cubicBezTo>
                    <a:pt x="92703" y="14368"/>
                    <a:pt x="92620" y="14005"/>
                    <a:pt x="92550" y="13614"/>
                  </a:cubicBezTo>
                  <a:cubicBezTo>
                    <a:pt x="92550" y="13600"/>
                    <a:pt x="92564" y="13558"/>
                    <a:pt x="92564" y="13545"/>
                  </a:cubicBezTo>
                  <a:cubicBezTo>
                    <a:pt x="92648" y="13391"/>
                    <a:pt x="92899" y="13321"/>
                    <a:pt x="93066" y="13391"/>
                  </a:cubicBezTo>
                  <a:cubicBezTo>
                    <a:pt x="93122" y="13405"/>
                    <a:pt x="93178" y="13517"/>
                    <a:pt x="93136" y="13558"/>
                  </a:cubicBezTo>
                  <a:cubicBezTo>
                    <a:pt x="93010" y="13768"/>
                    <a:pt x="93052" y="13977"/>
                    <a:pt x="93150" y="14172"/>
                  </a:cubicBezTo>
                  <a:cubicBezTo>
                    <a:pt x="93289" y="14423"/>
                    <a:pt x="93471" y="14660"/>
                    <a:pt x="93429" y="14981"/>
                  </a:cubicBezTo>
                  <a:cubicBezTo>
                    <a:pt x="93429" y="15009"/>
                    <a:pt x="93471" y="15065"/>
                    <a:pt x="93499" y="15093"/>
                  </a:cubicBezTo>
                  <a:cubicBezTo>
                    <a:pt x="93680" y="15302"/>
                    <a:pt x="93568" y="15567"/>
                    <a:pt x="93680" y="15776"/>
                  </a:cubicBezTo>
                  <a:cubicBezTo>
                    <a:pt x="93638" y="15958"/>
                    <a:pt x="93499" y="16055"/>
                    <a:pt x="93401" y="16195"/>
                  </a:cubicBezTo>
                  <a:lnTo>
                    <a:pt x="93345" y="16251"/>
                  </a:lnTo>
                  <a:cubicBezTo>
                    <a:pt x="93261" y="16376"/>
                    <a:pt x="93206" y="16488"/>
                    <a:pt x="93220" y="16655"/>
                  </a:cubicBezTo>
                  <a:cubicBezTo>
                    <a:pt x="93247" y="17032"/>
                    <a:pt x="93261" y="17422"/>
                    <a:pt x="93108" y="17785"/>
                  </a:cubicBezTo>
                  <a:cubicBezTo>
                    <a:pt x="93066" y="17869"/>
                    <a:pt x="93066" y="17980"/>
                    <a:pt x="93066" y="18064"/>
                  </a:cubicBezTo>
                  <a:cubicBezTo>
                    <a:pt x="93066" y="18427"/>
                    <a:pt x="93038" y="18775"/>
                    <a:pt x="93052" y="19138"/>
                  </a:cubicBezTo>
                  <a:cubicBezTo>
                    <a:pt x="93066" y="19445"/>
                    <a:pt x="93038" y="19724"/>
                    <a:pt x="92829" y="19947"/>
                  </a:cubicBezTo>
                  <a:cubicBezTo>
                    <a:pt x="92773" y="20003"/>
                    <a:pt x="92773" y="20086"/>
                    <a:pt x="92717" y="20142"/>
                  </a:cubicBezTo>
                  <a:cubicBezTo>
                    <a:pt x="92690" y="20184"/>
                    <a:pt x="92620" y="20240"/>
                    <a:pt x="92564" y="20282"/>
                  </a:cubicBezTo>
                  <a:cubicBezTo>
                    <a:pt x="92369" y="20435"/>
                    <a:pt x="92355" y="20435"/>
                    <a:pt x="92480" y="20589"/>
                  </a:cubicBezTo>
                  <a:cubicBezTo>
                    <a:pt x="92634" y="20784"/>
                    <a:pt x="92648" y="20979"/>
                    <a:pt x="92592" y="21202"/>
                  </a:cubicBezTo>
                  <a:cubicBezTo>
                    <a:pt x="92578" y="21328"/>
                    <a:pt x="92522" y="21426"/>
                    <a:pt x="92494" y="21551"/>
                  </a:cubicBezTo>
                  <a:cubicBezTo>
                    <a:pt x="92438" y="21704"/>
                    <a:pt x="92424" y="21886"/>
                    <a:pt x="92452" y="22039"/>
                  </a:cubicBezTo>
                  <a:cubicBezTo>
                    <a:pt x="92494" y="22332"/>
                    <a:pt x="92634" y="22583"/>
                    <a:pt x="92703" y="22862"/>
                  </a:cubicBezTo>
                  <a:cubicBezTo>
                    <a:pt x="92968" y="23783"/>
                    <a:pt x="93485" y="24550"/>
                    <a:pt x="94001" y="25331"/>
                  </a:cubicBezTo>
                  <a:cubicBezTo>
                    <a:pt x="94140" y="25554"/>
                    <a:pt x="94294" y="25764"/>
                    <a:pt x="94433" y="26001"/>
                  </a:cubicBezTo>
                  <a:cubicBezTo>
                    <a:pt x="94517" y="26140"/>
                    <a:pt x="94587" y="26308"/>
                    <a:pt x="94712" y="26419"/>
                  </a:cubicBezTo>
                  <a:cubicBezTo>
                    <a:pt x="94879" y="26559"/>
                    <a:pt x="94991" y="26740"/>
                    <a:pt x="95075" y="26935"/>
                  </a:cubicBezTo>
                  <a:cubicBezTo>
                    <a:pt x="95158" y="27130"/>
                    <a:pt x="95228" y="27340"/>
                    <a:pt x="95326" y="27535"/>
                  </a:cubicBezTo>
                  <a:cubicBezTo>
                    <a:pt x="95409" y="27758"/>
                    <a:pt x="95591" y="27828"/>
                    <a:pt x="95786" y="27953"/>
                  </a:cubicBezTo>
                  <a:cubicBezTo>
                    <a:pt x="95800" y="27953"/>
                    <a:pt x="95842" y="27926"/>
                    <a:pt x="95856" y="27926"/>
                  </a:cubicBezTo>
                  <a:cubicBezTo>
                    <a:pt x="95995" y="27828"/>
                    <a:pt x="96023" y="27633"/>
                    <a:pt x="96093" y="27493"/>
                  </a:cubicBezTo>
                  <a:cubicBezTo>
                    <a:pt x="96302" y="27117"/>
                    <a:pt x="96302" y="26726"/>
                    <a:pt x="96135" y="26308"/>
                  </a:cubicBezTo>
                  <a:cubicBezTo>
                    <a:pt x="95981" y="25875"/>
                    <a:pt x="95926" y="25750"/>
                    <a:pt x="96414" y="25512"/>
                  </a:cubicBezTo>
                  <a:cubicBezTo>
                    <a:pt x="96428" y="25485"/>
                    <a:pt x="96456" y="25485"/>
                    <a:pt x="96470" y="25471"/>
                  </a:cubicBezTo>
                  <a:cubicBezTo>
                    <a:pt x="96539" y="25415"/>
                    <a:pt x="96553" y="25373"/>
                    <a:pt x="96497" y="25303"/>
                  </a:cubicBezTo>
                  <a:cubicBezTo>
                    <a:pt x="96428" y="25192"/>
                    <a:pt x="96372" y="25108"/>
                    <a:pt x="96316" y="24996"/>
                  </a:cubicBezTo>
                  <a:cubicBezTo>
                    <a:pt x="96274" y="24913"/>
                    <a:pt x="96232" y="24829"/>
                    <a:pt x="96232" y="24717"/>
                  </a:cubicBezTo>
                  <a:cubicBezTo>
                    <a:pt x="96232" y="24508"/>
                    <a:pt x="96232" y="24285"/>
                    <a:pt x="96260" y="24076"/>
                  </a:cubicBezTo>
                  <a:cubicBezTo>
                    <a:pt x="96274" y="23922"/>
                    <a:pt x="96386" y="23811"/>
                    <a:pt x="96525" y="23769"/>
                  </a:cubicBezTo>
                  <a:cubicBezTo>
                    <a:pt x="96623" y="23713"/>
                    <a:pt x="96749" y="23671"/>
                    <a:pt x="96832" y="23601"/>
                  </a:cubicBezTo>
                  <a:cubicBezTo>
                    <a:pt x="96930" y="23560"/>
                    <a:pt x="96958" y="23378"/>
                    <a:pt x="96888" y="23295"/>
                  </a:cubicBezTo>
                  <a:cubicBezTo>
                    <a:pt x="96790" y="23155"/>
                    <a:pt x="96679" y="23030"/>
                    <a:pt x="96553" y="22904"/>
                  </a:cubicBezTo>
                  <a:cubicBezTo>
                    <a:pt x="96246" y="22597"/>
                    <a:pt x="96149" y="22207"/>
                    <a:pt x="96219" y="21774"/>
                  </a:cubicBezTo>
                  <a:cubicBezTo>
                    <a:pt x="96246" y="21704"/>
                    <a:pt x="96316" y="21649"/>
                    <a:pt x="96358" y="21649"/>
                  </a:cubicBezTo>
                  <a:cubicBezTo>
                    <a:pt x="96414" y="21649"/>
                    <a:pt x="96456" y="21677"/>
                    <a:pt x="96497" y="21691"/>
                  </a:cubicBezTo>
                  <a:cubicBezTo>
                    <a:pt x="96637" y="21691"/>
                    <a:pt x="96776" y="21509"/>
                    <a:pt x="96707" y="21398"/>
                  </a:cubicBezTo>
                  <a:cubicBezTo>
                    <a:pt x="96623" y="21230"/>
                    <a:pt x="96484" y="21077"/>
                    <a:pt x="96414" y="20909"/>
                  </a:cubicBezTo>
                  <a:cubicBezTo>
                    <a:pt x="96344" y="20742"/>
                    <a:pt x="96246" y="20700"/>
                    <a:pt x="96079" y="20714"/>
                  </a:cubicBezTo>
                  <a:cubicBezTo>
                    <a:pt x="96051" y="20714"/>
                    <a:pt x="95981" y="20672"/>
                    <a:pt x="95981" y="20658"/>
                  </a:cubicBezTo>
                  <a:cubicBezTo>
                    <a:pt x="95898" y="20463"/>
                    <a:pt x="95772" y="20282"/>
                    <a:pt x="95870" y="20045"/>
                  </a:cubicBezTo>
                  <a:cubicBezTo>
                    <a:pt x="95912" y="20003"/>
                    <a:pt x="95898" y="19905"/>
                    <a:pt x="95898" y="19835"/>
                  </a:cubicBezTo>
                  <a:cubicBezTo>
                    <a:pt x="95870" y="19766"/>
                    <a:pt x="95856" y="19696"/>
                    <a:pt x="95800" y="19654"/>
                  </a:cubicBezTo>
                  <a:cubicBezTo>
                    <a:pt x="95702" y="19528"/>
                    <a:pt x="95563" y="19487"/>
                    <a:pt x="95423" y="19473"/>
                  </a:cubicBezTo>
                  <a:cubicBezTo>
                    <a:pt x="95382" y="19473"/>
                    <a:pt x="95340" y="19515"/>
                    <a:pt x="95298" y="19528"/>
                  </a:cubicBezTo>
                  <a:lnTo>
                    <a:pt x="95200" y="19682"/>
                  </a:lnTo>
                  <a:lnTo>
                    <a:pt x="95200" y="19682"/>
                  </a:lnTo>
                  <a:cubicBezTo>
                    <a:pt x="95200" y="19696"/>
                    <a:pt x="95200" y="19696"/>
                    <a:pt x="95214" y="19696"/>
                  </a:cubicBezTo>
                  <a:lnTo>
                    <a:pt x="95242" y="19696"/>
                  </a:lnTo>
                  <a:cubicBezTo>
                    <a:pt x="95242" y="19738"/>
                    <a:pt x="95228" y="19724"/>
                    <a:pt x="95214" y="19696"/>
                  </a:cubicBezTo>
                  <a:lnTo>
                    <a:pt x="95172" y="19696"/>
                  </a:lnTo>
                  <a:cubicBezTo>
                    <a:pt x="95172" y="19696"/>
                    <a:pt x="95172" y="19682"/>
                    <a:pt x="95200" y="19682"/>
                  </a:cubicBezTo>
                  <a:cubicBezTo>
                    <a:pt x="95061" y="19612"/>
                    <a:pt x="94963" y="19515"/>
                    <a:pt x="94921" y="19389"/>
                  </a:cubicBezTo>
                  <a:cubicBezTo>
                    <a:pt x="94810" y="19138"/>
                    <a:pt x="94782" y="18887"/>
                    <a:pt x="94796" y="18608"/>
                  </a:cubicBezTo>
                  <a:cubicBezTo>
                    <a:pt x="94810" y="18189"/>
                    <a:pt x="94796" y="17785"/>
                    <a:pt x="94545" y="17436"/>
                  </a:cubicBezTo>
                  <a:cubicBezTo>
                    <a:pt x="94531" y="17394"/>
                    <a:pt x="94517" y="17353"/>
                    <a:pt x="94517" y="17297"/>
                  </a:cubicBezTo>
                  <a:cubicBezTo>
                    <a:pt x="94447" y="17032"/>
                    <a:pt x="94573" y="16822"/>
                    <a:pt x="94852" y="16753"/>
                  </a:cubicBezTo>
                  <a:cubicBezTo>
                    <a:pt x="94893" y="16739"/>
                    <a:pt x="94935" y="16767"/>
                    <a:pt x="94991" y="16753"/>
                  </a:cubicBezTo>
                  <a:cubicBezTo>
                    <a:pt x="95131" y="16739"/>
                    <a:pt x="95158" y="16725"/>
                    <a:pt x="95172" y="16599"/>
                  </a:cubicBezTo>
                  <a:cubicBezTo>
                    <a:pt x="95200" y="16474"/>
                    <a:pt x="95214" y="16376"/>
                    <a:pt x="95298" y="16265"/>
                  </a:cubicBezTo>
                  <a:cubicBezTo>
                    <a:pt x="95354" y="16209"/>
                    <a:pt x="95437" y="16195"/>
                    <a:pt x="95479" y="16265"/>
                  </a:cubicBezTo>
                  <a:cubicBezTo>
                    <a:pt x="95521" y="16376"/>
                    <a:pt x="95577" y="16474"/>
                    <a:pt x="95647" y="16585"/>
                  </a:cubicBezTo>
                  <a:cubicBezTo>
                    <a:pt x="95661" y="16613"/>
                    <a:pt x="95730" y="16613"/>
                    <a:pt x="95772" y="16613"/>
                  </a:cubicBezTo>
                  <a:cubicBezTo>
                    <a:pt x="95800" y="16599"/>
                    <a:pt x="95856" y="16557"/>
                    <a:pt x="95870" y="16530"/>
                  </a:cubicBezTo>
                  <a:cubicBezTo>
                    <a:pt x="95912" y="16404"/>
                    <a:pt x="95926" y="16306"/>
                    <a:pt x="95940" y="16181"/>
                  </a:cubicBezTo>
                  <a:cubicBezTo>
                    <a:pt x="95981" y="15999"/>
                    <a:pt x="96065" y="15860"/>
                    <a:pt x="96177" y="15748"/>
                  </a:cubicBezTo>
                  <a:cubicBezTo>
                    <a:pt x="96316" y="15567"/>
                    <a:pt x="96539" y="15497"/>
                    <a:pt x="96749" y="15469"/>
                  </a:cubicBezTo>
                  <a:cubicBezTo>
                    <a:pt x="96902" y="15428"/>
                    <a:pt x="97028" y="15539"/>
                    <a:pt x="97125" y="15623"/>
                  </a:cubicBezTo>
                  <a:cubicBezTo>
                    <a:pt x="97251" y="15707"/>
                    <a:pt x="97362" y="15790"/>
                    <a:pt x="97474" y="15888"/>
                  </a:cubicBezTo>
                  <a:cubicBezTo>
                    <a:pt x="97516" y="15916"/>
                    <a:pt x="97544" y="15958"/>
                    <a:pt x="97599" y="15958"/>
                  </a:cubicBezTo>
                  <a:cubicBezTo>
                    <a:pt x="97669" y="15972"/>
                    <a:pt x="97739" y="15986"/>
                    <a:pt x="97809" y="15986"/>
                  </a:cubicBezTo>
                  <a:cubicBezTo>
                    <a:pt x="97878" y="15986"/>
                    <a:pt x="97948" y="15916"/>
                    <a:pt x="97948" y="15846"/>
                  </a:cubicBezTo>
                  <a:cubicBezTo>
                    <a:pt x="97948" y="15679"/>
                    <a:pt x="97809" y="15539"/>
                    <a:pt x="97864" y="15358"/>
                  </a:cubicBezTo>
                  <a:cubicBezTo>
                    <a:pt x="97892" y="15204"/>
                    <a:pt x="97934" y="15023"/>
                    <a:pt x="97962" y="14870"/>
                  </a:cubicBezTo>
                  <a:cubicBezTo>
                    <a:pt x="98032" y="14646"/>
                    <a:pt x="98074" y="14395"/>
                    <a:pt x="98088" y="14172"/>
                  </a:cubicBezTo>
                  <a:cubicBezTo>
                    <a:pt x="98129" y="13810"/>
                    <a:pt x="98213" y="13475"/>
                    <a:pt x="98422" y="13168"/>
                  </a:cubicBezTo>
                  <a:cubicBezTo>
                    <a:pt x="98548" y="12987"/>
                    <a:pt x="98618" y="12777"/>
                    <a:pt x="98701" y="12582"/>
                  </a:cubicBezTo>
                  <a:cubicBezTo>
                    <a:pt x="98827" y="12275"/>
                    <a:pt x="99036" y="12010"/>
                    <a:pt x="99273" y="11787"/>
                  </a:cubicBezTo>
                  <a:cubicBezTo>
                    <a:pt x="99357" y="11703"/>
                    <a:pt x="99482" y="11661"/>
                    <a:pt x="99608" y="11661"/>
                  </a:cubicBezTo>
                  <a:cubicBezTo>
                    <a:pt x="99775" y="11661"/>
                    <a:pt x="99943" y="11675"/>
                    <a:pt x="100110" y="11675"/>
                  </a:cubicBezTo>
                  <a:cubicBezTo>
                    <a:pt x="100180" y="11675"/>
                    <a:pt x="100250" y="11675"/>
                    <a:pt x="100319" y="11648"/>
                  </a:cubicBezTo>
                  <a:cubicBezTo>
                    <a:pt x="100361" y="11634"/>
                    <a:pt x="100403" y="11578"/>
                    <a:pt x="100403" y="11536"/>
                  </a:cubicBezTo>
                  <a:cubicBezTo>
                    <a:pt x="100431" y="11229"/>
                    <a:pt x="100445" y="10908"/>
                    <a:pt x="100152" y="10685"/>
                  </a:cubicBezTo>
                  <a:cubicBezTo>
                    <a:pt x="100082" y="10629"/>
                    <a:pt x="100040" y="10532"/>
                    <a:pt x="99985" y="10448"/>
                  </a:cubicBezTo>
                  <a:cubicBezTo>
                    <a:pt x="99957" y="10392"/>
                    <a:pt x="99901" y="10308"/>
                    <a:pt x="99845" y="10281"/>
                  </a:cubicBezTo>
                  <a:cubicBezTo>
                    <a:pt x="99594" y="10197"/>
                    <a:pt x="99385" y="9960"/>
                    <a:pt x="99106" y="9904"/>
                  </a:cubicBezTo>
                  <a:lnTo>
                    <a:pt x="99106" y="9918"/>
                  </a:lnTo>
                  <a:lnTo>
                    <a:pt x="99050" y="9932"/>
                  </a:lnTo>
                  <a:lnTo>
                    <a:pt x="99078" y="9904"/>
                  </a:lnTo>
                  <a:lnTo>
                    <a:pt x="99106" y="9904"/>
                  </a:lnTo>
                  <a:cubicBezTo>
                    <a:pt x="99078" y="9820"/>
                    <a:pt x="99050" y="9723"/>
                    <a:pt x="99036" y="9639"/>
                  </a:cubicBezTo>
                  <a:cubicBezTo>
                    <a:pt x="98980" y="9472"/>
                    <a:pt x="98869" y="9346"/>
                    <a:pt x="98660" y="9360"/>
                  </a:cubicBezTo>
                  <a:cubicBezTo>
                    <a:pt x="98618" y="9360"/>
                    <a:pt x="98562" y="9360"/>
                    <a:pt x="98548" y="9304"/>
                  </a:cubicBezTo>
                  <a:cubicBezTo>
                    <a:pt x="98520" y="9276"/>
                    <a:pt x="98506" y="9220"/>
                    <a:pt x="98492" y="9165"/>
                  </a:cubicBezTo>
                  <a:cubicBezTo>
                    <a:pt x="98381" y="8955"/>
                    <a:pt x="98311" y="8914"/>
                    <a:pt x="98102" y="8941"/>
                  </a:cubicBezTo>
                  <a:cubicBezTo>
                    <a:pt x="97878" y="8997"/>
                    <a:pt x="97753" y="8872"/>
                    <a:pt x="97613" y="8718"/>
                  </a:cubicBezTo>
                  <a:cubicBezTo>
                    <a:pt x="97572" y="8663"/>
                    <a:pt x="97599" y="8565"/>
                    <a:pt x="97655" y="8523"/>
                  </a:cubicBezTo>
                  <a:cubicBezTo>
                    <a:pt x="97739" y="8495"/>
                    <a:pt x="97823" y="8467"/>
                    <a:pt x="97934" y="8439"/>
                  </a:cubicBezTo>
                  <a:cubicBezTo>
                    <a:pt x="98199" y="8370"/>
                    <a:pt x="98339" y="8160"/>
                    <a:pt x="98353" y="7909"/>
                  </a:cubicBezTo>
                  <a:cubicBezTo>
                    <a:pt x="98367" y="7630"/>
                    <a:pt x="98367" y="7337"/>
                    <a:pt x="98367" y="7058"/>
                  </a:cubicBezTo>
                  <a:cubicBezTo>
                    <a:pt x="98367" y="6975"/>
                    <a:pt x="98339" y="6863"/>
                    <a:pt x="98297" y="6779"/>
                  </a:cubicBezTo>
                  <a:cubicBezTo>
                    <a:pt x="98241" y="6682"/>
                    <a:pt x="98171" y="6570"/>
                    <a:pt x="98129" y="6473"/>
                  </a:cubicBezTo>
                  <a:cubicBezTo>
                    <a:pt x="98060" y="6291"/>
                    <a:pt x="97948" y="6194"/>
                    <a:pt x="97753" y="6166"/>
                  </a:cubicBezTo>
                  <a:cubicBezTo>
                    <a:pt x="97585" y="6138"/>
                    <a:pt x="97460" y="6026"/>
                    <a:pt x="97362" y="5887"/>
                  </a:cubicBezTo>
                  <a:cubicBezTo>
                    <a:pt x="97320" y="5845"/>
                    <a:pt x="97293" y="5775"/>
                    <a:pt x="97320" y="5705"/>
                  </a:cubicBezTo>
                  <a:cubicBezTo>
                    <a:pt x="97362" y="5636"/>
                    <a:pt x="97376" y="5566"/>
                    <a:pt x="97404" y="5510"/>
                  </a:cubicBezTo>
                  <a:cubicBezTo>
                    <a:pt x="97460" y="5385"/>
                    <a:pt x="97585" y="5385"/>
                    <a:pt x="97613" y="5468"/>
                  </a:cubicBezTo>
                  <a:cubicBezTo>
                    <a:pt x="97669" y="5650"/>
                    <a:pt x="97795" y="5747"/>
                    <a:pt x="97948" y="5845"/>
                  </a:cubicBezTo>
                  <a:cubicBezTo>
                    <a:pt x="98381" y="6068"/>
                    <a:pt x="98422" y="6054"/>
                    <a:pt x="98632" y="5594"/>
                  </a:cubicBezTo>
                  <a:cubicBezTo>
                    <a:pt x="98646" y="5566"/>
                    <a:pt x="98660" y="5510"/>
                    <a:pt x="98687" y="5454"/>
                  </a:cubicBezTo>
                  <a:cubicBezTo>
                    <a:pt x="98771" y="5329"/>
                    <a:pt x="98897" y="5259"/>
                    <a:pt x="99036" y="5231"/>
                  </a:cubicBezTo>
                  <a:cubicBezTo>
                    <a:pt x="99134" y="5189"/>
                    <a:pt x="99204" y="5287"/>
                    <a:pt x="99273" y="5357"/>
                  </a:cubicBezTo>
                  <a:cubicBezTo>
                    <a:pt x="99357" y="5440"/>
                    <a:pt x="99455" y="5524"/>
                    <a:pt x="99524" y="5608"/>
                  </a:cubicBezTo>
                  <a:cubicBezTo>
                    <a:pt x="99664" y="5747"/>
                    <a:pt x="99831" y="5789"/>
                    <a:pt x="99971" y="5705"/>
                  </a:cubicBezTo>
                  <a:cubicBezTo>
                    <a:pt x="100124" y="5594"/>
                    <a:pt x="100264" y="5566"/>
                    <a:pt x="100445" y="5580"/>
                  </a:cubicBezTo>
                  <a:cubicBezTo>
                    <a:pt x="100570" y="5580"/>
                    <a:pt x="100682" y="5594"/>
                    <a:pt x="100808" y="5594"/>
                  </a:cubicBezTo>
                  <a:cubicBezTo>
                    <a:pt x="100891" y="5594"/>
                    <a:pt x="101003" y="5566"/>
                    <a:pt x="101087" y="5538"/>
                  </a:cubicBezTo>
                  <a:cubicBezTo>
                    <a:pt x="101142" y="5524"/>
                    <a:pt x="101170" y="5510"/>
                    <a:pt x="101212" y="5468"/>
                  </a:cubicBezTo>
                  <a:cubicBezTo>
                    <a:pt x="101240" y="5440"/>
                    <a:pt x="101282" y="5385"/>
                    <a:pt x="101282" y="5357"/>
                  </a:cubicBezTo>
                  <a:cubicBezTo>
                    <a:pt x="101240" y="5120"/>
                    <a:pt x="101268" y="4869"/>
                    <a:pt x="100919" y="4827"/>
                  </a:cubicBezTo>
                  <a:cubicBezTo>
                    <a:pt x="100808" y="4813"/>
                    <a:pt x="100780" y="4701"/>
                    <a:pt x="100738" y="4617"/>
                  </a:cubicBezTo>
                  <a:cubicBezTo>
                    <a:pt x="100724" y="4562"/>
                    <a:pt x="100738" y="4534"/>
                    <a:pt x="100738" y="4478"/>
                  </a:cubicBezTo>
                  <a:cubicBezTo>
                    <a:pt x="100752" y="4255"/>
                    <a:pt x="100710" y="4059"/>
                    <a:pt x="100473" y="3934"/>
                  </a:cubicBezTo>
                  <a:cubicBezTo>
                    <a:pt x="100375" y="3892"/>
                    <a:pt x="100319" y="3767"/>
                    <a:pt x="100250" y="3683"/>
                  </a:cubicBezTo>
                  <a:cubicBezTo>
                    <a:pt x="100166" y="3571"/>
                    <a:pt x="100152" y="3515"/>
                    <a:pt x="100264" y="3432"/>
                  </a:cubicBezTo>
                  <a:cubicBezTo>
                    <a:pt x="100459" y="3292"/>
                    <a:pt x="100529" y="3097"/>
                    <a:pt x="100598" y="2888"/>
                  </a:cubicBezTo>
                  <a:cubicBezTo>
                    <a:pt x="100612" y="2818"/>
                    <a:pt x="100612" y="2748"/>
                    <a:pt x="100570" y="2706"/>
                  </a:cubicBezTo>
                  <a:cubicBezTo>
                    <a:pt x="100361" y="2469"/>
                    <a:pt x="100291" y="2218"/>
                    <a:pt x="100291" y="1897"/>
                  </a:cubicBezTo>
                  <a:cubicBezTo>
                    <a:pt x="100291" y="1800"/>
                    <a:pt x="100236" y="1758"/>
                    <a:pt x="100152" y="1758"/>
                  </a:cubicBezTo>
                  <a:cubicBezTo>
                    <a:pt x="100096" y="1758"/>
                    <a:pt x="100040" y="1800"/>
                    <a:pt x="100013" y="1772"/>
                  </a:cubicBezTo>
                  <a:cubicBezTo>
                    <a:pt x="99748" y="1730"/>
                    <a:pt x="99510" y="1618"/>
                    <a:pt x="99245" y="1605"/>
                  </a:cubicBezTo>
                  <a:cubicBezTo>
                    <a:pt x="99162" y="1591"/>
                    <a:pt x="99064" y="1521"/>
                    <a:pt x="98980" y="1479"/>
                  </a:cubicBezTo>
                  <a:cubicBezTo>
                    <a:pt x="98841" y="1409"/>
                    <a:pt x="98701" y="1423"/>
                    <a:pt x="98576" y="1549"/>
                  </a:cubicBezTo>
                  <a:cubicBezTo>
                    <a:pt x="98422" y="1702"/>
                    <a:pt x="98297" y="1884"/>
                    <a:pt x="98074" y="1911"/>
                  </a:cubicBezTo>
                  <a:cubicBezTo>
                    <a:pt x="98032" y="1911"/>
                    <a:pt x="98004" y="1981"/>
                    <a:pt x="97990" y="2023"/>
                  </a:cubicBezTo>
                  <a:cubicBezTo>
                    <a:pt x="97920" y="2093"/>
                    <a:pt x="97920" y="2232"/>
                    <a:pt x="97976" y="2288"/>
                  </a:cubicBezTo>
                  <a:cubicBezTo>
                    <a:pt x="98074" y="2400"/>
                    <a:pt x="98199" y="2525"/>
                    <a:pt x="98297" y="2665"/>
                  </a:cubicBezTo>
                  <a:cubicBezTo>
                    <a:pt x="98353" y="2734"/>
                    <a:pt x="98367" y="2846"/>
                    <a:pt x="98325" y="2944"/>
                  </a:cubicBezTo>
                  <a:cubicBezTo>
                    <a:pt x="98297" y="2985"/>
                    <a:pt x="98241" y="3013"/>
                    <a:pt x="98213" y="3027"/>
                  </a:cubicBezTo>
                  <a:cubicBezTo>
                    <a:pt x="98199" y="3055"/>
                    <a:pt x="98157" y="3027"/>
                    <a:pt x="98157" y="3027"/>
                  </a:cubicBezTo>
                  <a:cubicBezTo>
                    <a:pt x="98004" y="2665"/>
                    <a:pt x="97641" y="2469"/>
                    <a:pt x="97460" y="2121"/>
                  </a:cubicBezTo>
                  <a:cubicBezTo>
                    <a:pt x="97209" y="1911"/>
                    <a:pt x="96958" y="1688"/>
                    <a:pt x="96581" y="1772"/>
                  </a:cubicBezTo>
                  <a:cubicBezTo>
                    <a:pt x="96442" y="1814"/>
                    <a:pt x="96274" y="1814"/>
                    <a:pt x="96163" y="1758"/>
                  </a:cubicBezTo>
                  <a:cubicBezTo>
                    <a:pt x="95953" y="1688"/>
                    <a:pt x="95744" y="1688"/>
                    <a:pt x="95507" y="1688"/>
                  </a:cubicBezTo>
                  <a:cubicBezTo>
                    <a:pt x="95256" y="1688"/>
                    <a:pt x="94991" y="1674"/>
                    <a:pt x="94726" y="1591"/>
                  </a:cubicBezTo>
                  <a:cubicBezTo>
                    <a:pt x="94503" y="1521"/>
                    <a:pt x="94252" y="1479"/>
                    <a:pt x="94029" y="1591"/>
                  </a:cubicBezTo>
                  <a:cubicBezTo>
                    <a:pt x="93861" y="1660"/>
                    <a:pt x="93722" y="1605"/>
                    <a:pt x="93582" y="1493"/>
                  </a:cubicBezTo>
                  <a:cubicBezTo>
                    <a:pt x="93443" y="1395"/>
                    <a:pt x="93275" y="1326"/>
                    <a:pt x="93122" y="1312"/>
                  </a:cubicBezTo>
                  <a:cubicBezTo>
                    <a:pt x="92606" y="1256"/>
                    <a:pt x="92090" y="1074"/>
                    <a:pt x="91560" y="1130"/>
                  </a:cubicBezTo>
                  <a:cubicBezTo>
                    <a:pt x="91490" y="1130"/>
                    <a:pt x="91420" y="1130"/>
                    <a:pt x="91350" y="1116"/>
                  </a:cubicBezTo>
                  <a:cubicBezTo>
                    <a:pt x="91002" y="1005"/>
                    <a:pt x="90681" y="1116"/>
                    <a:pt x="90374" y="1256"/>
                  </a:cubicBezTo>
                  <a:cubicBezTo>
                    <a:pt x="90137" y="1340"/>
                    <a:pt x="89928" y="1479"/>
                    <a:pt x="89691" y="1493"/>
                  </a:cubicBezTo>
                  <a:cubicBezTo>
                    <a:pt x="89426" y="1521"/>
                    <a:pt x="89188" y="1618"/>
                    <a:pt x="88909" y="1605"/>
                  </a:cubicBezTo>
                  <a:cubicBezTo>
                    <a:pt x="88784" y="1605"/>
                    <a:pt x="88658" y="1618"/>
                    <a:pt x="88561" y="1632"/>
                  </a:cubicBezTo>
                  <a:cubicBezTo>
                    <a:pt x="88505" y="1632"/>
                    <a:pt x="88491" y="1688"/>
                    <a:pt x="88491" y="1744"/>
                  </a:cubicBezTo>
                  <a:cubicBezTo>
                    <a:pt x="88505" y="1981"/>
                    <a:pt x="88742" y="2149"/>
                    <a:pt x="88700" y="2427"/>
                  </a:cubicBezTo>
                  <a:cubicBezTo>
                    <a:pt x="88700" y="2455"/>
                    <a:pt x="88784" y="2539"/>
                    <a:pt x="88840" y="2567"/>
                  </a:cubicBezTo>
                  <a:cubicBezTo>
                    <a:pt x="89021" y="2609"/>
                    <a:pt x="89202" y="2665"/>
                    <a:pt x="89342" y="2818"/>
                  </a:cubicBezTo>
                  <a:cubicBezTo>
                    <a:pt x="89481" y="2985"/>
                    <a:pt x="89621" y="3153"/>
                    <a:pt x="89760" y="3334"/>
                  </a:cubicBezTo>
                  <a:cubicBezTo>
                    <a:pt x="89816" y="3404"/>
                    <a:pt x="89816" y="3543"/>
                    <a:pt x="89746" y="3585"/>
                  </a:cubicBezTo>
                  <a:cubicBezTo>
                    <a:pt x="89677" y="3655"/>
                    <a:pt x="89607" y="3711"/>
                    <a:pt x="89537" y="3781"/>
                  </a:cubicBezTo>
                  <a:cubicBezTo>
                    <a:pt x="89412" y="3864"/>
                    <a:pt x="89272" y="3864"/>
                    <a:pt x="89216" y="3767"/>
                  </a:cubicBezTo>
                  <a:cubicBezTo>
                    <a:pt x="89077" y="3474"/>
                    <a:pt x="88812" y="3362"/>
                    <a:pt x="88519" y="3348"/>
                  </a:cubicBezTo>
                  <a:cubicBezTo>
                    <a:pt x="88463" y="3348"/>
                    <a:pt x="88421" y="3348"/>
                    <a:pt x="88379" y="3306"/>
                  </a:cubicBezTo>
                  <a:cubicBezTo>
                    <a:pt x="88310" y="3278"/>
                    <a:pt x="88254" y="3237"/>
                    <a:pt x="88212" y="3195"/>
                  </a:cubicBezTo>
                  <a:cubicBezTo>
                    <a:pt x="88156" y="3125"/>
                    <a:pt x="88100" y="3027"/>
                    <a:pt x="88073" y="2944"/>
                  </a:cubicBezTo>
                  <a:cubicBezTo>
                    <a:pt x="88031" y="2888"/>
                    <a:pt x="88045" y="2860"/>
                    <a:pt x="88086" y="2818"/>
                  </a:cubicBezTo>
                  <a:cubicBezTo>
                    <a:pt x="88240" y="2679"/>
                    <a:pt x="88212" y="2525"/>
                    <a:pt x="88100" y="2372"/>
                  </a:cubicBezTo>
                  <a:cubicBezTo>
                    <a:pt x="88003" y="2190"/>
                    <a:pt x="87821" y="2190"/>
                    <a:pt x="87654" y="2218"/>
                  </a:cubicBezTo>
                  <a:cubicBezTo>
                    <a:pt x="87556" y="2218"/>
                    <a:pt x="87403" y="2372"/>
                    <a:pt x="87403" y="2455"/>
                  </a:cubicBezTo>
                  <a:lnTo>
                    <a:pt x="87403" y="3027"/>
                  </a:lnTo>
                  <a:cubicBezTo>
                    <a:pt x="87403" y="3153"/>
                    <a:pt x="87305" y="3264"/>
                    <a:pt x="87194" y="3292"/>
                  </a:cubicBezTo>
                  <a:cubicBezTo>
                    <a:pt x="86957" y="3334"/>
                    <a:pt x="86719" y="3348"/>
                    <a:pt x="86482" y="3418"/>
                  </a:cubicBezTo>
                  <a:cubicBezTo>
                    <a:pt x="86301" y="3474"/>
                    <a:pt x="86162" y="3502"/>
                    <a:pt x="85994" y="3446"/>
                  </a:cubicBezTo>
                  <a:cubicBezTo>
                    <a:pt x="85952" y="3432"/>
                    <a:pt x="85883" y="3446"/>
                    <a:pt x="85855" y="3474"/>
                  </a:cubicBezTo>
                  <a:cubicBezTo>
                    <a:pt x="85576" y="3613"/>
                    <a:pt x="85297" y="3753"/>
                    <a:pt x="85032" y="3920"/>
                  </a:cubicBezTo>
                  <a:cubicBezTo>
                    <a:pt x="84655" y="4143"/>
                    <a:pt x="84251" y="4269"/>
                    <a:pt x="83790" y="4213"/>
                  </a:cubicBezTo>
                  <a:cubicBezTo>
                    <a:pt x="83693" y="4199"/>
                    <a:pt x="83623" y="4143"/>
                    <a:pt x="83581" y="4046"/>
                  </a:cubicBezTo>
                  <a:cubicBezTo>
                    <a:pt x="83581" y="4032"/>
                    <a:pt x="83567" y="3990"/>
                    <a:pt x="83553" y="3976"/>
                  </a:cubicBezTo>
                  <a:cubicBezTo>
                    <a:pt x="83469" y="3515"/>
                    <a:pt x="83204" y="3195"/>
                    <a:pt x="82814" y="2958"/>
                  </a:cubicBezTo>
                  <a:cubicBezTo>
                    <a:pt x="82786" y="2944"/>
                    <a:pt x="82744" y="2888"/>
                    <a:pt x="82716" y="2874"/>
                  </a:cubicBezTo>
                  <a:cubicBezTo>
                    <a:pt x="82298" y="2595"/>
                    <a:pt x="81865" y="2427"/>
                    <a:pt x="81377" y="2720"/>
                  </a:cubicBezTo>
                  <a:cubicBezTo>
                    <a:pt x="81280" y="2776"/>
                    <a:pt x="81196" y="2776"/>
                    <a:pt x="81112" y="2818"/>
                  </a:cubicBezTo>
                  <a:cubicBezTo>
                    <a:pt x="80722" y="2985"/>
                    <a:pt x="80359" y="3139"/>
                    <a:pt x="80024" y="3404"/>
                  </a:cubicBezTo>
                  <a:cubicBezTo>
                    <a:pt x="79857" y="3515"/>
                    <a:pt x="79675" y="3641"/>
                    <a:pt x="79494" y="3767"/>
                  </a:cubicBezTo>
                  <a:cubicBezTo>
                    <a:pt x="79369" y="3850"/>
                    <a:pt x="79187" y="3794"/>
                    <a:pt x="79118" y="3655"/>
                  </a:cubicBezTo>
                  <a:cubicBezTo>
                    <a:pt x="79048" y="3488"/>
                    <a:pt x="78936" y="3376"/>
                    <a:pt x="78769" y="3306"/>
                  </a:cubicBezTo>
                  <a:cubicBezTo>
                    <a:pt x="78671" y="3264"/>
                    <a:pt x="78546" y="3209"/>
                    <a:pt x="78448" y="3153"/>
                  </a:cubicBezTo>
                  <a:cubicBezTo>
                    <a:pt x="78322" y="3083"/>
                    <a:pt x="78211" y="3139"/>
                    <a:pt x="78113" y="3223"/>
                  </a:cubicBezTo>
                  <a:cubicBezTo>
                    <a:pt x="78002" y="3306"/>
                    <a:pt x="77988" y="3306"/>
                    <a:pt x="77890" y="3223"/>
                  </a:cubicBezTo>
                  <a:cubicBezTo>
                    <a:pt x="77792" y="3167"/>
                    <a:pt x="77723" y="3097"/>
                    <a:pt x="77625" y="3139"/>
                  </a:cubicBezTo>
                  <a:cubicBezTo>
                    <a:pt x="77555" y="3153"/>
                    <a:pt x="77472" y="3167"/>
                    <a:pt x="77416" y="3125"/>
                  </a:cubicBezTo>
                  <a:cubicBezTo>
                    <a:pt x="77304" y="3013"/>
                    <a:pt x="77165" y="2985"/>
                    <a:pt x="77025" y="2944"/>
                  </a:cubicBezTo>
                  <a:cubicBezTo>
                    <a:pt x="76983" y="2930"/>
                    <a:pt x="76983" y="2888"/>
                    <a:pt x="77011" y="2818"/>
                  </a:cubicBezTo>
                  <a:cubicBezTo>
                    <a:pt x="77137" y="2609"/>
                    <a:pt x="77137" y="2511"/>
                    <a:pt x="77011" y="2386"/>
                  </a:cubicBezTo>
                  <a:lnTo>
                    <a:pt x="76955" y="2330"/>
                  </a:lnTo>
                  <a:cubicBezTo>
                    <a:pt x="76676" y="2176"/>
                    <a:pt x="76398" y="2051"/>
                    <a:pt x="76077" y="2121"/>
                  </a:cubicBezTo>
                  <a:cubicBezTo>
                    <a:pt x="75937" y="2162"/>
                    <a:pt x="75798" y="2176"/>
                    <a:pt x="75658" y="2232"/>
                  </a:cubicBezTo>
                  <a:cubicBezTo>
                    <a:pt x="75561" y="2260"/>
                    <a:pt x="75463" y="2302"/>
                    <a:pt x="75407" y="2372"/>
                  </a:cubicBezTo>
                  <a:cubicBezTo>
                    <a:pt x="75254" y="2581"/>
                    <a:pt x="75100" y="2595"/>
                    <a:pt x="74849" y="2525"/>
                  </a:cubicBezTo>
                  <a:cubicBezTo>
                    <a:pt x="74612" y="2455"/>
                    <a:pt x="74333" y="2469"/>
                    <a:pt x="74068" y="2469"/>
                  </a:cubicBezTo>
                  <a:cubicBezTo>
                    <a:pt x="73747" y="2497"/>
                    <a:pt x="73440" y="2511"/>
                    <a:pt x="73120" y="2539"/>
                  </a:cubicBezTo>
                  <a:cubicBezTo>
                    <a:pt x="72813" y="2581"/>
                    <a:pt x="72520" y="2637"/>
                    <a:pt x="72199" y="2525"/>
                  </a:cubicBezTo>
                  <a:cubicBezTo>
                    <a:pt x="72143" y="2511"/>
                    <a:pt x="72060" y="2567"/>
                    <a:pt x="72004" y="2595"/>
                  </a:cubicBezTo>
                  <a:cubicBezTo>
                    <a:pt x="71976" y="2609"/>
                    <a:pt x="71962" y="2665"/>
                    <a:pt x="71962" y="2720"/>
                  </a:cubicBezTo>
                  <a:cubicBezTo>
                    <a:pt x="71962" y="2734"/>
                    <a:pt x="71976" y="2776"/>
                    <a:pt x="71990" y="2776"/>
                  </a:cubicBezTo>
                  <a:cubicBezTo>
                    <a:pt x="72101" y="2818"/>
                    <a:pt x="72213" y="2860"/>
                    <a:pt x="72325" y="2888"/>
                  </a:cubicBezTo>
                  <a:cubicBezTo>
                    <a:pt x="72352" y="2916"/>
                    <a:pt x="72394" y="2958"/>
                    <a:pt x="72408" y="2999"/>
                  </a:cubicBezTo>
                  <a:cubicBezTo>
                    <a:pt x="72422" y="3027"/>
                    <a:pt x="72380" y="3139"/>
                    <a:pt x="72311" y="3167"/>
                  </a:cubicBezTo>
                  <a:cubicBezTo>
                    <a:pt x="72241" y="3209"/>
                    <a:pt x="72171" y="3209"/>
                    <a:pt x="72101" y="3237"/>
                  </a:cubicBezTo>
                  <a:cubicBezTo>
                    <a:pt x="71962" y="3334"/>
                    <a:pt x="71906" y="3446"/>
                    <a:pt x="71906" y="3613"/>
                  </a:cubicBezTo>
                  <a:cubicBezTo>
                    <a:pt x="71906" y="3725"/>
                    <a:pt x="72004" y="3836"/>
                    <a:pt x="72129" y="3850"/>
                  </a:cubicBezTo>
                  <a:lnTo>
                    <a:pt x="72408" y="3850"/>
                  </a:lnTo>
                  <a:lnTo>
                    <a:pt x="72408" y="3836"/>
                  </a:lnTo>
                  <a:lnTo>
                    <a:pt x="72422" y="3794"/>
                  </a:lnTo>
                  <a:lnTo>
                    <a:pt x="72408" y="3850"/>
                  </a:lnTo>
                  <a:lnTo>
                    <a:pt x="72408" y="3850"/>
                  </a:lnTo>
                  <a:cubicBezTo>
                    <a:pt x="72394" y="3976"/>
                    <a:pt x="72394" y="4073"/>
                    <a:pt x="72464" y="4185"/>
                  </a:cubicBezTo>
                  <a:cubicBezTo>
                    <a:pt x="72562" y="4338"/>
                    <a:pt x="72687" y="4492"/>
                    <a:pt x="72841" y="4603"/>
                  </a:cubicBezTo>
                  <a:cubicBezTo>
                    <a:pt x="72910" y="4659"/>
                    <a:pt x="72910" y="4729"/>
                    <a:pt x="72869" y="4799"/>
                  </a:cubicBezTo>
                  <a:cubicBezTo>
                    <a:pt x="72813" y="4869"/>
                    <a:pt x="72743" y="4896"/>
                    <a:pt x="72687" y="4869"/>
                  </a:cubicBezTo>
                  <a:cubicBezTo>
                    <a:pt x="72534" y="4757"/>
                    <a:pt x="72394" y="4729"/>
                    <a:pt x="72213" y="4827"/>
                  </a:cubicBezTo>
                  <a:cubicBezTo>
                    <a:pt x="72115" y="4896"/>
                    <a:pt x="72004" y="4952"/>
                    <a:pt x="71920" y="5022"/>
                  </a:cubicBezTo>
                  <a:cubicBezTo>
                    <a:pt x="71794" y="5120"/>
                    <a:pt x="71683" y="5161"/>
                    <a:pt x="71516" y="5120"/>
                  </a:cubicBezTo>
                  <a:cubicBezTo>
                    <a:pt x="71404" y="5106"/>
                    <a:pt x="71278" y="5092"/>
                    <a:pt x="71167" y="5106"/>
                  </a:cubicBezTo>
                  <a:cubicBezTo>
                    <a:pt x="70999" y="5120"/>
                    <a:pt x="70846" y="5189"/>
                    <a:pt x="70790" y="5385"/>
                  </a:cubicBezTo>
                  <a:cubicBezTo>
                    <a:pt x="70734" y="5580"/>
                    <a:pt x="70637" y="5650"/>
                    <a:pt x="70441" y="5664"/>
                  </a:cubicBezTo>
                  <a:cubicBezTo>
                    <a:pt x="70093" y="5705"/>
                    <a:pt x="69772" y="5608"/>
                    <a:pt x="69521" y="5371"/>
                  </a:cubicBezTo>
                  <a:cubicBezTo>
                    <a:pt x="69493" y="5357"/>
                    <a:pt x="69479" y="5329"/>
                    <a:pt x="69465" y="5329"/>
                  </a:cubicBezTo>
                  <a:cubicBezTo>
                    <a:pt x="69451" y="5329"/>
                    <a:pt x="69409" y="5329"/>
                    <a:pt x="69395" y="5357"/>
                  </a:cubicBezTo>
                  <a:cubicBezTo>
                    <a:pt x="69381" y="5371"/>
                    <a:pt x="69353" y="5385"/>
                    <a:pt x="69353" y="5399"/>
                  </a:cubicBezTo>
                  <a:cubicBezTo>
                    <a:pt x="69353" y="5636"/>
                    <a:pt x="69409" y="5817"/>
                    <a:pt x="69493" y="6026"/>
                  </a:cubicBezTo>
                  <a:cubicBezTo>
                    <a:pt x="69618" y="6291"/>
                    <a:pt x="69730" y="6556"/>
                    <a:pt x="69758" y="6849"/>
                  </a:cubicBezTo>
                  <a:cubicBezTo>
                    <a:pt x="69772" y="6919"/>
                    <a:pt x="69730" y="6975"/>
                    <a:pt x="69632" y="6975"/>
                  </a:cubicBezTo>
                  <a:cubicBezTo>
                    <a:pt x="69493" y="6961"/>
                    <a:pt x="69353" y="6933"/>
                    <a:pt x="69214" y="6905"/>
                  </a:cubicBezTo>
                  <a:cubicBezTo>
                    <a:pt x="68782" y="6766"/>
                    <a:pt x="68517" y="6431"/>
                    <a:pt x="68168" y="6194"/>
                  </a:cubicBezTo>
                  <a:cubicBezTo>
                    <a:pt x="68154" y="6166"/>
                    <a:pt x="68168" y="6138"/>
                    <a:pt x="68168" y="6124"/>
                  </a:cubicBezTo>
                  <a:cubicBezTo>
                    <a:pt x="68126" y="5929"/>
                    <a:pt x="68098" y="5929"/>
                    <a:pt x="67945" y="6026"/>
                  </a:cubicBezTo>
                  <a:cubicBezTo>
                    <a:pt x="67805" y="6124"/>
                    <a:pt x="67735" y="6124"/>
                    <a:pt x="67638" y="6012"/>
                  </a:cubicBezTo>
                  <a:cubicBezTo>
                    <a:pt x="67582" y="5956"/>
                    <a:pt x="67568" y="5887"/>
                    <a:pt x="67540" y="5845"/>
                  </a:cubicBezTo>
                  <a:cubicBezTo>
                    <a:pt x="67540" y="5845"/>
                    <a:pt x="67526" y="5845"/>
                    <a:pt x="67526" y="5859"/>
                  </a:cubicBezTo>
                  <a:lnTo>
                    <a:pt x="67512" y="5845"/>
                  </a:lnTo>
                  <a:cubicBezTo>
                    <a:pt x="67456" y="5845"/>
                    <a:pt x="67401" y="5859"/>
                    <a:pt x="67373" y="5789"/>
                  </a:cubicBezTo>
                  <a:cubicBezTo>
                    <a:pt x="67387" y="5789"/>
                    <a:pt x="67429" y="5747"/>
                    <a:pt x="67429" y="5775"/>
                  </a:cubicBezTo>
                  <a:cubicBezTo>
                    <a:pt x="67456" y="5789"/>
                    <a:pt x="67470" y="5817"/>
                    <a:pt x="67512" y="5845"/>
                  </a:cubicBezTo>
                  <a:lnTo>
                    <a:pt x="67540" y="5845"/>
                  </a:lnTo>
                  <a:lnTo>
                    <a:pt x="67540" y="5845"/>
                  </a:lnTo>
                  <a:cubicBezTo>
                    <a:pt x="67610" y="5803"/>
                    <a:pt x="67708" y="5775"/>
                    <a:pt x="67777" y="5719"/>
                  </a:cubicBezTo>
                  <a:cubicBezTo>
                    <a:pt x="67805" y="5705"/>
                    <a:pt x="67819" y="5636"/>
                    <a:pt x="67819" y="5594"/>
                  </a:cubicBezTo>
                  <a:cubicBezTo>
                    <a:pt x="67805" y="5426"/>
                    <a:pt x="67708" y="5287"/>
                    <a:pt x="67582" y="5161"/>
                  </a:cubicBezTo>
                  <a:cubicBezTo>
                    <a:pt x="67498" y="5078"/>
                    <a:pt x="67373" y="5050"/>
                    <a:pt x="67247" y="5050"/>
                  </a:cubicBezTo>
                  <a:cubicBezTo>
                    <a:pt x="67150" y="5050"/>
                    <a:pt x="67122" y="5022"/>
                    <a:pt x="67150" y="4910"/>
                  </a:cubicBezTo>
                  <a:cubicBezTo>
                    <a:pt x="67164" y="4827"/>
                    <a:pt x="67219" y="4743"/>
                    <a:pt x="67122" y="4659"/>
                  </a:cubicBezTo>
                  <a:cubicBezTo>
                    <a:pt x="66940" y="4464"/>
                    <a:pt x="66759" y="4269"/>
                    <a:pt x="66564" y="4101"/>
                  </a:cubicBezTo>
                  <a:cubicBezTo>
                    <a:pt x="66410" y="3962"/>
                    <a:pt x="65769" y="3781"/>
                    <a:pt x="65559" y="3794"/>
                  </a:cubicBezTo>
                  <a:cubicBezTo>
                    <a:pt x="65504" y="3794"/>
                    <a:pt x="65448" y="3794"/>
                    <a:pt x="65420" y="3836"/>
                  </a:cubicBezTo>
                  <a:cubicBezTo>
                    <a:pt x="65308" y="3906"/>
                    <a:pt x="65225" y="3920"/>
                    <a:pt x="65099" y="3892"/>
                  </a:cubicBezTo>
                  <a:cubicBezTo>
                    <a:pt x="64806" y="3794"/>
                    <a:pt x="64499" y="3767"/>
                    <a:pt x="64179" y="3850"/>
                  </a:cubicBezTo>
                  <a:cubicBezTo>
                    <a:pt x="64095" y="3864"/>
                    <a:pt x="64011" y="3920"/>
                    <a:pt x="63941" y="3990"/>
                  </a:cubicBezTo>
                  <a:cubicBezTo>
                    <a:pt x="63802" y="4101"/>
                    <a:pt x="63760" y="4213"/>
                    <a:pt x="63830" y="4352"/>
                  </a:cubicBezTo>
                  <a:cubicBezTo>
                    <a:pt x="63914" y="4534"/>
                    <a:pt x="64025" y="4687"/>
                    <a:pt x="64123" y="4841"/>
                  </a:cubicBezTo>
                  <a:cubicBezTo>
                    <a:pt x="64165" y="4896"/>
                    <a:pt x="64123" y="5022"/>
                    <a:pt x="64095" y="5036"/>
                  </a:cubicBezTo>
                  <a:cubicBezTo>
                    <a:pt x="63816" y="5161"/>
                    <a:pt x="63523" y="5287"/>
                    <a:pt x="63244" y="5385"/>
                  </a:cubicBezTo>
                  <a:cubicBezTo>
                    <a:pt x="63049" y="5454"/>
                    <a:pt x="62867" y="5426"/>
                    <a:pt x="62700" y="5287"/>
                  </a:cubicBezTo>
                  <a:cubicBezTo>
                    <a:pt x="62588" y="5175"/>
                    <a:pt x="62574" y="5189"/>
                    <a:pt x="62449" y="5287"/>
                  </a:cubicBezTo>
                  <a:cubicBezTo>
                    <a:pt x="62128" y="5510"/>
                    <a:pt x="61849" y="5426"/>
                    <a:pt x="61779" y="5050"/>
                  </a:cubicBezTo>
                  <a:cubicBezTo>
                    <a:pt x="61751" y="5008"/>
                    <a:pt x="61779" y="4966"/>
                    <a:pt x="61751" y="4910"/>
                  </a:cubicBezTo>
                  <a:cubicBezTo>
                    <a:pt x="61738" y="4813"/>
                    <a:pt x="61598" y="4729"/>
                    <a:pt x="61473" y="4743"/>
                  </a:cubicBezTo>
                  <a:cubicBezTo>
                    <a:pt x="61110" y="4813"/>
                    <a:pt x="60733" y="4896"/>
                    <a:pt x="60357" y="4966"/>
                  </a:cubicBezTo>
                  <a:cubicBezTo>
                    <a:pt x="60217" y="5008"/>
                    <a:pt x="60078" y="5036"/>
                    <a:pt x="59966" y="5092"/>
                  </a:cubicBezTo>
                  <a:cubicBezTo>
                    <a:pt x="59799" y="5161"/>
                    <a:pt x="59687" y="5259"/>
                    <a:pt x="59548" y="5357"/>
                  </a:cubicBezTo>
                  <a:cubicBezTo>
                    <a:pt x="59380" y="5287"/>
                    <a:pt x="59241" y="5217"/>
                    <a:pt x="59087" y="5147"/>
                  </a:cubicBezTo>
                  <a:lnTo>
                    <a:pt x="59032" y="5147"/>
                  </a:lnTo>
                  <a:cubicBezTo>
                    <a:pt x="59018" y="5175"/>
                    <a:pt x="59018" y="5231"/>
                    <a:pt x="59004" y="5259"/>
                  </a:cubicBezTo>
                  <a:cubicBezTo>
                    <a:pt x="58920" y="5524"/>
                    <a:pt x="58613" y="5608"/>
                    <a:pt x="58446" y="5426"/>
                  </a:cubicBezTo>
                  <a:cubicBezTo>
                    <a:pt x="58376" y="5357"/>
                    <a:pt x="58334" y="5259"/>
                    <a:pt x="58292" y="5189"/>
                  </a:cubicBezTo>
                  <a:cubicBezTo>
                    <a:pt x="58250" y="5120"/>
                    <a:pt x="58195" y="5092"/>
                    <a:pt x="58125" y="5120"/>
                  </a:cubicBezTo>
                  <a:cubicBezTo>
                    <a:pt x="58027" y="5175"/>
                    <a:pt x="57916" y="5189"/>
                    <a:pt x="57804" y="5175"/>
                  </a:cubicBezTo>
                  <a:cubicBezTo>
                    <a:pt x="57665" y="5161"/>
                    <a:pt x="57567" y="5245"/>
                    <a:pt x="57539" y="5371"/>
                  </a:cubicBezTo>
                  <a:cubicBezTo>
                    <a:pt x="57525" y="5440"/>
                    <a:pt x="57497" y="5510"/>
                    <a:pt x="57497" y="5580"/>
                  </a:cubicBezTo>
                  <a:cubicBezTo>
                    <a:pt x="57497" y="5678"/>
                    <a:pt x="57539" y="5775"/>
                    <a:pt x="57637" y="5803"/>
                  </a:cubicBezTo>
                  <a:cubicBezTo>
                    <a:pt x="57734" y="5845"/>
                    <a:pt x="57818" y="5859"/>
                    <a:pt x="57888" y="5873"/>
                  </a:cubicBezTo>
                  <a:lnTo>
                    <a:pt x="57888" y="5859"/>
                  </a:lnTo>
                  <a:lnTo>
                    <a:pt x="57902" y="5845"/>
                  </a:lnTo>
                  <a:cubicBezTo>
                    <a:pt x="57902" y="5803"/>
                    <a:pt x="57902" y="5775"/>
                    <a:pt x="57916" y="5733"/>
                  </a:cubicBezTo>
                  <a:cubicBezTo>
                    <a:pt x="57944" y="5705"/>
                    <a:pt x="57971" y="5678"/>
                    <a:pt x="58013" y="5664"/>
                  </a:cubicBezTo>
                  <a:cubicBezTo>
                    <a:pt x="58013" y="5678"/>
                    <a:pt x="58027" y="5705"/>
                    <a:pt x="58027" y="5719"/>
                  </a:cubicBezTo>
                  <a:cubicBezTo>
                    <a:pt x="58027" y="5733"/>
                    <a:pt x="58013" y="5775"/>
                    <a:pt x="57985" y="5775"/>
                  </a:cubicBezTo>
                  <a:cubicBezTo>
                    <a:pt x="57957" y="5789"/>
                    <a:pt x="57944" y="5803"/>
                    <a:pt x="57902" y="5817"/>
                  </a:cubicBezTo>
                  <a:lnTo>
                    <a:pt x="57902" y="5859"/>
                  </a:lnTo>
                  <a:lnTo>
                    <a:pt x="57888" y="5859"/>
                  </a:lnTo>
                  <a:cubicBezTo>
                    <a:pt x="57874" y="5929"/>
                    <a:pt x="57874" y="5998"/>
                    <a:pt x="57818" y="6054"/>
                  </a:cubicBezTo>
                  <a:cubicBezTo>
                    <a:pt x="57692" y="6152"/>
                    <a:pt x="57595" y="6291"/>
                    <a:pt x="57497" y="6445"/>
                  </a:cubicBezTo>
                  <a:cubicBezTo>
                    <a:pt x="57344" y="6724"/>
                    <a:pt x="57107" y="6835"/>
                    <a:pt x="56786" y="6863"/>
                  </a:cubicBezTo>
                  <a:cubicBezTo>
                    <a:pt x="56688" y="6891"/>
                    <a:pt x="56632" y="6849"/>
                    <a:pt x="56688" y="6752"/>
                  </a:cubicBezTo>
                  <a:cubicBezTo>
                    <a:pt x="56758" y="6612"/>
                    <a:pt x="56772" y="6487"/>
                    <a:pt x="56786" y="6333"/>
                  </a:cubicBezTo>
                  <a:cubicBezTo>
                    <a:pt x="56800" y="6152"/>
                    <a:pt x="56995" y="6152"/>
                    <a:pt x="57051" y="6012"/>
                  </a:cubicBezTo>
                  <a:cubicBezTo>
                    <a:pt x="57065" y="5943"/>
                    <a:pt x="57121" y="5873"/>
                    <a:pt x="57121" y="5803"/>
                  </a:cubicBezTo>
                  <a:cubicBezTo>
                    <a:pt x="57051" y="5580"/>
                    <a:pt x="57134" y="5385"/>
                    <a:pt x="57218" y="5175"/>
                  </a:cubicBezTo>
                  <a:cubicBezTo>
                    <a:pt x="57274" y="5092"/>
                    <a:pt x="57288" y="5008"/>
                    <a:pt x="57274" y="4896"/>
                  </a:cubicBezTo>
                  <a:cubicBezTo>
                    <a:pt x="57260" y="4799"/>
                    <a:pt x="57260" y="4701"/>
                    <a:pt x="57316" y="4617"/>
                  </a:cubicBezTo>
                  <a:cubicBezTo>
                    <a:pt x="57413" y="4394"/>
                    <a:pt x="57525" y="4185"/>
                    <a:pt x="57595" y="3962"/>
                  </a:cubicBezTo>
                  <a:cubicBezTo>
                    <a:pt x="57637" y="3725"/>
                    <a:pt x="57665" y="3488"/>
                    <a:pt x="57748" y="3264"/>
                  </a:cubicBezTo>
                  <a:cubicBezTo>
                    <a:pt x="57832" y="3055"/>
                    <a:pt x="57804" y="2818"/>
                    <a:pt x="57706" y="2637"/>
                  </a:cubicBezTo>
                  <a:cubicBezTo>
                    <a:pt x="57609" y="2427"/>
                    <a:pt x="57469" y="2232"/>
                    <a:pt x="57413" y="1981"/>
                  </a:cubicBezTo>
                  <a:cubicBezTo>
                    <a:pt x="57413" y="1953"/>
                    <a:pt x="57386" y="1884"/>
                    <a:pt x="57344" y="1870"/>
                  </a:cubicBezTo>
                  <a:cubicBezTo>
                    <a:pt x="57079" y="1758"/>
                    <a:pt x="56967" y="1521"/>
                    <a:pt x="56786" y="1326"/>
                  </a:cubicBezTo>
                  <a:cubicBezTo>
                    <a:pt x="56730" y="1270"/>
                    <a:pt x="56660" y="1270"/>
                    <a:pt x="56618" y="1340"/>
                  </a:cubicBezTo>
                  <a:cubicBezTo>
                    <a:pt x="56577" y="1395"/>
                    <a:pt x="56577" y="1563"/>
                    <a:pt x="56451" y="1409"/>
                  </a:cubicBezTo>
                  <a:cubicBezTo>
                    <a:pt x="56312" y="1242"/>
                    <a:pt x="56144" y="1130"/>
                    <a:pt x="55949" y="1033"/>
                  </a:cubicBezTo>
                  <a:cubicBezTo>
                    <a:pt x="55781" y="935"/>
                    <a:pt x="55600" y="865"/>
                    <a:pt x="55447" y="768"/>
                  </a:cubicBezTo>
                  <a:cubicBezTo>
                    <a:pt x="55293" y="656"/>
                    <a:pt x="55154" y="628"/>
                    <a:pt x="54986" y="726"/>
                  </a:cubicBezTo>
                  <a:cubicBezTo>
                    <a:pt x="54707" y="921"/>
                    <a:pt x="54401" y="1033"/>
                    <a:pt x="54080" y="1144"/>
                  </a:cubicBezTo>
                  <a:cubicBezTo>
                    <a:pt x="54010" y="1172"/>
                    <a:pt x="53982" y="1256"/>
                    <a:pt x="53996" y="1326"/>
                  </a:cubicBezTo>
                  <a:cubicBezTo>
                    <a:pt x="54038" y="1395"/>
                    <a:pt x="54066" y="1451"/>
                    <a:pt x="54108" y="1521"/>
                  </a:cubicBezTo>
                  <a:cubicBezTo>
                    <a:pt x="54149" y="1632"/>
                    <a:pt x="54108" y="1744"/>
                    <a:pt x="53982" y="1814"/>
                  </a:cubicBezTo>
                  <a:cubicBezTo>
                    <a:pt x="53843" y="1897"/>
                    <a:pt x="53689" y="1828"/>
                    <a:pt x="53661" y="1674"/>
                  </a:cubicBezTo>
                  <a:cubicBezTo>
                    <a:pt x="53647" y="1549"/>
                    <a:pt x="53661" y="1423"/>
                    <a:pt x="53647" y="1326"/>
                  </a:cubicBezTo>
                  <a:cubicBezTo>
                    <a:pt x="53633" y="1200"/>
                    <a:pt x="53633" y="1074"/>
                    <a:pt x="53592" y="977"/>
                  </a:cubicBezTo>
                  <a:cubicBezTo>
                    <a:pt x="53578" y="865"/>
                    <a:pt x="53424" y="782"/>
                    <a:pt x="53313" y="796"/>
                  </a:cubicBezTo>
                  <a:cubicBezTo>
                    <a:pt x="53229" y="823"/>
                    <a:pt x="53131" y="851"/>
                    <a:pt x="53034" y="865"/>
                  </a:cubicBezTo>
                  <a:cubicBezTo>
                    <a:pt x="52880" y="907"/>
                    <a:pt x="52755" y="865"/>
                    <a:pt x="52615" y="823"/>
                  </a:cubicBezTo>
                  <a:cubicBezTo>
                    <a:pt x="52518" y="768"/>
                    <a:pt x="52462" y="712"/>
                    <a:pt x="52476" y="614"/>
                  </a:cubicBezTo>
                  <a:cubicBezTo>
                    <a:pt x="52531" y="377"/>
                    <a:pt x="52378" y="265"/>
                    <a:pt x="52225" y="140"/>
                  </a:cubicBezTo>
                  <a:cubicBezTo>
                    <a:pt x="51960" y="168"/>
                    <a:pt x="51708" y="14"/>
                    <a:pt x="51457" y="0"/>
                  </a:cubicBezTo>
                  <a:cubicBezTo>
                    <a:pt x="51388" y="0"/>
                    <a:pt x="51332" y="56"/>
                    <a:pt x="51262" y="84"/>
                  </a:cubicBezTo>
                  <a:cubicBezTo>
                    <a:pt x="51220" y="98"/>
                    <a:pt x="51192" y="154"/>
                    <a:pt x="51178" y="196"/>
                  </a:cubicBezTo>
                  <a:cubicBezTo>
                    <a:pt x="50983" y="586"/>
                    <a:pt x="50899" y="1005"/>
                    <a:pt x="50927" y="1451"/>
                  </a:cubicBezTo>
                  <a:cubicBezTo>
                    <a:pt x="50941" y="1702"/>
                    <a:pt x="50927" y="2023"/>
                    <a:pt x="51248" y="2190"/>
                  </a:cubicBezTo>
                  <a:cubicBezTo>
                    <a:pt x="51388" y="2288"/>
                    <a:pt x="51346" y="2455"/>
                    <a:pt x="51402" y="2581"/>
                  </a:cubicBezTo>
                  <a:cubicBezTo>
                    <a:pt x="51457" y="2734"/>
                    <a:pt x="51457" y="2748"/>
                    <a:pt x="51318" y="2776"/>
                  </a:cubicBezTo>
                  <a:cubicBezTo>
                    <a:pt x="51137" y="2790"/>
                    <a:pt x="50983" y="2790"/>
                    <a:pt x="50830" y="2874"/>
                  </a:cubicBezTo>
                  <a:cubicBezTo>
                    <a:pt x="50760" y="2916"/>
                    <a:pt x="50718" y="2958"/>
                    <a:pt x="50732" y="3055"/>
                  </a:cubicBezTo>
                  <a:cubicBezTo>
                    <a:pt x="50760" y="3125"/>
                    <a:pt x="50788" y="3209"/>
                    <a:pt x="50774" y="3264"/>
                  </a:cubicBezTo>
                  <a:cubicBezTo>
                    <a:pt x="50704" y="3418"/>
                    <a:pt x="50620" y="3557"/>
                    <a:pt x="50523" y="3697"/>
                  </a:cubicBezTo>
                  <a:cubicBezTo>
                    <a:pt x="50509" y="3725"/>
                    <a:pt x="50453" y="3767"/>
                    <a:pt x="50425" y="3781"/>
                  </a:cubicBezTo>
                  <a:cubicBezTo>
                    <a:pt x="50272" y="3836"/>
                    <a:pt x="50104" y="3906"/>
                    <a:pt x="49951" y="3934"/>
                  </a:cubicBezTo>
                  <a:cubicBezTo>
                    <a:pt x="49923" y="3962"/>
                    <a:pt x="49881" y="3906"/>
                    <a:pt x="49895" y="3850"/>
                  </a:cubicBezTo>
                  <a:cubicBezTo>
                    <a:pt x="49923" y="3767"/>
                    <a:pt x="49951" y="3683"/>
                    <a:pt x="49965" y="3571"/>
                  </a:cubicBezTo>
                  <a:cubicBezTo>
                    <a:pt x="49993" y="3488"/>
                    <a:pt x="49895" y="3404"/>
                    <a:pt x="49798" y="3404"/>
                  </a:cubicBezTo>
                  <a:cubicBezTo>
                    <a:pt x="49644" y="3418"/>
                    <a:pt x="49505" y="3446"/>
                    <a:pt x="49463" y="3613"/>
                  </a:cubicBezTo>
                  <a:cubicBezTo>
                    <a:pt x="49449" y="3711"/>
                    <a:pt x="49407" y="3781"/>
                    <a:pt x="49295" y="3794"/>
                  </a:cubicBezTo>
                  <a:cubicBezTo>
                    <a:pt x="49198" y="3794"/>
                    <a:pt x="49100" y="3836"/>
                    <a:pt x="49016" y="3836"/>
                  </a:cubicBezTo>
                  <a:cubicBezTo>
                    <a:pt x="48849" y="3850"/>
                    <a:pt x="48751" y="3962"/>
                    <a:pt x="48668" y="4046"/>
                  </a:cubicBezTo>
                  <a:cubicBezTo>
                    <a:pt x="48542" y="4185"/>
                    <a:pt x="48542" y="4255"/>
                    <a:pt x="48668" y="4408"/>
                  </a:cubicBezTo>
                  <a:cubicBezTo>
                    <a:pt x="48710" y="4478"/>
                    <a:pt x="48710" y="4562"/>
                    <a:pt x="48668" y="4590"/>
                  </a:cubicBezTo>
                  <a:cubicBezTo>
                    <a:pt x="48486" y="4687"/>
                    <a:pt x="48291" y="4827"/>
                    <a:pt x="48110" y="4910"/>
                  </a:cubicBezTo>
                  <a:cubicBezTo>
                    <a:pt x="47928" y="5008"/>
                    <a:pt x="47761" y="5078"/>
                    <a:pt x="47649" y="5231"/>
                  </a:cubicBezTo>
                  <a:cubicBezTo>
                    <a:pt x="47552" y="5385"/>
                    <a:pt x="47370" y="5468"/>
                    <a:pt x="47301" y="5678"/>
                  </a:cubicBezTo>
                  <a:cubicBezTo>
                    <a:pt x="47273" y="5817"/>
                    <a:pt x="47161" y="5943"/>
                    <a:pt x="47022" y="5998"/>
                  </a:cubicBezTo>
                  <a:cubicBezTo>
                    <a:pt x="46826" y="6054"/>
                    <a:pt x="46882" y="6291"/>
                    <a:pt x="46729" y="6375"/>
                  </a:cubicBezTo>
                  <a:cubicBezTo>
                    <a:pt x="46645" y="6431"/>
                    <a:pt x="46603" y="6514"/>
                    <a:pt x="46575" y="6612"/>
                  </a:cubicBezTo>
                  <a:cubicBezTo>
                    <a:pt x="46478" y="6779"/>
                    <a:pt x="46547" y="6933"/>
                    <a:pt x="46589" y="7100"/>
                  </a:cubicBezTo>
                  <a:cubicBezTo>
                    <a:pt x="46603" y="7198"/>
                    <a:pt x="46673" y="7254"/>
                    <a:pt x="46743" y="7310"/>
                  </a:cubicBezTo>
                  <a:cubicBezTo>
                    <a:pt x="46924" y="7449"/>
                    <a:pt x="47078" y="7561"/>
                    <a:pt x="47287" y="7630"/>
                  </a:cubicBezTo>
                  <a:cubicBezTo>
                    <a:pt x="47510" y="7700"/>
                    <a:pt x="47733" y="7812"/>
                    <a:pt x="47901" y="8007"/>
                  </a:cubicBezTo>
                  <a:cubicBezTo>
                    <a:pt x="47928" y="8035"/>
                    <a:pt x="47928" y="8091"/>
                    <a:pt x="47928" y="8119"/>
                  </a:cubicBezTo>
                  <a:cubicBezTo>
                    <a:pt x="47928" y="8160"/>
                    <a:pt x="47901" y="8216"/>
                    <a:pt x="47859" y="8230"/>
                  </a:cubicBezTo>
                  <a:cubicBezTo>
                    <a:pt x="47761" y="8286"/>
                    <a:pt x="47761" y="8188"/>
                    <a:pt x="47719" y="8146"/>
                  </a:cubicBezTo>
                  <a:cubicBezTo>
                    <a:pt x="47691" y="8077"/>
                    <a:pt x="47649" y="8021"/>
                    <a:pt x="47566" y="8021"/>
                  </a:cubicBezTo>
                  <a:cubicBezTo>
                    <a:pt x="47482" y="8035"/>
                    <a:pt x="47357" y="8021"/>
                    <a:pt x="47287" y="8077"/>
                  </a:cubicBezTo>
                  <a:cubicBezTo>
                    <a:pt x="47064" y="8258"/>
                    <a:pt x="46799" y="8356"/>
                    <a:pt x="46534" y="8453"/>
                  </a:cubicBezTo>
                  <a:cubicBezTo>
                    <a:pt x="46269" y="8579"/>
                    <a:pt x="45990" y="8663"/>
                    <a:pt x="45738" y="8746"/>
                  </a:cubicBezTo>
                  <a:cubicBezTo>
                    <a:pt x="45641" y="8788"/>
                    <a:pt x="45543" y="8802"/>
                    <a:pt x="45460" y="8844"/>
                  </a:cubicBezTo>
                  <a:cubicBezTo>
                    <a:pt x="45194" y="8941"/>
                    <a:pt x="45125" y="9151"/>
                    <a:pt x="45264" y="9416"/>
                  </a:cubicBezTo>
                  <a:cubicBezTo>
                    <a:pt x="45320" y="9513"/>
                    <a:pt x="45390" y="9625"/>
                    <a:pt x="45460" y="9709"/>
                  </a:cubicBezTo>
                  <a:cubicBezTo>
                    <a:pt x="45557" y="9834"/>
                    <a:pt x="45641" y="9974"/>
                    <a:pt x="45683" y="10141"/>
                  </a:cubicBezTo>
                  <a:cubicBezTo>
                    <a:pt x="45697" y="10239"/>
                    <a:pt x="45738" y="10336"/>
                    <a:pt x="45780" y="10406"/>
                  </a:cubicBezTo>
                  <a:cubicBezTo>
                    <a:pt x="45836" y="10476"/>
                    <a:pt x="45906" y="10546"/>
                    <a:pt x="45990" y="10601"/>
                  </a:cubicBezTo>
                  <a:cubicBezTo>
                    <a:pt x="46171" y="10685"/>
                    <a:pt x="46380" y="10657"/>
                    <a:pt x="46575" y="10671"/>
                  </a:cubicBezTo>
                  <a:cubicBezTo>
                    <a:pt x="46729" y="10811"/>
                    <a:pt x="46882" y="10964"/>
                    <a:pt x="47036" y="11104"/>
                  </a:cubicBezTo>
                  <a:cubicBezTo>
                    <a:pt x="47078" y="11145"/>
                    <a:pt x="47133" y="11145"/>
                    <a:pt x="47175" y="11159"/>
                  </a:cubicBezTo>
                  <a:cubicBezTo>
                    <a:pt x="47287" y="11215"/>
                    <a:pt x="47412" y="11243"/>
                    <a:pt x="47510" y="11299"/>
                  </a:cubicBezTo>
                  <a:cubicBezTo>
                    <a:pt x="47594" y="11327"/>
                    <a:pt x="47663" y="11396"/>
                    <a:pt x="47705" y="11508"/>
                  </a:cubicBezTo>
                  <a:cubicBezTo>
                    <a:pt x="47761" y="11815"/>
                    <a:pt x="47859" y="12122"/>
                    <a:pt x="48040" y="12359"/>
                  </a:cubicBezTo>
                  <a:cubicBezTo>
                    <a:pt x="48082" y="12429"/>
                    <a:pt x="48040" y="12498"/>
                    <a:pt x="47970" y="12540"/>
                  </a:cubicBezTo>
                  <a:cubicBezTo>
                    <a:pt x="47873" y="12582"/>
                    <a:pt x="47803" y="12638"/>
                    <a:pt x="47719" y="12680"/>
                  </a:cubicBezTo>
                  <a:cubicBezTo>
                    <a:pt x="47719" y="12680"/>
                    <a:pt x="47719" y="12694"/>
                    <a:pt x="47733" y="12694"/>
                  </a:cubicBezTo>
                  <a:cubicBezTo>
                    <a:pt x="47719" y="12708"/>
                    <a:pt x="47719" y="12722"/>
                    <a:pt x="47705" y="12749"/>
                  </a:cubicBezTo>
                  <a:cubicBezTo>
                    <a:pt x="47705" y="12763"/>
                    <a:pt x="47705" y="12777"/>
                    <a:pt x="47691" y="12791"/>
                  </a:cubicBezTo>
                  <a:cubicBezTo>
                    <a:pt x="47705" y="12763"/>
                    <a:pt x="47705" y="12708"/>
                    <a:pt x="47719" y="12680"/>
                  </a:cubicBezTo>
                  <a:lnTo>
                    <a:pt x="47719" y="12680"/>
                  </a:lnTo>
                  <a:cubicBezTo>
                    <a:pt x="47705" y="12638"/>
                    <a:pt x="47691" y="12610"/>
                    <a:pt x="47649" y="12568"/>
                  </a:cubicBezTo>
                  <a:cubicBezTo>
                    <a:pt x="47440" y="12331"/>
                    <a:pt x="47384" y="12066"/>
                    <a:pt x="47552" y="11773"/>
                  </a:cubicBezTo>
                  <a:cubicBezTo>
                    <a:pt x="47566" y="11731"/>
                    <a:pt x="47566" y="11675"/>
                    <a:pt x="47566" y="11634"/>
                  </a:cubicBezTo>
                  <a:cubicBezTo>
                    <a:pt x="47580" y="11494"/>
                    <a:pt x="47440" y="11327"/>
                    <a:pt x="47301" y="11355"/>
                  </a:cubicBezTo>
                  <a:cubicBezTo>
                    <a:pt x="47175" y="11369"/>
                    <a:pt x="47064" y="11383"/>
                    <a:pt x="46952" y="11396"/>
                  </a:cubicBezTo>
                  <a:cubicBezTo>
                    <a:pt x="46729" y="11452"/>
                    <a:pt x="46534" y="11424"/>
                    <a:pt x="46338" y="11257"/>
                  </a:cubicBezTo>
                  <a:cubicBezTo>
                    <a:pt x="46241" y="11173"/>
                    <a:pt x="46115" y="11076"/>
                    <a:pt x="45990" y="11020"/>
                  </a:cubicBezTo>
                  <a:cubicBezTo>
                    <a:pt x="45780" y="10908"/>
                    <a:pt x="45557" y="10811"/>
                    <a:pt x="45334" y="10755"/>
                  </a:cubicBezTo>
                  <a:cubicBezTo>
                    <a:pt x="45111" y="10699"/>
                    <a:pt x="44874" y="10615"/>
                    <a:pt x="44650" y="10546"/>
                  </a:cubicBezTo>
                  <a:cubicBezTo>
                    <a:pt x="44595" y="10532"/>
                    <a:pt x="44511" y="10560"/>
                    <a:pt x="44455" y="10601"/>
                  </a:cubicBezTo>
                  <a:cubicBezTo>
                    <a:pt x="44358" y="10685"/>
                    <a:pt x="44288" y="10825"/>
                    <a:pt x="44288" y="10964"/>
                  </a:cubicBezTo>
                  <a:cubicBezTo>
                    <a:pt x="44288" y="11006"/>
                    <a:pt x="44316" y="11048"/>
                    <a:pt x="44358" y="11076"/>
                  </a:cubicBezTo>
                  <a:cubicBezTo>
                    <a:pt x="44427" y="11104"/>
                    <a:pt x="44497" y="11104"/>
                    <a:pt x="44567" y="11117"/>
                  </a:cubicBezTo>
                  <a:lnTo>
                    <a:pt x="44553" y="11104"/>
                  </a:lnTo>
                  <a:lnTo>
                    <a:pt x="44581" y="11076"/>
                  </a:lnTo>
                  <a:lnTo>
                    <a:pt x="44567" y="11117"/>
                  </a:lnTo>
                  <a:cubicBezTo>
                    <a:pt x="44623" y="11159"/>
                    <a:pt x="44650" y="11215"/>
                    <a:pt x="44706" y="11243"/>
                  </a:cubicBezTo>
                  <a:cubicBezTo>
                    <a:pt x="44776" y="11285"/>
                    <a:pt x="44846" y="11285"/>
                    <a:pt x="44916" y="11313"/>
                  </a:cubicBezTo>
                  <a:cubicBezTo>
                    <a:pt x="44999" y="11355"/>
                    <a:pt x="45041" y="11466"/>
                    <a:pt x="44985" y="11564"/>
                  </a:cubicBezTo>
                  <a:cubicBezTo>
                    <a:pt x="44943" y="11634"/>
                    <a:pt x="44874" y="11661"/>
                    <a:pt x="44804" y="11648"/>
                  </a:cubicBezTo>
                  <a:cubicBezTo>
                    <a:pt x="44720" y="11634"/>
                    <a:pt x="44637" y="11578"/>
                    <a:pt x="44553" y="11536"/>
                  </a:cubicBezTo>
                  <a:cubicBezTo>
                    <a:pt x="44483" y="11508"/>
                    <a:pt x="44427" y="11452"/>
                    <a:pt x="44358" y="11452"/>
                  </a:cubicBezTo>
                  <a:cubicBezTo>
                    <a:pt x="44246" y="11438"/>
                    <a:pt x="44162" y="11494"/>
                    <a:pt x="44106" y="11578"/>
                  </a:cubicBezTo>
                  <a:cubicBezTo>
                    <a:pt x="44079" y="11634"/>
                    <a:pt x="44037" y="11717"/>
                    <a:pt x="44079" y="11773"/>
                  </a:cubicBezTo>
                  <a:cubicBezTo>
                    <a:pt x="44204" y="12024"/>
                    <a:pt x="44372" y="12261"/>
                    <a:pt x="44692" y="12345"/>
                  </a:cubicBezTo>
                  <a:cubicBezTo>
                    <a:pt x="44846" y="12401"/>
                    <a:pt x="44999" y="12429"/>
                    <a:pt x="45181" y="12443"/>
                  </a:cubicBezTo>
                  <a:cubicBezTo>
                    <a:pt x="45250" y="12443"/>
                    <a:pt x="45320" y="12484"/>
                    <a:pt x="45390" y="12498"/>
                  </a:cubicBezTo>
                  <a:cubicBezTo>
                    <a:pt x="45404" y="12498"/>
                    <a:pt x="45418" y="12540"/>
                    <a:pt x="45432" y="12554"/>
                  </a:cubicBezTo>
                  <a:cubicBezTo>
                    <a:pt x="45460" y="12610"/>
                    <a:pt x="45418" y="12638"/>
                    <a:pt x="45362" y="12624"/>
                  </a:cubicBezTo>
                  <a:cubicBezTo>
                    <a:pt x="45264" y="12568"/>
                    <a:pt x="45139" y="12512"/>
                    <a:pt x="45013" y="12554"/>
                  </a:cubicBezTo>
                  <a:cubicBezTo>
                    <a:pt x="44804" y="12582"/>
                    <a:pt x="44581" y="12568"/>
                    <a:pt x="44372" y="12554"/>
                  </a:cubicBezTo>
                  <a:cubicBezTo>
                    <a:pt x="44246" y="12540"/>
                    <a:pt x="44148" y="12498"/>
                    <a:pt x="44079" y="12373"/>
                  </a:cubicBezTo>
                  <a:cubicBezTo>
                    <a:pt x="44065" y="12345"/>
                    <a:pt x="44037" y="12289"/>
                    <a:pt x="44009" y="12261"/>
                  </a:cubicBezTo>
                  <a:cubicBezTo>
                    <a:pt x="43855" y="12010"/>
                    <a:pt x="43716" y="11773"/>
                    <a:pt x="43688" y="11466"/>
                  </a:cubicBezTo>
                  <a:cubicBezTo>
                    <a:pt x="43674" y="11229"/>
                    <a:pt x="43576" y="11020"/>
                    <a:pt x="43409" y="10811"/>
                  </a:cubicBezTo>
                  <a:cubicBezTo>
                    <a:pt x="43381" y="10755"/>
                    <a:pt x="43311" y="10727"/>
                    <a:pt x="43256" y="10671"/>
                  </a:cubicBezTo>
                  <a:cubicBezTo>
                    <a:pt x="43242" y="10657"/>
                    <a:pt x="43200" y="10671"/>
                    <a:pt x="43200" y="10671"/>
                  </a:cubicBezTo>
                  <a:cubicBezTo>
                    <a:pt x="43186" y="10685"/>
                    <a:pt x="43158" y="10699"/>
                    <a:pt x="43172" y="10727"/>
                  </a:cubicBezTo>
                  <a:cubicBezTo>
                    <a:pt x="43228" y="10894"/>
                    <a:pt x="43297" y="11090"/>
                    <a:pt x="43339" y="11257"/>
                  </a:cubicBezTo>
                  <a:cubicBezTo>
                    <a:pt x="43381" y="11396"/>
                    <a:pt x="43381" y="11536"/>
                    <a:pt x="43297" y="11675"/>
                  </a:cubicBezTo>
                  <a:cubicBezTo>
                    <a:pt x="43270" y="11717"/>
                    <a:pt x="43242" y="11773"/>
                    <a:pt x="43200" y="11801"/>
                  </a:cubicBezTo>
                  <a:cubicBezTo>
                    <a:pt x="43088" y="11940"/>
                    <a:pt x="43032" y="12080"/>
                    <a:pt x="43088" y="12261"/>
                  </a:cubicBezTo>
                  <a:cubicBezTo>
                    <a:pt x="43130" y="12415"/>
                    <a:pt x="43032" y="12610"/>
                    <a:pt x="43130" y="12749"/>
                  </a:cubicBezTo>
                  <a:cubicBezTo>
                    <a:pt x="43242" y="12889"/>
                    <a:pt x="43381" y="12987"/>
                    <a:pt x="43479" y="13098"/>
                  </a:cubicBezTo>
                  <a:cubicBezTo>
                    <a:pt x="43576" y="13182"/>
                    <a:pt x="43660" y="13252"/>
                    <a:pt x="43744" y="13335"/>
                  </a:cubicBezTo>
                  <a:cubicBezTo>
                    <a:pt x="43883" y="13461"/>
                    <a:pt x="43953" y="13600"/>
                    <a:pt x="43953" y="13768"/>
                  </a:cubicBezTo>
                  <a:cubicBezTo>
                    <a:pt x="43953" y="13963"/>
                    <a:pt x="43953" y="14158"/>
                    <a:pt x="43995" y="14354"/>
                  </a:cubicBezTo>
                  <a:cubicBezTo>
                    <a:pt x="44037" y="14716"/>
                    <a:pt x="44274" y="15009"/>
                    <a:pt x="44413" y="15330"/>
                  </a:cubicBezTo>
                  <a:cubicBezTo>
                    <a:pt x="44441" y="15414"/>
                    <a:pt x="44553" y="15442"/>
                    <a:pt x="44650" y="15442"/>
                  </a:cubicBezTo>
                  <a:cubicBezTo>
                    <a:pt x="44846" y="15428"/>
                    <a:pt x="45013" y="15400"/>
                    <a:pt x="45153" y="15218"/>
                  </a:cubicBezTo>
                  <a:cubicBezTo>
                    <a:pt x="45320" y="15023"/>
                    <a:pt x="45501" y="15093"/>
                    <a:pt x="45683" y="15190"/>
                  </a:cubicBezTo>
                  <a:cubicBezTo>
                    <a:pt x="45697" y="15204"/>
                    <a:pt x="45738" y="15218"/>
                    <a:pt x="45738" y="15232"/>
                  </a:cubicBezTo>
                  <a:cubicBezTo>
                    <a:pt x="45738" y="15260"/>
                    <a:pt x="45697" y="15274"/>
                    <a:pt x="45683" y="15288"/>
                  </a:cubicBezTo>
                  <a:cubicBezTo>
                    <a:pt x="45487" y="15428"/>
                    <a:pt x="45292" y="15567"/>
                    <a:pt x="45111" y="15721"/>
                  </a:cubicBezTo>
                  <a:cubicBezTo>
                    <a:pt x="44929" y="15860"/>
                    <a:pt x="44916" y="16139"/>
                    <a:pt x="45055" y="16320"/>
                  </a:cubicBezTo>
                  <a:cubicBezTo>
                    <a:pt x="45125" y="16404"/>
                    <a:pt x="45222" y="16488"/>
                    <a:pt x="45292" y="16585"/>
                  </a:cubicBezTo>
                  <a:cubicBezTo>
                    <a:pt x="45404" y="16725"/>
                    <a:pt x="45460" y="16892"/>
                    <a:pt x="45390" y="17046"/>
                  </a:cubicBezTo>
                  <a:cubicBezTo>
                    <a:pt x="45292" y="17283"/>
                    <a:pt x="45264" y="17506"/>
                    <a:pt x="45264" y="17743"/>
                  </a:cubicBezTo>
                  <a:cubicBezTo>
                    <a:pt x="45264" y="17869"/>
                    <a:pt x="45222" y="17994"/>
                    <a:pt x="45153" y="18078"/>
                  </a:cubicBezTo>
                  <a:cubicBezTo>
                    <a:pt x="45013" y="18301"/>
                    <a:pt x="44846" y="18496"/>
                    <a:pt x="44804" y="18775"/>
                  </a:cubicBezTo>
                  <a:cubicBezTo>
                    <a:pt x="44804" y="18817"/>
                    <a:pt x="44720" y="18845"/>
                    <a:pt x="44692" y="18845"/>
                  </a:cubicBezTo>
                  <a:cubicBezTo>
                    <a:pt x="44413" y="18817"/>
                    <a:pt x="44106" y="18775"/>
                    <a:pt x="43828" y="18747"/>
                  </a:cubicBezTo>
                  <a:cubicBezTo>
                    <a:pt x="43786" y="18747"/>
                    <a:pt x="43730" y="18706"/>
                    <a:pt x="43716" y="18692"/>
                  </a:cubicBezTo>
                  <a:cubicBezTo>
                    <a:pt x="43688" y="18622"/>
                    <a:pt x="43716" y="18552"/>
                    <a:pt x="43716" y="18482"/>
                  </a:cubicBezTo>
                  <a:lnTo>
                    <a:pt x="43688" y="18482"/>
                  </a:lnTo>
                  <a:cubicBezTo>
                    <a:pt x="43646" y="18482"/>
                    <a:pt x="43646" y="18468"/>
                    <a:pt x="43674" y="18427"/>
                  </a:cubicBezTo>
                  <a:cubicBezTo>
                    <a:pt x="43674" y="18441"/>
                    <a:pt x="43688" y="18441"/>
                    <a:pt x="43688" y="18468"/>
                  </a:cubicBezTo>
                  <a:lnTo>
                    <a:pt x="43688" y="18482"/>
                  </a:lnTo>
                  <a:cubicBezTo>
                    <a:pt x="43758" y="18510"/>
                    <a:pt x="43814" y="18552"/>
                    <a:pt x="43883" y="18566"/>
                  </a:cubicBezTo>
                  <a:cubicBezTo>
                    <a:pt x="44134" y="18678"/>
                    <a:pt x="44302" y="18580"/>
                    <a:pt x="44413" y="18357"/>
                  </a:cubicBezTo>
                  <a:cubicBezTo>
                    <a:pt x="44581" y="17938"/>
                    <a:pt x="44664" y="17492"/>
                    <a:pt x="44734" y="17032"/>
                  </a:cubicBezTo>
                  <a:cubicBezTo>
                    <a:pt x="44762" y="16962"/>
                    <a:pt x="44734" y="16878"/>
                    <a:pt x="44706" y="16822"/>
                  </a:cubicBezTo>
                  <a:cubicBezTo>
                    <a:pt x="44595" y="16655"/>
                    <a:pt x="44567" y="16474"/>
                    <a:pt x="44595" y="16265"/>
                  </a:cubicBezTo>
                  <a:cubicBezTo>
                    <a:pt x="44623" y="16139"/>
                    <a:pt x="44553" y="16041"/>
                    <a:pt x="44441" y="15958"/>
                  </a:cubicBezTo>
                  <a:cubicBezTo>
                    <a:pt x="44344" y="15888"/>
                    <a:pt x="44246" y="15818"/>
                    <a:pt x="44148" y="15748"/>
                  </a:cubicBezTo>
                  <a:cubicBezTo>
                    <a:pt x="44009" y="15637"/>
                    <a:pt x="43897" y="15511"/>
                    <a:pt x="43841" y="15344"/>
                  </a:cubicBezTo>
                  <a:cubicBezTo>
                    <a:pt x="43660" y="14800"/>
                    <a:pt x="43451" y="14256"/>
                    <a:pt x="43284" y="13698"/>
                  </a:cubicBezTo>
                  <a:cubicBezTo>
                    <a:pt x="43186" y="13377"/>
                    <a:pt x="43032" y="13098"/>
                    <a:pt x="42726" y="12903"/>
                  </a:cubicBezTo>
                  <a:cubicBezTo>
                    <a:pt x="42586" y="12791"/>
                    <a:pt x="42502" y="12652"/>
                    <a:pt x="42502" y="12470"/>
                  </a:cubicBezTo>
                  <a:cubicBezTo>
                    <a:pt x="42502" y="11982"/>
                    <a:pt x="42433" y="11508"/>
                    <a:pt x="42307" y="11034"/>
                  </a:cubicBezTo>
                  <a:cubicBezTo>
                    <a:pt x="42293" y="10936"/>
                    <a:pt x="42223" y="10866"/>
                    <a:pt x="42140" y="10825"/>
                  </a:cubicBezTo>
                  <a:cubicBezTo>
                    <a:pt x="41777" y="10685"/>
                    <a:pt x="41400" y="10587"/>
                    <a:pt x="41024" y="10727"/>
                  </a:cubicBezTo>
                  <a:cubicBezTo>
                    <a:pt x="40940" y="10755"/>
                    <a:pt x="40829" y="10699"/>
                    <a:pt x="40745" y="10727"/>
                  </a:cubicBezTo>
                  <a:cubicBezTo>
                    <a:pt x="40689" y="10741"/>
                    <a:pt x="40619" y="10811"/>
                    <a:pt x="40605" y="10866"/>
                  </a:cubicBezTo>
                  <a:cubicBezTo>
                    <a:pt x="40591" y="10978"/>
                    <a:pt x="40591" y="11104"/>
                    <a:pt x="40591" y="11215"/>
                  </a:cubicBezTo>
                  <a:lnTo>
                    <a:pt x="40633" y="12359"/>
                  </a:lnTo>
                  <a:cubicBezTo>
                    <a:pt x="40633" y="12554"/>
                    <a:pt x="40619" y="12749"/>
                    <a:pt x="40480" y="12903"/>
                  </a:cubicBezTo>
                  <a:cubicBezTo>
                    <a:pt x="40326" y="13070"/>
                    <a:pt x="40285" y="13266"/>
                    <a:pt x="40285" y="13489"/>
                  </a:cubicBezTo>
                  <a:cubicBezTo>
                    <a:pt x="40312" y="13656"/>
                    <a:pt x="40312" y="13768"/>
                    <a:pt x="40452" y="13865"/>
                  </a:cubicBezTo>
                  <a:cubicBezTo>
                    <a:pt x="40564" y="13949"/>
                    <a:pt x="40689" y="14047"/>
                    <a:pt x="40703" y="14186"/>
                  </a:cubicBezTo>
                  <a:cubicBezTo>
                    <a:pt x="40745" y="14395"/>
                    <a:pt x="40898" y="14591"/>
                    <a:pt x="40801" y="14814"/>
                  </a:cubicBezTo>
                  <a:cubicBezTo>
                    <a:pt x="40773" y="14856"/>
                    <a:pt x="40773" y="14925"/>
                    <a:pt x="40801" y="14953"/>
                  </a:cubicBezTo>
                  <a:cubicBezTo>
                    <a:pt x="40898" y="15149"/>
                    <a:pt x="41010" y="15344"/>
                    <a:pt x="41121" y="15511"/>
                  </a:cubicBezTo>
                  <a:cubicBezTo>
                    <a:pt x="41149" y="15539"/>
                    <a:pt x="41219" y="15511"/>
                    <a:pt x="41247" y="15497"/>
                  </a:cubicBezTo>
                  <a:cubicBezTo>
                    <a:pt x="41373" y="15428"/>
                    <a:pt x="41470" y="15414"/>
                    <a:pt x="41568" y="15511"/>
                  </a:cubicBezTo>
                  <a:cubicBezTo>
                    <a:pt x="41749" y="15748"/>
                    <a:pt x="41944" y="15958"/>
                    <a:pt x="42223" y="16041"/>
                  </a:cubicBezTo>
                  <a:cubicBezTo>
                    <a:pt x="42265" y="16055"/>
                    <a:pt x="42293" y="16111"/>
                    <a:pt x="42293" y="16167"/>
                  </a:cubicBezTo>
                  <a:cubicBezTo>
                    <a:pt x="42293" y="16278"/>
                    <a:pt x="42293" y="16404"/>
                    <a:pt x="42279" y="16516"/>
                  </a:cubicBezTo>
                  <a:cubicBezTo>
                    <a:pt x="42279" y="16585"/>
                    <a:pt x="42168" y="16627"/>
                    <a:pt x="42126" y="16585"/>
                  </a:cubicBezTo>
                  <a:cubicBezTo>
                    <a:pt x="41986" y="16488"/>
                    <a:pt x="41847" y="16390"/>
                    <a:pt x="41707" y="16306"/>
                  </a:cubicBezTo>
                  <a:cubicBezTo>
                    <a:pt x="41596" y="16237"/>
                    <a:pt x="41512" y="16167"/>
                    <a:pt x="41400" y="16111"/>
                  </a:cubicBezTo>
                  <a:cubicBezTo>
                    <a:pt x="41233" y="16041"/>
                    <a:pt x="41038" y="15986"/>
                    <a:pt x="40870" y="15916"/>
                  </a:cubicBezTo>
                  <a:cubicBezTo>
                    <a:pt x="40703" y="15846"/>
                    <a:pt x="40564" y="15776"/>
                    <a:pt x="40410" y="15707"/>
                  </a:cubicBezTo>
                  <a:cubicBezTo>
                    <a:pt x="40187" y="15762"/>
                    <a:pt x="40075" y="15539"/>
                    <a:pt x="39908" y="15469"/>
                  </a:cubicBezTo>
                  <a:cubicBezTo>
                    <a:pt x="39573" y="15302"/>
                    <a:pt x="39224" y="15218"/>
                    <a:pt x="38862" y="15288"/>
                  </a:cubicBezTo>
                  <a:cubicBezTo>
                    <a:pt x="38806" y="15288"/>
                    <a:pt x="38778" y="15302"/>
                    <a:pt x="38722" y="15302"/>
                  </a:cubicBezTo>
                  <a:cubicBezTo>
                    <a:pt x="38304" y="15302"/>
                    <a:pt x="37913" y="15260"/>
                    <a:pt x="37565" y="14981"/>
                  </a:cubicBezTo>
                  <a:cubicBezTo>
                    <a:pt x="37411" y="14842"/>
                    <a:pt x="37216" y="14730"/>
                    <a:pt x="37048" y="14605"/>
                  </a:cubicBezTo>
                  <a:cubicBezTo>
                    <a:pt x="36993" y="14577"/>
                    <a:pt x="36895" y="14633"/>
                    <a:pt x="36853" y="14674"/>
                  </a:cubicBezTo>
                  <a:cubicBezTo>
                    <a:pt x="36839" y="14702"/>
                    <a:pt x="36825" y="14716"/>
                    <a:pt x="36825" y="14744"/>
                  </a:cubicBezTo>
                  <a:cubicBezTo>
                    <a:pt x="36756" y="14953"/>
                    <a:pt x="36825" y="15121"/>
                    <a:pt x="36979" y="15260"/>
                  </a:cubicBezTo>
                  <a:cubicBezTo>
                    <a:pt x="37174" y="15414"/>
                    <a:pt x="37425" y="15414"/>
                    <a:pt x="37592" y="15623"/>
                  </a:cubicBezTo>
                  <a:cubicBezTo>
                    <a:pt x="37606" y="15651"/>
                    <a:pt x="37676" y="15651"/>
                    <a:pt x="37732" y="15679"/>
                  </a:cubicBezTo>
                  <a:cubicBezTo>
                    <a:pt x="37830" y="15693"/>
                    <a:pt x="37899" y="15748"/>
                    <a:pt x="37969" y="15818"/>
                  </a:cubicBezTo>
                  <a:cubicBezTo>
                    <a:pt x="38109" y="15986"/>
                    <a:pt x="38234" y="16139"/>
                    <a:pt x="38374" y="16320"/>
                  </a:cubicBezTo>
                  <a:cubicBezTo>
                    <a:pt x="38429" y="16404"/>
                    <a:pt x="38429" y="16516"/>
                    <a:pt x="38360" y="16585"/>
                  </a:cubicBezTo>
                  <a:cubicBezTo>
                    <a:pt x="38220" y="16697"/>
                    <a:pt x="38039" y="16795"/>
                    <a:pt x="37983" y="17004"/>
                  </a:cubicBezTo>
                  <a:cubicBezTo>
                    <a:pt x="37983" y="17018"/>
                    <a:pt x="37955" y="17032"/>
                    <a:pt x="37941" y="17032"/>
                  </a:cubicBezTo>
                  <a:cubicBezTo>
                    <a:pt x="37899" y="17018"/>
                    <a:pt x="37844" y="16976"/>
                    <a:pt x="37830" y="16948"/>
                  </a:cubicBezTo>
                  <a:cubicBezTo>
                    <a:pt x="37802" y="16864"/>
                    <a:pt x="37802" y="16753"/>
                    <a:pt x="37760" y="16669"/>
                  </a:cubicBezTo>
                  <a:cubicBezTo>
                    <a:pt x="37704" y="16543"/>
                    <a:pt x="37565" y="16474"/>
                    <a:pt x="37467" y="16530"/>
                  </a:cubicBezTo>
                  <a:cubicBezTo>
                    <a:pt x="37286" y="16599"/>
                    <a:pt x="37146" y="16739"/>
                    <a:pt x="36937" y="16725"/>
                  </a:cubicBezTo>
                  <a:cubicBezTo>
                    <a:pt x="36923" y="16725"/>
                    <a:pt x="36895" y="16739"/>
                    <a:pt x="36895" y="16753"/>
                  </a:cubicBezTo>
                  <a:cubicBezTo>
                    <a:pt x="36825" y="16948"/>
                    <a:pt x="36658" y="16976"/>
                    <a:pt x="36491" y="16962"/>
                  </a:cubicBezTo>
                  <a:cubicBezTo>
                    <a:pt x="36309" y="16948"/>
                    <a:pt x="36142" y="17018"/>
                    <a:pt x="36030" y="17143"/>
                  </a:cubicBezTo>
                  <a:cubicBezTo>
                    <a:pt x="35919" y="17297"/>
                    <a:pt x="35723" y="17325"/>
                    <a:pt x="35570" y="17436"/>
                  </a:cubicBezTo>
                  <a:cubicBezTo>
                    <a:pt x="35514" y="17464"/>
                    <a:pt x="35430" y="17450"/>
                    <a:pt x="35361" y="17450"/>
                  </a:cubicBezTo>
                  <a:lnTo>
                    <a:pt x="35361" y="17311"/>
                  </a:lnTo>
                  <a:cubicBezTo>
                    <a:pt x="35389" y="17115"/>
                    <a:pt x="35319" y="16948"/>
                    <a:pt x="35179" y="16809"/>
                  </a:cubicBezTo>
                  <a:cubicBezTo>
                    <a:pt x="35026" y="16795"/>
                    <a:pt x="34900" y="16822"/>
                    <a:pt x="34845" y="17004"/>
                  </a:cubicBezTo>
                  <a:cubicBezTo>
                    <a:pt x="34831" y="17032"/>
                    <a:pt x="34775" y="17087"/>
                    <a:pt x="34761" y="17087"/>
                  </a:cubicBezTo>
                  <a:cubicBezTo>
                    <a:pt x="34621" y="17087"/>
                    <a:pt x="34594" y="17227"/>
                    <a:pt x="34482" y="17283"/>
                  </a:cubicBezTo>
                  <a:cubicBezTo>
                    <a:pt x="34384" y="17325"/>
                    <a:pt x="34259" y="17353"/>
                    <a:pt x="34133" y="17380"/>
                  </a:cubicBezTo>
                  <a:cubicBezTo>
                    <a:pt x="33966" y="17422"/>
                    <a:pt x="33840" y="17520"/>
                    <a:pt x="33729" y="17659"/>
                  </a:cubicBezTo>
                  <a:cubicBezTo>
                    <a:pt x="33478" y="17980"/>
                    <a:pt x="33213" y="18273"/>
                    <a:pt x="32864" y="18496"/>
                  </a:cubicBezTo>
                  <a:cubicBezTo>
                    <a:pt x="32780" y="18552"/>
                    <a:pt x="32738" y="18636"/>
                    <a:pt x="32724" y="18719"/>
                  </a:cubicBezTo>
                  <a:cubicBezTo>
                    <a:pt x="32710" y="18845"/>
                    <a:pt x="32683" y="18971"/>
                    <a:pt x="32669" y="19068"/>
                  </a:cubicBezTo>
                  <a:cubicBezTo>
                    <a:pt x="32655" y="19110"/>
                    <a:pt x="32613" y="19166"/>
                    <a:pt x="32599" y="19194"/>
                  </a:cubicBezTo>
                  <a:cubicBezTo>
                    <a:pt x="32404" y="19389"/>
                    <a:pt x="32027" y="19403"/>
                    <a:pt x="31888" y="19250"/>
                  </a:cubicBezTo>
                  <a:cubicBezTo>
                    <a:pt x="31804" y="19138"/>
                    <a:pt x="31678" y="19040"/>
                    <a:pt x="31595" y="18929"/>
                  </a:cubicBezTo>
                  <a:cubicBezTo>
                    <a:pt x="31497" y="18845"/>
                    <a:pt x="31497" y="18692"/>
                    <a:pt x="31595" y="18622"/>
                  </a:cubicBezTo>
                  <a:cubicBezTo>
                    <a:pt x="31692" y="18538"/>
                    <a:pt x="31832" y="18468"/>
                    <a:pt x="31943" y="18371"/>
                  </a:cubicBezTo>
                  <a:cubicBezTo>
                    <a:pt x="32013" y="18329"/>
                    <a:pt x="32027" y="18189"/>
                    <a:pt x="31971" y="18120"/>
                  </a:cubicBezTo>
                  <a:cubicBezTo>
                    <a:pt x="31888" y="18008"/>
                    <a:pt x="31776" y="17910"/>
                    <a:pt x="31692" y="17799"/>
                  </a:cubicBezTo>
                  <a:cubicBezTo>
                    <a:pt x="31539" y="17576"/>
                    <a:pt x="31330" y="17492"/>
                    <a:pt x="31065" y="17534"/>
                  </a:cubicBezTo>
                  <a:cubicBezTo>
                    <a:pt x="30869" y="17576"/>
                    <a:pt x="30688" y="17576"/>
                    <a:pt x="30507" y="17534"/>
                  </a:cubicBezTo>
                  <a:cubicBezTo>
                    <a:pt x="30493" y="17534"/>
                    <a:pt x="30479" y="17562"/>
                    <a:pt x="30451" y="17576"/>
                  </a:cubicBezTo>
                  <a:cubicBezTo>
                    <a:pt x="30423" y="17604"/>
                    <a:pt x="30423" y="17659"/>
                    <a:pt x="30479" y="17701"/>
                  </a:cubicBezTo>
                  <a:cubicBezTo>
                    <a:pt x="30827" y="17952"/>
                    <a:pt x="30911" y="18301"/>
                    <a:pt x="30855" y="18706"/>
                  </a:cubicBezTo>
                  <a:cubicBezTo>
                    <a:pt x="30841" y="18789"/>
                    <a:pt x="30841" y="18901"/>
                    <a:pt x="30841" y="18985"/>
                  </a:cubicBezTo>
                  <a:cubicBezTo>
                    <a:pt x="30841" y="19096"/>
                    <a:pt x="30869" y="19180"/>
                    <a:pt x="30967" y="19236"/>
                  </a:cubicBezTo>
                  <a:cubicBezTo>
                    <a:pt x="31134" y="19319"/>
                    <a:pt x="31190" y="19459"/>
                    <a:pt x="31190" y="19626"/>
                  </a:cubicBezTo>
                  <a:cubicBezTo>
                    <a:pt x="31190" y="19724"/>
                    <a:pt x="31190" y="19821"/>
                    <a:pt x="31176" y="19905"/>
                  </a:cubicBezTo>
                  <a:cubicBezTo>
                    <a:pt x="31148" y="20003"/>
                    <a:pt x="31051" y="20100"/>
                    <a:pt x="30981" y="20086"/>
                  </a:cubicBezTo>
                  <a:cubicBezTo>
                    <a:pt x="30841" y="20045"/>
                    <a:pt x="30702" y="20031"/>
                    <a:pt x="30562" y="20003"/>
                  </a:cubicBezTo>
                  <a:cubicBezTo>
                    <a:pt x="30353" y="19947"/>
                    <a:pt x="30200" y="19961"/>
                    <a:pt x="30060" y="20156"/>
                  </a:cubicBezTo>
                  <a:cubicBezTo>
                    <a:pt x="29990" y="20254"/>
                    <a:pt x="29893" y="20351"/>
                    <a:pt x="29809" y="20421"/>
                  </a:cubicBezTo>
                  <a:cubicBezTo>
                    <a:pt x="29670" y="20519"/>
                    <a:pt x="29572" y="20644"/>
                    <a:pt x="29474" y="20784"/>
                  </a:cubicBezTo>
                  <a:cubicBezTo>
                    <a:pt x="29265" y="21077"/>
                    <a:pt x="29126" y="21188"/>
                    <a:pt x="29502" y="21579"/>
                  </a:cubicBezTo>
                  <a:cubicBezTo>
                    <a:pt x="29530" y="21621"/>
                    <a:pt x="29544" y="21677"/>
                    <a:pt x="29572" y="21704"/>
                  </a:cubicBezTo>
                  <a:cubicBezTo>
                    <a:pt x="29614" y="21816"/>
                    <a:pt x="29572" y="21900"/>
                    <a:pt x="29516" y="21970"/>
                  </a:cubicBezTo>
                  <a:cubicBezTo>
                    <a:pt x="29460" y="22053"/>
                    <a:pt x="29335" y="22109"/>
                    <a:pt x="29265" y="22067"/>
                  </a:cubicBezTo>
                  <a:cubicBezTo>
                    <a:pt x="28944" y="21900"/>
                    <a:pt x="28540" y="21830"/>
                    <a:pt x="28247" y="21565"/>
                  </a:cubicBezTo>
                  <a:cubicBezTo>
                    <a:pt x="28191" y="21537"/>
                    <a:pt x="28107" y="21509"/>
                    <a:pt x="28038" y="21495"/>
                  </a:cubicBezTo>
                  <a:cubicBezTo>
                    <a:pt x="27982" y="21481"/>
                    <a:pt x="27870" y="21509"/>
                    <a:pt x="27856" y="21579"/>
                  </a:cubicBezTo>
                  <a:lnTo>
                    <a:pt x="27759" y="21844"/>
                  </a:lnTo>
                  <a:cubicBezTo>
                    <a:pt x="27717" y="21956"/>
                    <a:pt x="27731" y="22039"/>
                    <a:pt x="27801" y="22109"/>
                  </a:cubicBezTo>
                  <a:cubicBezTo>
                    <a:pt x="27940" y="22262"/>
                    <a:pt x="28107" y="22416"/>
                    <a:pt x="28345" y="22416"/>
                  </a:cubicBezTo>
                  <a:cubicBezTo>
                    <a:pt x="28400" y="22416"/>
                    <a:pt x="28428" y="22458"/>
                    <a:pt x="28484" y="22472"/>
                  </a:cubicBezTo>
                  <a:cubicBezTo>
                    <a:pt x="28554" y="22513"/>
                    <a:pt x="28568" y="22583"/>
                    <a:pt x="28568" y="22653"/>
                  </a:cubicBezTo>
                  <a:cubicBezTo>
                    <a:pt x="28568" y="22765"/>
                    <a:pt x="28456" y="22876"/>
                    <a:pt x="28331" y="22862"/>
                  </a:cubicBezTo>
                  <a:cubicBezTo>
                    <a:pt x="28080" y="22820"/>
                    <a:pt x="27856" y="22792"/>
                    <a:pt x="27689" y="22583"/>
                  </a:cubicBezTo>
                  <a:cubicBezTo>
                    <a:pt x="27591" y="22458"/>
                    <a:pt x="27438" y="22444"/>
                    <a:pt x="27298" y="22402"/>
                  </a:cubicBezTo>
                  <a:cubicBezTo>
                    <a:pt x="27201" y="22388"/>
                    <a:pt x="27131" y="22318"/>
                    <a:pt x="27103" y="22207"/>
                  </a:cubicBezTo>
                  <a:cubicBezTo>
                    <a:pt x="27061" y="21997"/>
                    <a:pt x="26992" y="21788"/>
                    <a:pt x="26866" y="21621"/>
                  </a:cubicBezTo>
                  <a:cubicBezTo>
                    <a:pt x="26782" y="21495"/>
                    <a:pt x="26796" y="21356"/>
                    <a:pt x="26810" y="21202"/>
                  </a:cubicBezTo>
                  <a:cubicBezTo>
                    <a:pt x="26852" y="20840"/>
                    <a:pt x="26740" y="20658"/>
                    <a:pt x="26406" y="20519"/>
                  </a:cubicBezTo>
                  <a:cubicBezTo>
                    <a:pt x="26266" y="20463"/>
                    <a:pt x="26155" y="20421"/>
                    <a:pt x="26057" y="20296"/>
                  </a:cubicBezTo>
                  <a:cubicBezTo>
                    <a:pt x="25959" y="20170"/>
                    <a:pt x="25806" y="20114"/>
                    <a:pt x="25736" y="19947"/>
                  </a:cubicBezTo>
                  <a:lnTo>
                    <a:pt x="25694" y="19947"/>
                  </a:lnTo>
                  <a:cubicBezTo>
                    <a:pt x="25694" y="19933"/>
                    <a:pt x="25680" y="19933"/>
                    <a:pt x="25680" y="19905"/>
                  </a:cubicBezTo>
                  <a:cubicBezTo>
                    <a:pt x="25639" y="19891"/>
                    <a:pt x="25611" y="19863"/>
                    <a:pt x="25597" y="19821"/>
                  </a:cubicBezTo>
                  <a:cubicBezTo>
                    <a:pt x="25569" y="19821"/>
                    <a:pt x="25569" y="19807"/>
                    <a:pt x="25555" y="19807"/>
                  </a:cubicBezTo>
                  <a:lnTo>
                    <a:pt x="25555" y="19766"/>
                  </a:lnTo>
                  <a:lnTo>
                    <a:pt x="25569" y="19794"/>
                  </a:lnTo>
                  <a:cubicBezTo>
                    <a:pt x="25569" y="19807"/>
                    <a:pt x="25597" y="19807"/>
                    <a:pt x="25597" y="19821"/>
                  </a:cubicBezTo>
                  <a:cubicBezTo>
                    <a:pt x="25639" y="19835"/>
                    <a:pt x="25680" y="19877"/>
                    <a:pt x="25680" y="19905"/>
                  </a:cubicBezTo>
                  <a:cubicBezTo>
                    <a:pt x="25694" y="19905"/>
                    <a:pt x="25694" y="19933"/>
                    <a:pt x="25708" y="19933"/>
                  </a:cubicBezTo>
                  <a:cubicBezTo>
                    <a:pt x="25708" y="19933"/>
                    <a:pt x="25708" y="19947"/>
                    <a:pt x="25736" y="19947"/>
                  </a:cubicBezTo>
                  <a:cubicBezTo>
                    <a:pt x="25945" y="19947"/>
                    <a:pt x="26127" y="20017"/>
                    <a:pt x="26322" y="20100"/>
                  </a:cubicBezTo>
                  <a:cubicBezTo>
                    <a:pt x="26824" y="20296"/>
                    <a:pt x="27368" y="20449"/>
                    <a:pt x="27912" y="20533"/>
                  </a:cubicBezTo>
                  <a:cubicBezTo>
                    <a:pt x="28331" y="20603"/>
                    <a:pt x="28735" y="20561"/>
                    <a:pt x="29112" y="20379"/>
                  </a:cubicBezTo>
                  <a:cubicBezTo>
                    <a:pt x="29181" y="20351"/>
                    <a:pt x="29251" y="20310"/>
                    <a:pt x="29293" y="20254"/>
                  </a:cubicBezTo>
                  <a:cubicBezTo>
                    <a:pt x="29516" y="20017"/>
                    <a:pt x="29712" y="19724"/>
                    <a:pt x="29739" y="19389"/>
                  </a:cubicBezTo>
                  <a:cubicBezTo>
                    <a:pt x="29753" y="19305"/>
                    <a:pt x="29739" y="19180"/>
                    <a:pt x="29684" y="19110"/>
                  </a:cubicBezTo>
                  <a:cubicBezTo>
                    <a:pt x="29530" y="18901"/>
                    <a:pt x="29433" y="18650"/>
                    <a:pt x="29168" y="18538"/>
                  </a:cubicBezTo>
                  <a:cubicBezTo>
                    <a:pt x="29056" y="18482"/>
                    <a:pt x="28972" y="18399"/>
                    <a:pt x="28889" y="18301"/>
                  </a:cubicBezTo>
                  <a:cubicBezTo>
                    <a:pt x="28777" y="18203"/>
                    <a:pt x="28679" y="18148"/>
                    <a:pt x="28526" y="18134"/>
                  </a:cubicBezTo>
                  <a:cubicBezTo>
                    <a:pt x="28289" y="18092"/>
                    <a:pt x="28066" y="17994"/>
                    <a:pt x="27870" y="17841"/>
                  </a:cubicBezTo>
                  <a:cubicBezTo>
                    <a:pt x="27703" y="17673"/>
                    <a:pt x="27494" y="17562"/>
                    <a:pt x="27284" y="17436"/>
                  </a:cubicBezTo>
                  <a:cubicBezTo>
                    <a:pt x="26685" y="17087"/>
                    <a:pt x="26517" y="17032"/>
                    <a:pt x="25848" y="17032"/>
                  </a:cubicBezTo>
                  <a:cubicBezTo>
                    <a:pt x="25764" y="17032"/>
                    <a:pt x="25666" y="17074"/>
                    <a:pt x="25569" y="17074"/>
                  </a:cubicBezTo>
                  <a:cubicBezTo>
                    <a:pt x="25457" y="17074"/>
                    <a:pt x="25332" y="17046"/>
                    <a:pt x="25220" y="17032"/>
                  </a:cubicBezTo>
                  <a:cubicBezTo>
                    <a:pt x="25122" y="17018"/>
                    <a:pt x="25150" y="16948"/>
                    <a:pt x="25192" y="16878"/>
                  </a:cubicBezTo>
                  <a:cubicBezTo>
                    <a:pt x="25220" y="16809"/>
                    <a:pt x="25206" y="16725"/>
                    <a:pt x="25136" y="16683"/>
                  </a:cubicBezTo>
                  <a:cubicBezTo>
                    <a:pt x="25067" y="16627"/>
                    <a:pt x="24983" y="16585"/>
                    <a:pt x="24899" y="16543"/>
                  </a:cubicBezTo>
                  <a:cubicBezTo>
                    <a:pt x="24802" y="16488"/>
                    <a:pt x="24704" y="16516"/>
                    <a:pt x="24634" y="16585"/>
                  </a:cubicBezTo>
                  <a:cubicBezTo>
                    <a:pt x="24523" y="16683"/>
                    <a:pt x="24411" y="16767"/>
                    <a:pt x="24244" y="16697"/>
                  </a:cubicBezTo>
                  <a:cubicBezTo>
                    <a:pt x="24104" y="16655"/>
                    <a:pt x="23965" y="16669"/>
                    <a:pt x="23825" y="16683"/>
                  </a:cubicBezTo>
                  <a:cubicBezTo>
                    <a:pt x="23783" y="16697"/>
                    <a:pt x="23686" y="16655"/>
                    <a:pt x="23644" y="16613"/>
                  </a:cubicBezTo>
                  <a:cubicBezTo>
                    <a:pt x="23602" y="16599"/>
                    <a:pt x="23588" y="16530"/>
                    <a:pt x="23574" y="16488"/>
                  </a:cubicBezTo>
                  <a:cubicBezTo>
                    <a:pt x="23546" y="16446"/>
                    <a:pt x="23588" y="16418"/>
                    <a:pt x="23658" y="16404"/>
                  </a:cubicBezTo>
                  <a:cubicBezTo>
                    <a:pt x="23783" y="16404"/>
                    <a:pt x="23895" y="16376"/>
                    <a:pt x="23993" y="16278"/>
                  </a:cubicBezTo>
                  <a:cubicBezTo>
                    <a:pt x="24076" y="16209"/>
                    <a:pt x="24174" y="16125"/>
                    <a:pt x="24272" y="16055"/>
                  </a:cubicBezTo>
                  <a:cubicBezTo>
                    <a:pt x="24313" y="16027"/>
                    <a:pt x="24299" y="15916"/>
                    <a:pt x="24230" y="15888"/>
                  </a:cubicBezTo>
                  <a:cubicBezTo>
                    <a:pt x="23923" y="15693"/>
                    <a:pt x="23574" y="15609"/>
                    <a:pt x="23239" y="15483"/>
                  </a:cubicBezTo>
                  <a:cubicBezTo>
                    <a:pt x="23184" y="15469"/>
                    <a:pt x="23114" y="15511"/>
                    <a:pt x="23044" y="15567"/>
                  </a:cubicBezTo>
                  <a:cubicBezTo>
                    <a:pt x="23016" y="15581"/>
                    <a:pt x="22988" y="15637"/>
                    <a:pt x="22960" y="15693"/>
                  </a:cubicBezTo>
                  <a:cubicBezTo>
                    <a:pt x="22919" y="15748"/>
                    <a:pt x="22891" y="15762"/>
                    <a:pt x="22849" y="15721"/>
                  </a:cubicBezTo>
                  <a:cubicBezTo>
                    <a:pt x="22835" y="15707"/>
                    <a:pt x="22821" y="15693"/>
                    <a:pt x="22821" y="15651"/>
                  </a:cubicBezTo>
                  <a:cubicBezTo>
                    <a:pt x="22821" y="15581"/>
                    <a:pt x="22835" y="15511"/>
                    <a:pt x="22821" y="15442"/>
                  </a:cubicBezTo>
                  <a:cubicBezTo>
                    <a:pt x="22821" y="15330"/>
                    <a:pt x="22737" y="15218"/>
                    <a:pt x="22626" y="15190"/>
                  </a:cubicBezTo>
                  <a:cubicBezTo>
                    <a:pt x="22528" y="15149"/>
                    <a:pt x="22430" y="15204"/>
                    <a:pt x="22361" y="15260"/>
                  </a:cubicBezTo>
                  <a:cubicBezTo>
                    <a:pt x="22291" y="15330"/>
                    <a:pt x="22249" y="15400"/>
                    <a:pt x="22221" y="15497"/>
                  </a:cubicBezTo>
                  <a:cubicBezTo>
                    <a:pt x="22221" y="15567"/>
                    <a:pt x="22193" y="15637"/>
                    <a:pt x="22179" y="15707"/>
                  </a:cubicBezTo>
                  <a:cubicBezTo>
                    <a:pt x="22151" y="15748"/>
                    <a:pt x="22110" y="15762"/>
                    <a:pt x="22068" y="15776"/>
                  </a:cubicBezTo>
                  <a:lnTo>
                    <a:pt x="22012" y="15721"/>
                  </a:lnTo>
                  <a:cubicBezTo>
                    <a:pt x="21984" y="15609"/>
                    <a:pt x="21970" y="15497"/>
                    <a:pt x="21789" y="15511"/>
                  </a:cubicBezTo>
                  <a:cubicBezTo>
                    <a:pt x="21705" y="15511"/>
                    <a:pt x="21705" y="15428"/>
                    <a:pt x="21691" y="15358"/>
                  </a:cubicBezTo>
                  <a:cubicBezTo>
                    <a:pt x="21649" y="15190"/>
                    <a:pt x="21496" y="15149"/>
                    <a:pt x="21426" y="15232"/>
                  </a:cubicBezTo>
                  <a:cubicBezTo>
                    <a:pt x="21301" y="15428"/>
                    <a:pt x="21035" y="15428"/>
                    <a:pt x="20938" y="15623"/>
                  </a:cubicBezTo>
                  <a:cubicBezTo>
                    <a:pt x="20743" y="15651"/>
                    <a:pt x="20617" y="15818"/>
                    <a:pt x="20450" y="15860"/>
                  </a:cubicBezTo>
                  <a:cubicBezTo>
                    <a:pt x="20436" y="15860"/>
                    <a:pt x="20408" y="15860"/>
                    <a:pt x="20380" y="15888"/>
                  </a:cubicBezTo>
                  <a:lnTo>
                    <a:pt x="20380" y="15902"/>
                  </a:lnTo>
                  <a:lnTo>
                    <a:pt x="20338" y="15930"/>
                  </a:lnTo>
                  <a:lnTo>
                    <a:pt x="20366" y="15888"/>
                  </a:lnTo>
                  <a:lnTo>
                    <a:pt x="20380" y="15888"/>
                  </a:lnTo>
                  <a:cubicBezTo>
                    <a:pt x="20380" y="15846"/>
                    <a:pt x="20380" y="15818"/>
                    <a:pt x="20366" y="15776"/>
                  </a:cubicBezTo>
                  <a:cubicBezTo>
                    <a:pt x="20338" y="15776"/>
                    <a:pt x="20324" y="15762"/>
                    <a:pt x="20310" y="15762"/>
                  </a:cubicBezTo>
                  <a:cubicBezTo>
                    <a:pt x="20017" y="15762"/>
                    <a:pt x="19975" y="15790"/>
                    <a:pt x="20045" y="16055"/>
                  </a:cubicBezTo>
                  <a:cubicBezTo>
                    <a:pt x="20059" y="16097"/>
                    <a:pt x="20059" y="16139"/>
                    <a:pt x="20059" y="16181"/>
                  </a:cubicBezTo>
                  <a:lnTo>
                    <a:pt x="20087" y="16181"/>
                  </a:lnTo>
                  <a:lnTo>
                    <a:pt x="20101" y="16209"/>
                  </a:lnTo>
                  <a:lnTo>
                    <a:pt x="20059" y="16195"/>
                  </a:lnTo>
                  <a:lnTo>
                    <a:pt x="20059" y="16181"/>
                  </a:lnTo>
                  <a:cubicBezTo>
                    <a:pt x="19766" y="16167"/>
                    <a:pt x="19543" y="16320"/>
                    <a:pt x="19278" y="16418"/>
                  </a:cubicBezTo>
                  <a:cubicBezTo>
                    <a:pt x="19264" y="16446"/>
                    <a:pt x="19264" y="16516"/>
                    <a:pt x="19264" y="16543"/>
                  </a:cubicBezTo>
                  <a:cubicBezTo>
                    <a:pt x="19264" y="16613"/>
                    <a:pt x="19320" y="16683"/>
                    <a:pt x="19292" y="16739"/>
                  </a:cubicBezTo>
                  <a:cubicBezTo>
                    <a:pt x="19278" y="16822"/>
                    <a:pt x="19180" y="16767"/>
                    <a:pt x="19111" y="16795"/>
                  </a:cubicBezTo>
                  <a:cubicBezTo>
                    <a:pt x="18999" y="16822"/>
                    <a:pt x="18873" y="16864"/>
                    <a:pt x="18776" y="16892"/>
                  </a:cubicBezTo>
                  <a:lnTo>
                    <a:pt x="18790" y="16878"/>
                  </a:lnTo>
                  <a:lnTo>
                    <a:pt x="18776" y="16878"/>
                  </a:lnTo>
                  <a:lnTo>
                    <a:pt x="18776" y="16878"/>
                  </a:lnTo>
                  <a:lnTo>
                    <a:pt x="18706" y="16878"/>
                  </a:lnTo>
                  <a:lnTo>
                    <a:pt x="18776" y="16878"/>
                  </a:lnTo>
                  <a:cubicBezTo>
                    <a:pt x="18776" y="16809"/>
                    <a:pt x="18790" y="16739"/>
                    <a:pt x="18776" y="16683"/>
                  </a:cubicBezTo>
                  <a:cubicBezTo>
                    <a:pt x="18762" y="16599"/>
                    <a:pt x="18692" y="16557"/>
                    <a:pt x="18622" y="16557"/>
                  </a:cubicBezTo>
                  <a:cubicBezTo>
                    <a:pt x="18581" y="16557"/>
                    <a:pt x="18525" y="16613"/>
                    <a:pt x="18525" y="16627"/>
                  </a:cubicBezTo>
                  <a:cubicBezTo>
                    <a:pt x="18553" y="16725"/>
                    <a:pt x="18594" y="16795"/>
                    <a:pt x="18636" y="16878"/>
                  </a:cubicBezTo>
                  <a:lnTo>
                    <a:pt x="18622" y="16878"/>
                  </a:lnTo>
                  <a:lnTo>
                    <a:pt x="18636" y="16892"/>
                  </a:lnTo>
                  <a:cubicBezTo>
                    <a:pt x="18427" y="16878"/>
                    <a:pt x="18288" y="16962"/>
                    <a:pt x="18204" y="17157"/>
                  </a:cubicBezTo>
                  <a:lnTo>
                    <a:pt x="18204" y="17157"/>
                  </a:lnTo>
                  <a:cubicBezTo>
                    <a:pt x="18162" y="17143"/>
                    <a:pt x="18246" y="17227"/>
                    <a:pt x="18176" y="17171"/>
                  </a:cubicBezTo>
                  <a:cubicBezTo>
                    <a:pt x="18176" y="17171"/>
                    <a:pt x="18176" y="17157"/>
                    <a:pt x="18204" y="17157"/>
                  </a:cubicBezTo>
                  <a:lnTo>
                    <a:pt x="17995" y="17157"/>
                  </a:lnTo>
                  <a:cubicBezTo>
                    <a:pt x="17869" y="17171"/>
                    <a:pt x="17758" y="17227"/>
                    <a:pt x="17730" y="17353"/>
                  </a:cubicBezTo>
                  <a:cubicBezTo>
                    <a:pt x="17674" y="17492"/>
                    <a:pt x="17674" y="17631"/>
                    <a:pt x="17813" y="17729"/>
                  </a:cubicBezTo>
                  <a:cubicBezTo>
                    <a:pt x="17855" y="17771"/>
                    <a:pt x="17897" y="17785"/>
                    <a:pt x="17925" y="17813"/>
                  </a:cubicBezTo>
                  <a:cubicBezTo>
                    <a:pt x="17967" y="17869"/>
                    <a:pt x="17953" y="17952"/>
                    <a:pt x="17883" y="17994"/>
                  </a:cubicBezTo>
                  <a:cubicBezTo>
                    <a:pt x="17813" y="18050"/>
                    <a:pt x="17730" y="18120"/>
                    <a:pt x="17618" y="18078"/>
                  </a:cubicBezTo>
                  <a:cubicBezTo>
                    <a:pt x="17506" y="18022"/>
                    <a:pt x="17395" y="18050"/>
                    <a:pt x="17269" y="18064"/>
                  </a:cubicBezTo>
                  <a:cubicBezTo>
                    <a:pt x="17200" y="18078"/>
                    <a:pt x="17130" y="17994"/>
                    <a:pt x="17158" y="17924"/>
                  </a:cubicBezTo>
                  <a:cubicBezTo>
                    <a:pt x="17186" y="17813"/>
                    <a:pt x="17241" y="17701"/>
                    <a:pt x="17269" y="17590"/>
                  </a:cubicBezTo>
                  <a:cubicBezTo>
                    <a:pt x="17269" y="17576"/>
                    <a:pt x="17255" y="17562"/>
                    <a:pt x="17241" y="17534"/>
                  </a:cubicBezTo>
                  <a:cubicBezTo>
                    <a:pt x="17228" y="17534"/>
                    <a:pt x="17186" y="17520"/>
                    <a:pt x="17186" y="17534"/>
                  </a:cubicBezTo>
                  <a:cubicBezTo>
                    <a:pt x="17018" y="17715"/>
                    <a:pt x="16851" y="17869"/>
                    <a:pt x="16697" y="18064"/>
                  </a:cubicBezTo>
                  <a:cubicBezTo>
                    <a:pt x="16642" y="18134"/>
                    <a:pt x="16697" y="18189"/>
                    <a:pt x="16739" y="18259"/>
                  </a:cubicBezTo>
                  <a:cubicBezTo>
                    <a:pt x="16809" y="18343"/>
                    <a:pt x="16781" y="18427"/>
                    <a:pt x="16697" y="18496"/>
                  </a:cubicBezTo>
                  <a:cubicBezTo>
                    <a:pt x="16670" y="18538"/>
                    <a:pt x="16642" y="18566"/>
                    <a:pt x="16628" y="18608"/>
                  </a:cubicBezTo>
                  <a:cubicBezTo>
                    <a:pt x="16711" y="18608"/>
                    <a:pt x="16809" y="18622"/>
                    <a:pt x="16893" y="18608"/>
                  </a:cubicBezTo>
                  <a:cubicBezTo>
                    <a:pt x="17046" y="18566"/>
                    <a:pt x="17228" y="18510"/>
                    <a:pt x="17381" y="18482"/>
                  </a:cubicBezTo>
                  <a:cubicBezTo>
                    <a:pt x="17465" y="18468"/>
                    <a:pt x="17576" y="18496"/>
                    <a:pt x="17660" y="18510"/>
                  </a:cubicBezTo>
                  <a:cubicBezTo>
                    <a:pt x="17674" y="18510"/>
                    <a:pt x="17688" y="18538"/>
                    <a:pt x="17716" y="18552"/>
                  </a:cubicBezTo>
                  <a:lnTo>
                    <a:pt x="17660" y="18608"/>
                  </a:lnTo>
                  <a:cubicBezTo>
                    <a:pt x="17576" y="18650"/>
                    <a:pt x="17479" y="18692"/>
                    <a:pt x="17395" y="18747"/>
                  </a:cubicBezTo>
                  <a:cubicBezTo>
                    <a:pt x="17367" y="18761"/>
                    <a:pt x="17311" y="18761"/>
                    <a:pt x="17255" y="18775"/>
                  </a:cubicBezTo>
                  <a:cubicBezTo>
                    <a:pt x="17130" y="18789"/>
                    <a:pt x="17116" y="18887"/>
                    <a:pt x="17158" y="18985"/>
                  </a:cubicBezTo>
                  <a:cubicBezTo>
                    <a:pt x="17088" y="19040"/>
                    <a:pt x="16976" y="19068"/>
                    <a:pt x="16949" y="19138"/>
                  </a:cubicBezTo>
                  <a:cubicBezTo>
                    <a:pt x="16907" y="19208"/>
                    <a:pt x="16949" y="19333"/>
                    <a:pt x="16949" y="19417"/>
                  </a:cubicBezTo>
                  <a:cubicBezTo>
                    <a:pt x="16949" y="19459"/>
                    <a:pt x="16893" y="19515"/>
                    <a:pt x="16879" y="19542"/>
                  </a:cubicBezTo>
                  <a:cubicBezTo>
                    <a:pt x="16837" y="19598"/>
                    <a:pt x="16767" y="19668"/>
                    <a:pt x="16767" y="19724"/>
                  </a:cubicBezTo>
                  <a:cubicBezTo>
                    <a:pt x="16781" y="19863"/>
                    <a:pt x="16711" y="19947"/>
                    <a:pt x="16614" y="20003"/>
                  </a:cubicBezTo>
                  <a:cubicBezTo>
                    <a:pt x="16474" y="20072"/>
                    <a:pt x="16391" y="20142"/>
                    <a:pt x="16349" y="20310"/>
                  </a:cubicBezTo>
                  <a:cubicBezTo>
                    <a:pt x="16321" y="20449"/>
                    <a:pt x="16195" y="20575"/>
                    <a:pt x="16195" y="20714"/>
                  </a:cubicBezTo>
                  <a:cubicBezTo>
                    <a:pt x="16181" y="20840"/>
                    <a:pt x="16181" y="20937"/>
                    <a:pt x="16042" y="20993"/>
                  </a:cubicBezTo>
                  <a:cubicBezTo>
                    <a:pt x="15972" y="21021"/>
                    <a:pt x="15930" y="21077"/>
                    <a:pt x="15944" y="21160"/>
                  </a:cubicBezTo>
                  <a:cubicBezTo>
                    <a:pt x="15986" y="21300"/>
                    <a:pt x="16000" y="21439"/>
                    <a:pt x="15944" y="21579"/>
                  </a:cubicBezTo>
                  <a:cubicBezTo>
                    <a:pt x="15902" y="21718"/>
                    <a:pt x="15902" y="21858"/>
                    <a:pt x="15861" y="21997"/>
                  </a:cubicBezTo>
                  <a:cubicBezTo>
                    <a:pt x="15847" y="22109"/>
                    <a:pt x="15777" y="22165"/>
                    <a:pt x="15665" y="22193"/>
                  </a:cubicBezTo>
                  <a:cubicBezTo>
                    <a:pt x="15596" y="22207"/>
                    <a:pt x="15526" y="22235"/>
                    <a:pt x="15484" y="22262"/>
                  </a:cubicBezTo>
                  <a:cubicBezTo>
                    <a:pt x="15442" y="22276"/>
                    <a:pt x="15414" y="22332"/>
                    <a:pt x="15414" y="22374"/>
                  </a:cubicBezTo>
                  <a:cubicBezTo>
                    <a:pt x="15414" y="22486"/>
                    <a:pt x="15414" y="22597"/>
                    <a:pt x="15289" y="22681"/>
                  </a:cubicBezTo>
                  <a:cubicBezTo>
                    <a:pt x="15038" y="22834"/>
                    <a:pt x="14870" y="23085"/>
                    <a:pt x="14759" y="23350"/>
                  </a:cubicBezTo>
                  <a:cubicBezTo>
                    <a:pt x="14745" y="23420"/>
                    <a:pt x="14717" y="23490"/>
                    <a:pt x="14675" y="23532"/>
                  </a:cubicBezTo>
                  <a:cubicBezTo>
                    <a:pt x="14619" y="23629"/>
                    <a:pt x="14535" y="23671"/>
                    <a:pt x="14438" y="23657"/>
                  </a:cubicBezTo>
                  <a:cubicBezTo>
                    <a:pt x="14340" y="23657"/>
                    <a:pt x="14243" y="23629"/>
                    <a:pt x="14159" y="23629"/>
                  </a:cubicBezTo>
                  <a:cubicBezTo>
                    <a:pt x="14131" y="23629"/>
                    <a:pt x="14103" y="23643"/>
                    <a:pt x="14089" y="23657"/>
                  </a:cubicBezTo>
                  <a:cubicBezTo>
                    <a:pt x="14047" y="23699"/>
                    <a:pt x="14047" y="23741"/>
                    <a:pt x="14089" y="23783"/>
                  </a:cubicBezTo>
                  <a:lnTo>
                    <a:pt x="14131" y="23839"/>
                  </a:lnTo>
                  <a:cubicBezTo>
                    <a:pt x="14173" y="23908"/>
                    <a:pt x="14173" y="24006"/>
                    <a:pt x="14103" y="24006"/>
                  </a:cubicBezTo>
                  <a:cubicBezTo>
                    <a:pt x="13880" y="24020"/>
                    <a:pt x="13754" y="24271"/>
                    <a:pt x="13531" y="24229"/>
                  </a:cubicBezTo>
                  <a:cubicBezTo>
                    <a:pt x="13364" y="24341"/>
                    <a:pt x="13224" y="24466"/>
                    <a:pt x="13071" y="24564"/>
                  </a:cubicBezTo>
                  <a:cubicBezTo>
                    <a:pt x="13057" y="24578"/>
                    <a:pt x="13057" y="24620"/>
                    <a:pt x="13057" y="24634"/>
                  </a:cubicBezTo>
                  <a:cubicBezTo>
                    <a:pt x="13085" y="24787"/>
                    <a:pt x="12987" y="24843"/>
                    <a:pt x="12862" y="24857"/>
                  </a:cubicBezTo>
                  <a:cubicBezTo>
                    <a:pt x="12778" y="24885"/>
                    <a:pt x="12666" y="24899"/>
                    <a:pt x="12597" y="24955"/>
                  </a:cubicBezTo>
                  <a:cubicBezTo>
                    <a:pt x="12555" y="24982"/>
                    <a:pt x="12499" y="25038"/>
                    <a:pt x="12485" y="25108"/>
                  </a:cubicBezTo>
                  <a:cubicBezTo>
                    <a:pt x="12443" y="25192"/>
                    <a:pt x="12485" y="25303"/>
                    <a:pt x="12443" y="25387"/>
                  </a:cubicBezTo>
                  <a:cubicBezTo>
                    <a:pt x="12387" y="25652"/>
                    <a:pt x="12499" y="25903"/>
                    <a:pt x="12373" y="26154"/>
                  </a:cubicBezTo>
                  <a:cubicBezTo>
                    <a:pt x="12373" y="26168"/>
                    <a:pt x="12387" y="26210"/>
                    <a:pt x="12387" y="26224"/>
                  </a:cubicBezTo>
                  <a:cubicBezTo>
                    <a:pt x="12443" y="26419"/>
                    <a:pt x="12583" y="26531"/>
                    <a:pt x="12666" y="26712"/>
                  </a:cubicBezTo>
                  <a:cubicBezTo>
                    <a:pt x="12722" y="26810"/>
                    <a:pt x="12778" y="26921"/>
                    <a:pt x="12806" y="27047"/>
                  </a:cubicBezTo>
                  <a:cubicBezTo>
                    <a:pt x="12834" y="27089"/>
                    <a:pt x="12792" y="27186"/>
                    <a:pt x="12764" y="27228"/>
                  </a:cubicBezTo>
                  <a:cubicBezTo>
                    <a:pt x="12708" y="27326"/>
                    <a:pt x="12638" y="27368"/>
                    <a:pt x="12583" y="27437"/>
                  </a:cubicBezTo>
                  <a:cubicBezTo>
                    <a:pt x="12555" y="27493"/>
                    <a:pt x="12583" y="27619"/>
                    <a:pt x="12638" y="27633"/>
                  </a:cubicBezTo>
                  <a:cubicBezTo>
                    <a:pt x="12708" y="27674"/>
                    <a:pt x="12778" y="27688"/>
                    <a:pt x="12834" y="27716"/>
                  </a:cubicBezTo>
                  <a:cubicBezTo>
                    <a:pt x="12917" y="27758"/>
                    <a:pt x="12931" y="27828"/>
                    <a:pt x="12903" y="27884"/>
                  </a:cubicBezTo>
                  <a:cubicBezTo>
                    <a:pt x="12848" y="27953"/>
                    <a:pt x="12778" y="28023"/>
                    <a:pt x="12722" y="28107"/>
                  </a:cubicBezTo>
                  <a:cubicBezTo>
                    <a:pt x="12666" y="28177"/>
                    <a:pt x="12708" y="28330"/>
                    <a:pt x="12764" y="28372"/>
                  </a:cubicBezTo>
                  <a:cubicBezTo>
                    <a:pt x="13001" y="28595"/>
                    <a:pt x="13280" y="28790"/>
                    <a:pt x="13615" y="28888"/>
                  </a:cubicBezTo>
                  <a:cubicBezTo>
                    <a:pt x="13671" y="28902"/>
                    <a:pt x="13712" y="28930"/>
                    <a:pt x="13754" y="28902"/>
                  </a:cubicBezTo>
                  <a:cubicBezTo>
                    <a:pt x="14047" y="28804"/>
                    <a:pt x="14368" y="28762"/>
                    <a:pt x="14549" y="28470"/>
                  </a:cubicBezTo>
                  <a:cubicBezTo>
                    <a:pt x="14619" y="28344"/>
                    <a:pt x="14717" y="28232"/>
                    <a:pt x="14828" y="28135"/>
                  </a:cubicBezTo>
                  <a:cubicBezTo>
                    <a:pt x="15024" y="27995"/>
                    <a:pt x="15289" y="27967"/>
                    <a:pt x="15386" y="27702"/>
                  </a:cubicBezTo>
                  <a:cubicBezTo>
                    <a:pt x="15386" y="27702"/>
                    <a:pt x="15442" y="27688"/>
                    <a:pt x="15442" y="27702"/>
                  </a:cubicBezTo>
                  <a:cubicBezTo>
                    <a:pt x="15512" y="27772"/>
                    <a:pt x="15623" y="27828"/>
                    <a:pt x="15637" y="27898"/>
                  </a:cubicBezTo>
                  <a:cubicBezTo>
                    <a:pt x="15693" y="28037"/>
                    <a:pt x="15665" y="28177"/>
                    <a:pt x="15707" y="28316"/>
                  </a:cubicBezTo>
                  <a:cubicBezTo>
                    <a:pt x="15735" y="28470"/>
                    <a:pt x="15847" y="28623"/>
                    <a:pt x="15861" y="28790"/>
                  </a:cubicBezTo>
                  <a:cubicBezTo>
                    <a:pt x="15874" y="29069"/>
                    <a:pt x="16014" y="29279"/>
                    <a:pt x="16140" y="29502"/>
                  </a:cubicBezTo>
                  <a:cubicBezTo>
                    <a:pt x="16265" y="29711"/>
                    <a:pt x="16363" y="29920"/>
                    <a:pt x="16530" y="30115"/>
                  </a:cubicBezTo>
                  <a:cubicBezTo>
                    <a:pt x="16572" y="30185"/>
                    <a:pt x="16544" y="30255"/>
                    <a:pt x="16530" y="30297"/>
                  </a:cubicBezTo>
                  <a:cubicBezTo>
                    <a:pt x="16502" y="30367"/>
                    <a:pt x="16488" y="30422"/>
                    <a:pt x="16474" y="30492"/>
                  </a:cubicBezTo>
                  <a:lnTo>
                    <a:pt x="16488" y="30492"/>
                  </a:lnTo>
                  <a:lnTo>
                    <a:pt x="16488" y="30548"/>
                  </a:lnTo>
                  <a:cubicBezTo>
                    <a:pt x="16530" y="30604"/>
                    <a:pt x="16572" y="30632"/>
                    <a:pt x="16600" y="30687"/>
                  </a:cubicBezTo>
                  <a:cubicBezTo>
                    <a:pt x="16767" y="31176"/>
                    <a:pt x="16851" y="31036"/>
                    <a:pt x="17255" y="30980"/>
                  </a:cubicBezTo>
                  <a:cubicBezTo>
                    <a:pt x="17367" y="30966"/>
                    <a:pt x="17409" y="30897"/>
                    <a:pt x="17437" y="30785"/>
                  </a:cubicBezTo>
                  <a:cubicBezTo>
                    <a:pt x="17465" y="30632"/>
                    <a:pt x="17576" y="30548"/>
                    <a:pt x="17730" y="30534"/>
                  </a:cubicBezTo>
                  <a:cubicBezTo>
                    <a:pt x="17799" y="30506"/>
                    <a:pt x="17869" y="30492"/>
                    <a:pt x="17939" y="30506"/>
                  </a:cubicBezTo>
                  <a:cubicBezTo>
                    <a:pt x="18148" y="30506"/>
                    <a:pt x="18316" y="30478"/>
                    <a:pt x="18413" y="30269"/>
                  </a:cubicBezTo>
                  <a:cubicBezTo>
                    <a:pt x="18734" y="30325"/>
                    <a:pt x="18720" y="30060"/>
                    <a:pt x="18776" y="29864"/>
                  </a:cubicBezTo>
                  <a:cubicBezTo>
                    <a:pt x="18790" y="29809"/>
                    <a:pt x="18790" y="29767"/>
                    <a:pt x="18776" y="29725"/>
                  </a:cubicBezTo>
                  <a:cubicBezTo>
                    <a:pt x="18762" y="29641"/>
                    <a:pt x="18720" y="29599"/>
                    <a:pt x="18636" y="29627"/>
                  </a:cubicBezTo>
                  <a:lnTo>
                    <a:pt x="18567" y="29627"/>
                  </a:lnTo>
                  <a:cubicBezTo>
                    <a:pt x="18553" y="29599"/>
                    <a:pt x="18525" y="29585"/>
                    <a:pt x="18525" y="29571"/>
                  </a:cubicBezTo>
                  <a:cubicBezTo>
                    <a:pt x="18525" y="29320"/>
                    <a:pt x="18511" y="29097"/>
                    <a:pt x="18581" y="28860"/>
                  </a:cubicBezTo>
                  <a:cubicBezTo>
                    <a:pt x="18622" y="28749"/>
                    <a:pt x="18636" y="28623"/>
                    <a:pt x="18636" y="28511"/>
                  </a:cubicBezTo>
                  <a:cubicBezTo>
                    <a:pt x="18636" y="28274"/>
                    <a:pt x="18762" y="28163"/>
                    <a:pt x="18915" y="28037"/>
                  </a:cubicBezTo>
                  <a:cubicBezTo>
                    <a:pt x="19041" y="27953"/>
                    <a:pt x="19152" y="27898"/>
                    <a:pt x="19264" y="27786"/>
                  </a:cubicBezTo>
                  <a:cubicBezTo>
                    <a:pt x="19390" y="27688"/>
                    <a:pt x="19487" y="27549"/>
                    <a:pt x="19459" y="27354"/>
                  </a:cubicBezTo>
                  <a:cubicBezTo>
                    <a:pt x="19431" y="27270"/>
                    <a:pt x="19487" y="27158"/>
                    <a:pt x="19473" y="27075"/>
                  </a:cubicBezTo>
                  <a:cubicBezTo>
                    <a:pt x="19473" y="27005"/>
                    <a:pt x="19459" y="26935"/>
                    <a:pt x="19417" y="26865"/>
                  </a:cubicBezTo>
                  <a:cubicBezTo>
                    <a:pt x="19264" y="26642"/>
                    <a:pt x="19083" y="26391"/>
                    <a:pt x="18804" y="26280"/>
                  </a:cubicBezTo>
                  <a:cubicBezTo>
                    <a:pt x="18664" y="26224"/>
                    <a:pt x="18594" y="26084"/>
                    <a:pt x="18594" y="25931"/>
                  </a:cubicBezTo>
                  <a:cubicBezTo>
                    <a:pt x="18594" y="25540"/>
                    <a:pt x="18622" y="25164"/>
                    <a:pt x="18636" y="24773"/>
                  </a:cubicBezTo>
                  <a:cubicBezTo>
                    <a:pt x="18636" y="24703"/>
                    <a:pt x="18664" y="24634"/>
                    <a:pt x="18706" y="24578"/>
                  </a:cubicBezTo>
                  <a:cubicBezTo>
                    <a:pt x="18901" y="24257"/>
                    <a:pt x="19125" y="23950"/>
                    <a:pt x="19459" y="23727"/>
                  </a:cubicBezTo>
                  <a:cubicBezTo>
                    <a:pt x="19613" y="23629"/>
                    <a:pt x="19752" y="23490"/>
                    <a:pt x="19892" y="23364"/>
                  </a:cubicBezTo>
                  <a:cubicBezTo>
                    <a:pt x="20157" y="23099"/>
                    <a:pt x="20157" y="23099"/>
                    <a:pt x="20310" y="22723"/>
                  </a:cubicBezTo>
                  <a:cubicBezTo>
                    <a:pt x="20366" y="22597"/>
                    <a:pt x="20366" y="22486"/>
                    <a:pt x="20338" y="22374"/>
                  </a:cubicBezTo>
                  <a:cubicBezTo>
                    <a:pt x="20296" y="22095"/>
                    <a:pt x="20338" y="21760"/>
                    <a:pt x="20464" y="21551"/>
                  </a:cubicBezTo>
                  <a:cubicBezTo>
                    <a:pt x="20589" y="21328"/>
                    <a:pt x="20729" y="21147"/>
                    <a:pt x="21022" y="21216"/>
                  </a:cubicBezTo>
                  <a:cubicBezTo>
                    <a:pt x="21370" y="21160"/>
                    <a:pt x="21691" y="21216"/>
                    <a:pt x="21998" y="21370"/>
                  </a:cubicBezTo>
                  <a:cubicBezTo>
                    <a:pt x="22082" y="21426"/>
                    <a:pt x="22137" y="21635"/>
                    <a:pt x="22054" y="21691"/>
                  </a:cubicBezTo>
                  <a:cubicBezTo>
                    <a:pt x="21942" y="21760"/>
                    <a:pt x="21858" y="21816"/>
                    <a:pt x="21858" y="21956"/>
                  </a:cubicBezTo>
                  <a:cubicBezTo>
                    <a:pt x="21858" y="22039"/>
                    <a:pt x="21803" y="22137"/>
                    <a:pt x="21761" y="22207"/>
                  </a:cubicBezTo>
                  <a:cubicBezTo>
                    <a:pt x="21524" y="22541"/>
                    <a:pt x="21342" y="22904"/>
                    <a:pt x="21063" y="23211"/>
                  </a:cubicBezTo>
                  <a:cubicBezTo>
                    <a:pt x="20966" y="23295"/>
                    <a:pt x="20896" y="23378"/>
                    <a:pt x="20868" y="23504"/>
                  </a:cubicBezTo>
                  <a:cubicBezTo>
                    <a:pt x="20812" y="23657"/>
                    <a:pt x="20687" y="23713"/>
                    <a:pt x="20533" y="23699"/>
                  </a:cubicBezTo>
                  <a:cubicBezTo>
                    <a:pt x="20450" y="23699"/>
                    <a:pt x="20394" y="23727"/>
                    <a:pt x="20408" y="23811"/>
                  </a:cubicBezTo>
                  <a:cubicBezTo>
                    <a:pt x="20436" y="23936"/>
                    <a:pt x="20408" y="24048"/>
                    <a:pt x="20380" y="24159"/>
                  </a:cubicBezTo>
                  <a:cubicBezTo>
                    <a:pt x="20366" y="24257"/>
                    <a:pt x="20366" y="24355"/>
                    <a:pt x="20380" y="24438"/>
                  </a:cubicBezTo>
                  <a:cubicBezTo>
                    <a:pt x="20394" y="24536"/>
                    <a:pt x="20450" y="24620"/>
                    <a:pt x="20464" y="24717"/>
                  </a:cubicBezTo>
                  <a:cubicBezTo>
                    <a:pt x="20547" y="25094"/>
                    <a:pt x="20673" y="25457"/>
                    <a:pt x="20603" y="25861"/>
                  </a:cubicBezTo>
                  <a:cubicBezTo>
                    <a:pt x="20589" y="25931"/>
                    <a:pt x="20603" y="26001"/>
                    <a:pt x="20617" y="26070"/>
                  </a:cubicBezTo>
                  <a:cubicBezTo>
                    <a:pt x="20645" y="26182"/>
                    <a:pt x="20687" y="26280"/>
                    <a:pt x="20826" y="26349"/>
                  </a:cubicBezTo>
                  <a:cubicBezTo>
                    <a:pt x="20924" y="26377"/>
                    <a:pt x="20994" y="26433"/>
                    <a:pt x="21077" y="26489"/>
                  </a:cubicBezTo>
                  <a:lnTo>
                    <a:pt x="21077" y="26489"/>
                  </a:lnTo>
                  <a:cubicBezTo>
                    <a:pt x="21077" y="26489"/>
                    <a:pt x="21063" y="26489"/>
                    <a:pt x="21063" y="26461"/>
                  </a:cubicBezTo>
                  <a:lnTo>
                    <a:pt x="21105" y="26447"/>
                  </a:lnTo>
                  <a:lnTo>
                    <a:pt x="21077" y="26489"/>
                  </a:lnTo>
                  <a:cubicBezTo>
                    <a:pt x="21133" y="26517"/>
                    <a:pt x="21203" y="26573"/>
                    <a:pt x="21231" y="26573"/>
                  </a:cubicBezTo>
                  <a:cubicBezTo>
                    <a:pt x="21412" y="26559"/>
                    <a:pt x="21496" y="26628"/>
                    <a:pt x="21579" y="26740"/>
                  </a:cubicBezTo>
                  <a:cubicBezTo>
                    <a:pt x="21663" y="26907"/>
                    <a:pt x="21803" y="26907"/>
                    <a:pt x="21970" y="26865"/>
                  </a:cubicBezTo>
                  <a:cubicBezTo>
                    <a:pt x="22110" y="26838"/>
                    <a:pt x="22221" y="26768"/>
                    <a:pt x="22361" y="26712"/>
                  </a:cubicBezTo>
                  <a:cubicBezTo>
                    <a:pt x="22807" y="26503"/>
                    <a:pt x="23253" y="26363"/>
                    <a:pt x="23742" y="26363"/>
                  </a:cubicBezTo>
                  <a:cubicBezTo>
                    <a:pt x="23923" y="26363"/>
                    <a:pt x="24076" y="26321"/>
                    <a:pt x="24244" y="26308"/>
                  </a:cubicBezTo>
                  <a:cubicBezTo>
                    <a:pt x="24286" y="26308"/>
                    <a:pt x="24369" y="26321"/>
                    <a:pt x="24369" y="26349"/>
                  </a:cubicBezTo>
                  <a:cubicBezTo>
                    <a:pt x="24453" y="26573"/>
                    <a:pt x="24704" y="26517"/>
                    <a:pt x="24843" y="26628"/>
                  </a:cubicBezTo>
                  <a:cubicBezTo>
                    <a:pt x="24857" y="26642"/>
                    <a:pt x="24899" y="26642"/>
                    <a:pt x="24913" y="26656"/>
                  </a:cubicBezTo>
                  <a:cubicBezTo>
                    <a:pt x="24927" y="26670"/>
                    <a:pt x="24927" y="26712"/>
                    <a:pt x="24927" y="26712"/>
                  </a:cubicBezTo>
                  <a:cubicBezTo>
                    <a:pt x="24843" y="26768"/>
                    <a:pt x="24774" y="26810"/>
                    <a:pt x="24690" y="26865"/>
                  </a:cubicBezTo>
                  <a:cubicBezTo>
                    <a:pt x="24564" y="26921"/>
                    <a:pt x="24411" y="26977"/>
                    <a:pt x="24341" y="27089"/>
                  </a:cubicBezTo>
                  <a:cubicBezTo>
                    <a:pt x="24174" y="27354"/>
                    <a:pt x="23965" y="27354"/>
                    <a:pt x="23728" y="27256"/>
                  </a:cubicBezTo>
                  <a:cubicBezTo>
                    <a:pt x="23574" y="27200"/>
                    <a:pt x="23393" y="27158"/>
                    <a:pt x="23239" y="27144"/>
                  </a:cubicBezTo>
                  <a:cubicBezTo>
                    <a:pt x="23170" y="27130"/>
                    <a:pt x="23100" y="27130"/>
                    <a:pt x="23030" y="27144"/>
                  </a:cubicBezTo>
                  <a:cubicBezTo>
                    <a:pt x="22807" y="27214"/>
                    <a:pt x="22570" y="27284"/>
                    <a:pt x="22347" y="27368"/>
                  </a:cubicBezTo>
                  <a:cubicBezTo>
                    <a:pt x="22110" y="27465"/>
                    <a:pt x="21942" y="27619"/>
                    <a:pt x="21928" y="27898"/>
                  </a:cubicBezTo>
                  <a:cubicBezTo>
                    <a:pt x="21928" y="28037"/>
                    <a:pt x="21831" y="28107"/>
                    <a:pt x="21705" y="28135"/>
                  </a:cubicBezTo>
                  <a:cubicBezTo>
                    <a:pt x="21621" y="28177"/>
                    <a:pt x="21510" y="28177"/>
                    <a:pt x="21426" y="28205"/>
                  </a:cubicBezTo>
                  <a:cubicBezTo>
                    <a:pt x="21245" y="28260"/>
                    <a:pt x="21217" y="28400"/>
                    <a:pt x="21342" y="28595"/>
                  </a:cubicBezTo>
                  <a:cubicBezTo>
                    <a:pt x="21356" y="28609"/>
                    <a:pt x="21356" y="28623"/>
                    <a:pt x="21370" y="28623"/>
                  </a:cubicBezTo>
                  <a:cubicBezTo>
                    <a:pt x="21579" y="28623"/>
                    <a:pt x="21719" y="28470"/>
                    <a:pt x="21858" y="28372"/>
                  </a:cubicBezTo>
                  <a:cubicBezTo>
                    <a:pt x="21970" y="28274"/>
                    <a:pt x="21998" y="28302"/>
                    <a:pt x="22123" y="28372"/>
                  </a:cubicBezTo>
                  <a:cubicBezTo>
                    <a:pt x="22193" y="28414"/>
                    <a:pt x="22263" y="28484"/>
                    <a:pt x="22347" y="28539"/>
                  </a:cubicBezTo>
                  <a:cubicBezTo>
                    <a:pt x="22416" y="28581"/>
                    <a:pt x="22472" y="28623"/>
                    <a:pt x="22472" y="28693"/>
                  </a:cubicBezTo>
                  <a:cubicBezTo>
                    <a:pt x="22486" y="28888"/>
                    <a:pt x="22486" y="29083"/>
                    <a:pt x="22472" y="29279"/>
                  </a:cubicBezTo>
                  <a:cubicBezTo>
                    <a:pt x="22472" y="29376"/>
                    <a:pt x="22388" y="29446"/>
                    <a:pt x="22291" y="29488"/>
                  </a:cubicBezTo>
                  <a:cubicBezTo>
                    <a:pt x="22249" y="29502"/>
                    <a:pt x="22137" y="29460"/>
                    <a:pt x="22110" y="29432"/>
                  </a:cubicBezTo>
                  <a:cubicBezTo>
                    <a:pt x="21998" y="29320"/>
                    <a:pt x="21914" y="29223"/>
                    <a:pt x="21831" y="29097"/>
                  </a:cubicBezTo>
                  <a:cubicBezTo>
                    <a:pt x="21719" y="28972"/>
                    <a:pt x="21649" y="28958"/>
                    <a:pt x="21510" y="29014"/>
                  </a:cubicBezTo>
                  <a:cubicBezTo>
                    <a:pt x="21314" y="29069"/>
                    <a:pt x="21161" y="29167"/>
                    <a:pt x="21091" y="29376"/>
                  </a:cubicBezTo>
                  <a:cubicBezTo>
                    <a:pt x="21035" y="29516"/>
                    <a:pt x="20994" y="29641"/>
                    <a:pt x="20938" y="29781"/>
                  </a:cubicBezTo>
                  <a:cubicBezTo>
                    <a:pt x="20882" y="29976"/>
                    <a:pt x="20854" y="30143"/>
                    <a:pt x="20896" y="30353"/>
                  </a:cubicBezTo>
                  <a:cubicBezTo>
                    <a:pt x="20952" y="30576"/>
                    <a:pt x="20994" y="30827"/>
                    <a:pt x="21022" y="31064"/>
                  </a:cubicBezTo>
                  <a:cubicBezTo>
                    <a:pt x="21022" y="31106"/>
                    <a:pt x="20994" y="31176"/>
                    <a:pt x="20952" y="31190"/>
                  </a:cubicBezTo>
                  <a:cubicBezTo>
                    <a:pt x="20854" y="31245"/>
                    <a:pt x="20729" y="31273"/>
                    <a:pt x="20617" y="31329"/>
                  </a:cubicBezTo>
                  <a:cubicBezTo>
                    <a:pt x="20505" y="31385"/>
                    <a:pt x="20436" y="31455"/>
                    <a:pt x="20408" y="31594"/>
                  </a:cubicBezTo>
                  <a:cubicBezTo>
                    <a:pt x="20380" y="31817"/>
                    <a:pt x="19947" y="31873"/>
                    <a:pt x="19822" y="31678"/>
                  </a:cubicBezTo>
                  <a:cubicBezTo>
                    <a:pt x="19808" y="31650"/>
                    <a:pt x="19766" y="31594"/>
                    <a:pt x="19752" y="31552"/>
                  </a:cubicBezTo>
                  <a:cubicBezTo>
                    <a:pt x="19682" y="31441"/>
                    <a:pt x="19571" y="31399"/>
                    <a:pt x="19459" y="31399"/>
                  </a:cubicBezTo>
                  <a:cubicBezTo>
                    <a:pt x="19208" y="31413"/>
                    <a:pt x="18985" y="31482"/>
                    <a:pt x="18776" y="31608"/>
                  </a:cubicBezTo>
                  <a:cubicBezTo>
                    <a:pt x="18497" y="31789"/>
                    <a:pt x="18204" y="31957"/>
                    <a:pt x="17897" y="32096"/>
                  </a:cubicBezTo>
                  <a:cubicBezTo>
                    <a:pt x="17799" y="32152"/>
                    <a:pt x="17730" y="32278"/>
                    <a:pt x="17646" y="32347"/>
                  </a:cubicBezTo>
                  <a:cubicBezTo>
                    <a:pt x="17590" y="32375"/>
                    <a:pt x="17479" y="32389"/>
                    <a:pt x="17451" y="32361"/>
                  </a:cubicBezTo>
                  <a:cubicBezTo>
                    <a:pt x="17325" y="32250"/>
                    <a:pt x="17200" y="32138"/>
                    <a:pt x="17116" y="31999"/>
                  </a:cubicBezTo>
                  <a:cubicBezTo>
                    <a:pt x="17088" y="31943"/>
                    <a:pt x="17116" y="31859"/>
                    <a:pt x="17102" y="31789"/>
                  </a:cubicBezTo>
                  <a:cubicBezTo>
                    <a:pt x="17102" y="31720"/>
                    <a:pt x="16976" y="31678"/>
                    <a:pt x="16921" y="31720"/>
                  </a:cubicBezTo>
                  <a:cubicBezTo>
                    <a:pt x="16823" y="31803"/>
                    <a:pt x="16711" y="31887"/>
                    <a:pt x="16558" y="31901"/>
                  </a:cubicBezTo>
                  <a:cubicBezTo>
                    <a:pt x="16335" y="31929"/>
                    <a:pt x="16153" y="32068"/>
                    <a:pt x="15986" y="32180"/>
                  </a:cubicBezTo>
                  <a:cubicBezTo>
                    <a:pt x="15944" y="32208"/>
                    <a:pt x="15874" y="32180"/>
                    <a:pt x="15861" y="32166"/>
                  </a:cubicBezTo>
                  <a:cubicBezTo>
                    <a:pt x="15777" y="32082"/>
                    <a:pt x="15721" y="31971"/>
                    <a:pt x="15582" y="31957"/>
                  </a:cubicBezTo>
                  <a:cubicBezTo>
                    <a:pt x="15484" y="31943"/>
                    <a:pt x="15344" y="31929"/>
                    <a:pt x="15247" y="31859"/>
                  </a:cubicBezTo>
                  <a:cubicBezTo>
                    <a:pt x="15163" y="31789"/>
                    <a:pt x="15149" y="31650"/>
                    <a:pt x="15093" y="31538"/>
                  </a:cubicBezTo>
                  <a:cubicBezTo>
                    <a:pt x="15079" y="31510"/>
                    <a:pt x="15107" y="31455"/>
                    <a:pt x="15107" y="31413"/>
                  </a:cubicBezTo>
                  <a:cubicBezTo>
                    <a:pt x="15107" y="31399"/>
                    <a:pt x="15163" y="31399"/>
                    <a:pt x="15163" y="31399"/>
                  </a:cubicBezTo>
                  <a:cubicBezTo>
                    <a:pt x="15358" y="31482"/>
                    <a:pt x="15568" y="31510"/>
                    <a:pt x="15763" y="31664"/>
                  </a:cubicBezTo>
                  <a:cubicBezTo>
                    <a:pt x="15944" y="31831"/>
                    <a:pt x="16153" y="31747"/>
                    <a:pt x="16279" y="31524"/>
                  </a:cubicBezTo>
                  <a:cubicBezTo>
                    <a:pt x="16432" y="31231"/>
                    <a:pt x="16502" y="30925"/>
                    <a:pt x="16474" y="30604"/>
                  </a:cubicBezTo>
                  <a:lnTo>
                    <a:pt x="16460" y="30576"/>
                  </a:lnTo>
                  <a:lnTo>
                    <a:pt x="16460" y="30562"/>
                  </a:lnTo>
                  <a:cubicBezTo>
                    <a:pt x="16195" y="30548"/>
                    <a:pt x="16000" y="30673"/>
                    <a:pt x="15833" y="30841"/>
                  </a:cubicBezTo>
                  <a:cubicBezTo>
                    <a:pt x="15763" y="30897"/>
                    <a:pt x="15735" y="31022"/>
                    <a:pt x="15791" y="31106"/>
                  </a:cubicBezTo>
                  <a:cubicBezTo>
                    <a:pt x="15847" y="31190"/>
                    <a:pt x="15902" y="31259"/>
                    <a:pt x="15944" y="31343"/>
                  </a:cubicBezTo>
                  <a:cubicBezTo>
                    <a:pt x="15972" y="31385"/>
                    <a:pt x="15944" y="31455"/>
                    <a:pt x="15930" y="31469"/>
                  </a:cubicBezTo>
                  <a:cubicBezTo>
                    <a:pt x="15902" y="31482"/>
                    <a:pt x="15847" y="31469"/>
                    <a:pt x="15805" y="31455"/>
                  </a:cubicBezTo>
                  <a:cubicBezTo>
                    <a:pt x="15791" y="31455"/>
                    <a:pt x="15777" y="31441"/>
                    <a:pt x="15735" y="31413"/>
                  </a:cubicBezTo>
                  <a:cubicBezTo>
                    <a:pt x="15568" y="31273"/>
                    <a:pt x="15526" y="31036"/>
                    <a:pt x="15303" y="30952"/>
                  </a:cubicBezTo>
                  <a:cubicBezTo>
                    <a:pt x="15289" y="30952"/>
                    <a:pt x="15289" y="30855"/>
                    <a:pt x="15289" y="30827"/>
                  </a:cubicBezTo>
                  <a:cubicBezTo>
                    <a:pt x="15303" y="30646"/>
                    <a:pt x="15414" y="30534"/>
                    <a:pt x="15568" y="30436"/>
                  </a:cubicBezTo>
                  <a:cubicBezTo>
                    <a:pt x="15623" y="30422"/>
                    <a:pt x="15623" y="30353"/>
                    <a:pt x="15582" y="30325"/>
                  </a:cubicBezTo>
                  <a:lnTo>
                    <a:pt x="15526" y="30269"/>
                  </a:lnTo>
                  <a:cubicBezTo>
                    <a:pt x="15289" y="30143"/>
                    <a:pt x="15247" y="29976"/>
                    <a:pt x="15344" y="29725"/>
                  </a:cubicBezTo>
                  <a:cubicBezTo>
                    <a:pt x="15386" y="29627"/>
                    <a:pt x="15414" y="29502"/>
                    <a:pt x="15386" y="29376"/>
                  </a:cubicBezTo>
                  <a:cubicBezTo>
                    <a:pt x="15386" y="29306"/>
                    <a:pt x="15303" y="29237"/>
                    <a:pt x="15247" y="29251"/>
                  </a:cubicBezTo>
                  <a:cubicBezTo>
                    <a:pt x="15205" y="29279"/>
                    <a:pt x="15149" y="29279"/>
                    <a:pt x="15107" y="29293"/>
                  </a:cubicBezTo>
                  <a:cubicBezTo>
                    <a:pt x="14856" y="29446"/>
                    <a:pt x="14661" y="29711"/>
                    <a:pt x="14340" y="29809"/>
                  </a:cubicBezTo>
                  <a:cubicBezTo>
                    <a:pt x="14312" y="29837"/>
                    <a:pt x="14270" y="29878"/>
                    <a:pt x="14270" y="29934"/>
                  </a:cubicBezTo>
                  <a:cubicBezTo>
                    <a:pt x="14270" y="30213"/>
                    <a:pt x="14061" y="30478"/>
                    <a:pt x="14187" y="30757"/>
                  </a:cubicBezTo>
                  <a:cubicBezTo>
                    <a:pt x="14201" y="30785"/>
                    <a:pt x="14173" y="30841"/>
                    <a:pt x="14159" y="30897"/>
                  </a:cubicBezTo>
                  <a:cubicBezTo>
                    <a:pt x="14117" y="30994"/>
                    <a:pt x="14131" y="31092"/>
                    <a:pt x="14201" y="31162"/>
                  </a:cubicBezTo>
                  <a:cubicBezTo>
                    <a:pt x="14256" y="31203"/>
                    <a:pt x="14312" y="31259"/>
                    <a:pt x="14326" y="31329"/>
                  </a:cubicBezTo>
                  <a:cubicBezTo>
                    <a:pt x="14396" y="31622"/>
                    <a:pt x="14508" y="31929"/>
                    <a:pt x="14521" y="32236"/>
                  </a:cubicBezTo>
                  <a:cubicBezTo>
                    <a:pt x="14521" y="32389"/>
                    <a:pt x="14312" y="32640"/>
                    <a:pt x="14159" y="32598"/>
                  </a:cubicBezTo>
                  <a:cubicBezTo>
                    <a:pt x="13964" y="32556"/>
                    <a:pt x="13782" y="32570"/>
                    <a:pt x="13601" y="32654"/>
                  </a:cubicBezTo>
                  <a:cubicBezTo>
                    <a:pt x="13461" y="32738"/>
                    <a:pt x="13280" y="32794"/>
                    <a:pt x="13127" y="32835"/>
                  </a:cubicBezTo>
                  <a:cubicBezTo>
                    <a:pt x="12903" y="32863"/>
                    <a:pt x="12722" y="32989"/>
                    <a:pt x="12527" y="33087"/>
                  </a:cubicBezTo>
                  <a:cubicBezTo>
                    <a:pt x="12359" y="33184"/>
                    <a:pt x="12234" y="33324"/>
                    <a:pt x="12178" y="33505"/>
                  </a:cubicBezTo>
                  <a:cubicBezTo>
                    <a:pt x="11997" y="34161"/>
                    <a:pt x="11969" y="34161"/>
                    <a:pt x="11481" y="34551"/>
                  </a:cubicBezTo>
                  <a:cubicBezTo>
                    <a:pt x="11383" y="34649"/>
                    <a:pt x="11244" y="34691"/>
                    <a:pt x="11118" y="34760"/>
                  </a:cubicBezTo>
                  <a:cubicBezTo>
                    <a:pt x="11062" y="34802"/>
                    <a:pt x="11020" y="34872"/>
                    <a:pt x="10979" y="34928"/>
                  </a:cubicBezTo>
                  <a:cubicBezTo>
                    <a:pt x="10951" y="35011"/>
                    <a:pt x="10923" y="35109"/>
                    <a:pt x="10909" y="35207"/>
                  </a:cubicBezTo>
                  <a:cubicBezTo>
                    <a:pt x="10853" y="35360"/>
                    <a:pt x="10769" y="35444"/>
                    <a:pt x="10616" y="35500"/>
                  </a:cubicBezTo>
                  <a:lnTo>
                    <a:pt x="10407" y="35555"/>
                  </a:lnTo>
                  <a:cubicBezTo>
                    <a:pt x="10281" y="35583"/>
                    <a:pt x="10197" y="35653"/>
                    <a:pt x="10142" y="35779"/>
                  </a:cubicBezTo>
                  <a:cubicBezTo>
                    <a:pt x="10072" y="35932"/>
                    <a:pt x="9918" y="35932"/>
                    <a:pt x="9779" y="35918"/>
                  </a:cubicBezTo>
                  <a:cubicBezTo>
                    <a:pt x="9653" y="35904"/>
                    <a:pt x="9556" y="35848"/>
                    <a:pt x="9458" y="35779"/>
                  </a:cubicBezTo>
                  <a:cubicBezTo>
                    <a:pt x="9416" y="35737"/>
                    <a:pt x="9319" y="35737"/>
                    <a:pt x="9277" y="35723"/>
                  </a:cubicBezTo>
                  <a:cubicBezTo>
                    <a:pt x="9207" y="35723"/>
                    <a:pt x="9109" y="35807"/>
                    <a:pt x="9137" y="35862"/>
                  </a:cubicBezTo>
                  <a:lnTo>
                    <a:pt x="9235" y="36281"/>
                  </a:lnTo>
                  <a:cubicBezTo>
                    <a:pt x="9249" y="36392"/>
                    <a:pt x="9179" y="36462"/>
                    <a:pt x="9082" y="36476"/>
                  </a:cubicBezTo>
                  <a:cubicBezTo>
                    <a:pt x="8900" y="36490"/>
                    <a:pt x="8747" y="36476"/>
                    <a:pt x="8593" y="36406"/>
                  </a:cubicBezTo>
                  <a:cubicBezTo>
                    <a:pt x="8510" y="36364"/>
                    <a:pt x="8398" y="36351"/>
                    <a:pt x="8314" y="36364"/>
                  </a:cubicBezTo>
                  <a:cubicBezTo>
                    <a:pt x="8119" y="36406"/>
                    <a:pt x="7952" y="36476"/>
                    <a:pt x="7756" y="36532"/>
                  </a:cubicBezTo>
                  <a:cubicBezTo>
                    <a:pt x="7701" y="36546"/>
                    <a:pt x="7631" y="36629"/>
                    <a:pt x="7645" y="36699"/>
                  </a:cubicBezTo>
                  <a:cubicBezTo>
                    <a:pt x="7687" y="36950"/>
                    <a:pt x="7701" y="37173"/>
                    <a:pt x="8049" y="37187"/>
                  </a:cubicBezTo>
                  <a:cubicBezTo>
                    <a:pt x="8189" y="37187"/>
                    <a:pt x="8314" y="37313"/>
                    <a:pt x="8454" y="37341"/>
                  </a:cubicBezTo>
                  <a:cubicBezTo>
                    <a:pt x="8677" y="37397"/>
                    <a:pt x="8830" y="37536"/>
                    <a:pt x="8900" y="37759"/>
                  </a:cubicBezTo>
                  <a:cubicBezTo>
                    <a:pt x="8970" y="37996"/>
                    <a:pt x="9095" y="38150"/>
                    <a:pt x="9291" y="38248"/>
                  </a:cubicBezTo>
                  <a:cubicBezTo>
                    <a:pt x="9430" y="38345"/>
                    <a:pt x="9486" y="38457"/>
                    <a:pt x="9458" y="38624"/>
                  </a:cubicBezTo>
                  <a:cubicBezTo>
                    <a:pt x="9444" y="39001"/>
                    <a:pt x="9430" y="39391"/>
                    <a:pt x="9388" y="39754"/>
                  </a:cubicBezTo>
                  <a:cubicBezTo>
                    <a:pt x="9374" y="39893"/>
                    <a:pt x="9319" y="40033"/>
                    <a:pt x="9291" y="40172"/>
                  </a:cubicBezTo>
                  <a:cubicBezTo>
                    <a:pt x="9249" y="40298"/>
                    <a:pt x="9068" y="40410"/>
                    <a:pt x="8942" y="40368"/>
                  </a:cubicBezTo>
                  <a:cubicBezTo>
                    <a:pt x="8691" y="40256"/>
                    <a:pt x="8412" y="40396"/>
                    <a:pt x="8175" y="40270"/>
                  </a:cubicBezTo>
                  <a:cubicBezTo>
                    <a:pt x="8119" y="40242"/>
                    <a:pt x="8021" y="40242"/>
                    <a:pt x="7966" y="40256"/>
                  </a:cubicBezTo>
                  <a:cubicBezTo>
                    <a:pt x="7715" y="40340"/>
                    <a:pt x="7491" y="40312"/>
                    <a:pt x="7268" y="40242"/>
                  </a:cubicBezTo>
                  <a:cubicBezTo>
                    <a:pt x="7003" y="40172"/>
                    <a:pt x="6766" y="40117"/>
                    <a:pt x="6501" y="40172"/>
                  </a:cubicBezTo>
                  <a:cubicBezTo>
                    <a:pt x="6431" y="40186"/>
                    <a:pt x="6348" y="40186"/>
                    <a:pt x="6292" y="40172"/>
                  </a:cubicBezTo>
                  <a:cubicBezTo>
                    <a:pt x="5999" y="40061"/>
                    <a:pt x="5734" y="40061"/>
                    <a:pt x="5511" y="40340"/>
                  </a:cubicBezTo>
                  <a:cubicBezTo>
                    <a:pt x="5469" y="40396"/>
                    <a:pt x="5371" y="40396"/>
                    <a:pt x="5315" y="40410"/>
                  </a:cubicBezTo>
                  <a:cubicBezTo>
                    <a:pt x="5260" y="40437"/>
                    <a:pt x="5232" y="40451"/>
                    <a:pt x="5190" y="40465"/>
                  </a:cubicBezTo>
                  <a:cubicBezTo>
                    <a:pt x="5106" y="40507"/>
                    <a:pt x="5050" y="40647"/>
                    <a:pt x="5092" y="40716"/>
                  </a:cubicBezTo>
                  <a:cubicBezTo>
                    <a:pt x="5204" y="40940"/>
                    <a:pt x="5301" y="41177"/>
                    <a:pt x="5246" y="41456"/>
                  </a:cubicBezTo>
                  <a:cubicBezTo>
                    <a:pt x="5246" y="41484"/>
                    <a:pt x="5260" y="41512"/>
                    <a:pt x="5260" y="41525"/>
                  </a:cubicBezTo>
                  <a:cubicBezTo>
                    <a:pt x="5371" y="42069"/>
                    <a:pt x="5274" y="42572"/>
                    <a:pt x="5036" y="43060"/>
                  </a:cubicBezTo>
                  <a:cubicBezTo>
                    <a:pt x="4967" y="43185"/>
                    <a:pt x="4925" y="43325"/>
                    <a:pt x="4883" y="43464"/>
                  </a:cubicBezTo>
                  <a:cubicBezTo>
                    <a:pt x="4841" y="43548"/>
                    <a:pt x="4841" y="43660"/>
                    <a:pt x="4911" y="43743"/>
                  </a:cubicBezTo>
                  <a:cubicBezTo>
                    <a:pt x="5120" y="43994"/>
                    <a:pt x="5232" y="44273"/>
                    <a:pt x="5190" y="44594"/>
                  </a:cubicBezTo>
                  <a:cubicBezTo>
                    <a:pt x="5190" y="44650"/>
                    <a:pt x="5190" y="44706"/>
                    <a:pt x="5204" y="44734"/>
                  </a:cubicBezTo>
                  <a:cubicBezTo>
                    <a:pt x="5232" y="44775"/>
                    <a:pt x="5260" y="44845"/>
                    <a:pt x="5301" y="44845"/>
                  </a:cubicBezTo>
                  <a:cubicBezTo>
                    <a:pt x="5469" y="44901"/>
                    <a:pt x="5650" y="44999"/>
                    <a:pt x="5859" y="44943"/>
                  </a:cubicBezTo>
                  <a:cubicBezTo>
                    <a:pt x="5943" y="44929"/>
                    <a:pt x="6041" y="44915"/>
                    <a:pt x="6138" y="44915"/>
                  </a:cubicBezTo>
                  <a:cubicBezTo>
                    <a:pt x="6250" y="44915"/>
                    <a:pt x="6375" y="44971"/>
                    <a:pt x="6445" y="45068"/>
                  </a:cubicBezTo>
                  <a:cubicBezTo>
                    <a:pt x="6557" y="45208"/>
                    <a:pt x="6627" y="45347"/>
                    <a:pt x="6724" y="45487"/>
                  </a:cubicBezTo>
                  <a:cubicBezTo>
                    <a:pt x="6836" y="45626"/>
                    <a:pt x="7045" y="45682"/>
                    <a:pt x="7185" y="45598"/>
                  </a:cubicBezTo>
                  <a:cubicBezTo>
                    <a:pt x="7282" y="45543"/>
                    <a:pt x="7394" y="45473"/>
                    <a:pt x="7491" y="45403"/>
                  </a:cubicBezTo>
                  <a:cubicBezTo>
                    <a:pt x="7742" y="45222"/>
                    <a:pt x="7994" y="45152"/>
                    <a:pt x="8314" y="45180"/>
                  </a:cubicBezTo>
                  <a:cubicBezTo>
                    <a:pt x="8524" y="45194"/>
                    <a:pt x="8747" y="45152"/>
                    <a:pt x="8956" y="45152"/>
                  </a:cubicBezTo>
                  <a:cubicBezTo>
                    <a:pt x="9082" y="45152"/>
                    <a:pt x="9179" y="45082"/>
                    <a:pt x="9249" y="44985"/>
                  </a:cubicBezTo>
                  <a:cubicBezTo>
                    <a:pt x="9347" y="44859"/>
                    <a:pt x="9444" y="44775"/>
                    <a:pt x="9584" y="44720"/>
                  </a:cubicBezTo>
                  <a:cubicBezTo>
                    <a:pt x="9723" y="44664"/>
                    <a:pt x="9835" y="44580"/>
                    <a:pt x="9863" y="44427"/>
                  </a:cubicBezTo>
                  <a:cubicBezTo>
                    <a:pt x="9932" y="44218"/>
                    <a:pt x="10044" y="44022"/>
                    <a:pt x="10197" y="43883"/>
                  </a:cubicBezTo>
                  <a:cubicBezTo>
                    <a:pt x="10267" y="43813"/>
                    <a:pt x="10295" y="43715"/>
                    <a:pt x="10253" y="43618"/>
                  </a:cubicBezTo>
                  <a:cubicBezTo>
                    <a:pt x="9974" y="43269"/>
                    <a:pt x="10114" y="43018"/>
                    <a:pt x="10365" y="42739"/>
                  </a:cubicBezTo>
                  <a:cubicBezTo>
                    <a:pt x="10435" y="42669"/>
                    <a:pt x="10490" y="42600"/>
                    <a:pt x="10560" y="42530"/>
                  </a:cubicBezTo>
                  <a:cubicBezTo>
                    <a:pt x="10755" y="42321"/>
                    <a:pt x="10909" y="42069"/>
                    <a:pt x="11244" y="42056"/>
                  </a:cubicBezTo>
                  <a:cubicBezTo>
                    <a:pt x="11550" y="41902"/>
                    <a:pt x="11815" y="41707"/>
                    <a:pt x="11815" y="41302"/>
                  </a:cubicBezTo>
                  <a:cubicBezTo>
                    <a:pt x="11815" y="41163"/>
                    <a:pt x="11829" y="41023"/>
                    <a:pt x="11857" y="40870"/>
                  </a:cubicBezTo>
                  <a:cubicBezTo>
                    <a:pt x="11871" y="40800"/>
                    <a:pt x="11871" y="40730"/>
                    <a:pt x="11899" y="40661"/>
                  </a:cubicBezTo>
                  <a:cubicBezTo>
                    <a:pt x="11955" y="40479"/>
                    <a:pt x="12178" y="40326"/>
                    <a:pt x="12345" y="40368"/>
                  </a:cubicBezTo>
                  <a:cubicBezTo>
                    <a:pt x="12666" y="40437"/>
                    <a:pt x="13001" y="40410"/>
                    <a:pt x="13294" y="40619"/>
                  </a:cubicBezTo>
                  <a:cubicBezTo>
                    <a:pt x="13420" y="40716"/>
                    <a:pt x="13601" y="40675"/>
                    <a:pt x="13685" y="40549"/>
                  </a:cubicBezTo>
                  <a:cubicBezTo>
                    <a:pt x="13880" y="40326"/>
                    <a:pt x="14089" y="40158"/>
                    <a:pt x="14382" y="40061"/>
                  </a:cubicBezTo>
                  <a:cubicBezTo>
                    <a:pt x="14466" y="40033"/>
                    <a:pt x="14535" y="39963"/>
                    <a:pt x="14605" y="39893"/>
                  </a:cubicBezTo>
                  <a:cubicBezTo>
                    <a:pt x="14787" y="39698"/>
                    <a:pt x="14968" y="39684"/>
                    <a:pt x="15177" y="39768"/>
                  </a:cubicBezTo>
                  <a:cubicBezTo>
                    <a:pt x="15386" y="39852"/>
                    <a:pt x="15568" y="39963"/>
                    <a:pt x="15651" y="40172"/>
                  </a:cubicBezTo>
                  <a:cubicBezTo>
                    <a:pt x="15735" y="40340"/>
                    <a:pt x="15833" y="40507"/>
                    <a:pt x="15916" y="40675"/>
                  </a:cubicBezTo>
                  <a:cubicBezTo>
                    <a:pt x="16209" y="40954"/>
                    <a:pt x="16530" y="41205"/>
                    <a:pt x="16767" y="41512"/>
                  </a:cubicBezTo>
                  <a:cubicBezTo>
                    <a:pt x="16962" y="41735"/>
                    <a:pt x="17200" y="41916"/>
                    <a:pt x="17479" y="41972"/>
                  </a:cubicBezTo>
                  <a:cubicBezTo>
                    <a:pt x="17827" y="42056"/>
                    <a:pt x="18037" y="42321"/>
                    <a:pt x="18343" y="42474"/>
                  </a:cubicBezTo>
                  <a:cubicBezTo>
                    <a:pt x="18427" y="42641"/>
                    <a:pt x="18581" y="42753"/>
                    <a:pt x="18762" y="42837"/>
                  </a:cubicBezTo>
                  <a:cubicBezTo>
                    <a:pt x="18804" y="42878"/>
                    <a:pt x="18873" y="42920"/>
                    <a:pt x="18901" y="42976"/>
                  </a:cubicBezTo>
                  <a:cubicBezTo>
                    <a:pt x="18971" y="43157"/>
                    <a:pt x="19041" y="43339"/>
                    <a:pt x="19083" y="43520"/>
                  </a:cubicBezTo>
                  <a:cubicBezTo>
                    <a:pt x="19111" y="43548"/>
                    <a:pt x="19111" y="43618"/>
                    <a:pt x="19083" y="43660"/>
                  </a:cubicBezTo>
                  <a:cubicBezTo>
                    <a:pt x="19013" y="43869"/>
                    <a:pt x="18971" y="44036"/>
                    <a:pt x="18692" y="44092"/>
                  </a:cubicBezTo>
                  <a:cubicBezTo>
                    <a:pt x="18274" y="44162"/>
                    <a:pt x="17855" y="44245"/>
                    <a:pt x="17409" y="44218"/>
                  </a:cubicBezTo>
                  <a:cubicBezTo>
                    <a:pt x="17339" y="44218"/>
                    <a:pt x="17269" y="44245"/>
                    <a:pt x="17200" y="44273"/>
                  </a:cubicBezTo>
                  <a:cubicBezTo>
                    <a:pt x="17172" y="44287"/>
                    <a:pt x="17130" y="44343"/>
                    <a:pt x="17130" y="44371"/>
                  </a:cubicBezTo>
                  <a:cubicBezTo>
                    <a:pt x="17130" y="44413"/>
                    <a:pt x="17130" y="44483"/>
                    <a:pt x="17172" y="44510"/>
                  </a:cubicBezTo>
                  <a:cubicBezTo>
                    <a:pt x="17311" y="44594"/>
                    <a:pt x="17451" y="44692"/>
                    <a:pt x="17604" y="44762"/>
                  </a:cubicBezTo>
                  <a:cubicBezTo>
                    <a:pt x="17897" y="44915"/>
                    <a:pt x="18204" y="45054"/>
                    <a:pt x="18497" y="45208"/>
                  </a:cubicBezTo>
                  <a:cubicBezTo>
                    <a:pt x="18553" y="45222"/>
                    <a:pt x="18650" y="45194"/>
                    <a:pt x="18664" y="45124"/>
                  </a:cubicBezTo>
                  <a:cubicBezTo>
                    <a:pt x="18692" y="45054"/>
                    <a:pt x="18720" y="44985"/>
                    <a:pt x="18720" y="44915"/>
                  </a:cubicBezTo>
                  <a:cubicBezTo>
                    <a:pt x="18720" y="44831"/>
                    <a:pt x="18692" y="44720"/>
                    <a:pt x="18692" y="44636"/>
                  </a:cubicBezTo>
                  <a:cubicBezTo>
                    <a:pt x="18692" y="44497"/>
                    <a:pt x="18804" y="44371"/>
                    <a:pt x="18971" y="44371"/>
                  </a:cubicBezTo>
                  <a:cubicBezTo>
                    <a:pt x="19125" y="44385"/>
                    <a:pt x="19250" y="44343"/>
                    <a:pt x="19334" y="44204"/>
                  </a:cubicBezTo>
                  <a:cubicBezTo>
                    <a:pt x="19459" y="43994"/>
                    <a:pt x="19557" y="43785"/>
                    <a:pt x="19682" y="43576"/>
                  </a:cubicBezTo>
                  <a:cubicBezTo>
                    <a:pt x="19752" y="43436"/>
                    <a:pt x="19738" y="43297"/>
                    <a:pt x="19669" y="43171"/>
                  </a:cubicBezTo>
                  <a:cubicBezTo>
                    <a:pt x="19627" y="43116"/>
                    <a:pt x="19557" y="43046"/>
                    <a:pt x="19557" y="42990"/>
                  </a:cubicBezTo>
                  <a:cubicBezTo>
                    <a:pt x="19543" y="42906"/>
                    <a:pt x="19557" y="42809"/>
                    <a:pt x="19571" y="42711"/>
                  </a:cubicBezTo>
                  <a:cubicBezTo>
                    <a:pt x="19613" y="42572"/>
                    <a:pt x="19808" y="42502"/>
                    <a:pt x="19920" y="42600"/>
                  </a:cubicBezTo>
                  <a:cubicBezTo>
                    <a:pt x="20045" y="42669"/>
                    <a:pt x="20129" y="42781"/>
                    <a:pt x="20254" y="42851"/>
                  </a:cubicBezTo>
                  <a:cubicBezTo>
                    <a:pt x="20268" y="42878"/>
                    <a:pt x="20366" y="42851"/>
                    <a:pt x="20380" y="42823"/>
                  </a:cubicBezTo>
                  <a:cubicBezTo>
                    <a:pt x="20478" y="42697"/>
                    <a:pt x="20464" y="42488"/>
                    <a:pt x="20366" y="42432"/>
                  </a:cubicBezTo>
                  <a:cubicBezTo>
                    <a:pt x="19989" y="42223"/>
                    <a:pt x="19682" y="41902"/>
                    <a:pt x="19250" y="41790"/>
                  </a:cubicBezTo>
                  <a:cubicBezTo>
                    <a:pt x="19111" y="41763"/>
                    <a:pt x="19069" y="41651"/>
                    <a:pt x="19055" y="41525"/>
                  </a:cubicBezTo>
                  <a:cubicBezTo>
                    <a:pt x="19055" y="41498"/>
                    <a:pt x="19013" y="41442"/>
                    <a:pt x="18985" y="41428"/>
                  </a:cubicBezTo>
                  <a:cubicBezTo>
                    <a:pt x="18901" y="41386"/>
                    <a:pt x="18790" y="41372"/>
                    <a:pt x="18706" y="41372"/>
                  </a:cubicBezTo>
                  <a:cubicBezTo>
                    <a:pt x="18483" y="41372"/>
                    <a:pt x="18288" y="41246"/>
                    <a:pt x="18148" y="41079"/>
                  </a:cubicBezTo>
                  <a:cubicBezTo>
                    <a:pt x="18037" y="40954"/>
                    <a:pt x="17925" y="40814"/>
                    <a:pt x="17855" y="40675"/>
                  </a:cubicBezTo>
                  <a:cubicBezTo>
                    <a:pt x="17730" y="40396"/>
                    <a:pt x="17520" y="40200"/>
                    <a:pt x="17311" y="40019"/>
                  </a:cubicBezTo>
                  <a:cubicBezTo>
                    <a:pt x="17228" y="39921"/>
                    <a:pt x="17116" y="39880"/>
                    <a:pt x="17018" y="39810"/>
                  </a:cubicBezTo>
                  <a:cubicBezTo>
                    <a:pt x="16893" y="39698"/>
                    <a:pt x="16837" y="39573"/>
                    <a:pt x="16837" y="39419"/>
                  </a:cubicBezTo>
                  <a:cubicBezTo>
                    <a:pt x="16837" y="39294"/>
                    <a:pt x="16851" y="39182"/>
                    <a:pt x="16851" y="39071"/>
                  </a:cubicBezTo>
                  <a:cubicBezTo>
                    <a:pt x="16851" y="38987"/>
                    <a:pt x="16907" y="38931"/>
                    <a:pt x="16976" y="38903"/>
                  </a:cubicBezTo>
                  <a:cubicBezTo>
                    <a:pt x="17088" y="38847"/>
                    <a:pt x="17186" y="38792"/>
                    <a:pt x="17311" y="38764"/>
                  </a:cubicBezTo>
                  <a:cubicBezTo>
                    <a:pt x="17339" y="38736"/>
                    <a:pt x="17409" y="38792"/>
                    <a:pt x="17409" y="38805"/>
                  </a:cubicBezTo>
                  <a:cubicBezTo>
                    <a:pt x="17451" y="38917"/>
                    <a:pt x="17465" y="39043"/>
                    <a:pt x="17506" y="39154"/>
                  </a:cubicBezTo>
                  <a:cubicBezTo>
                    <a:pt x="17534" y="39252"/>
                    <a:pt x="17604" y="39349"/>
                    <a:pt x="17716" y="39322"/>
                  </a:cubicBezTo>
                  <a:cubicBezTo>
                    <a:pt x="17869" y="39266"/>
                    <a:pt x="17967" y="39433"/>
                    <a:pt x="18106" y="39405"/>
                  </a:cubicBezTo>
                  <a:cubicBezTo>
                    <a:pt x="18218" y="39391"/>
                    <a:pt x="18302" y="39461"/>
                    <a:pt x="18343" y="39559"/>
                  </a:cubicBezTo>
                  <a:cubicBezTo>
                    <a:pt x="18427" y="39893"/>
                    <a:pt x="18664" y="40089"/>
                    <a:pt x="18929" y="40256"/>
                  </a:cubicBezTo>
                  <a:cubicBezTo>
                    <a:pt x="19138" y="40396"/>
                    <a:pt x="19348" y="40591"/>
                    <a:pt x="19627" y="40591"/>
                  </a:cubicBezTo>
                  <a:cubicBezTo>
                    <a:pt x="19752" y="40675"/>
                    <a:pt x="19836" y="40786"/>
                    <a:pt x="19989" y="40814"/>
                  </a:cubicBezTo>
                  <a:cubicBezTo>
                    <a:pt x="20171" y="40856"/>
                    <a:pt x="20296" y="40954"/>
                    <a:pt x="20408" y="41079"/>
                  </a:cubicBezTo>
                  <a:cubicBezTo>
                    <a:pt x="20547" y="41219"/>
                    <a:pt x="20673" y="41358"/>
                    <a:pt x="20798" y="41498"/>
                  </a:cubicBezTo>
                  <a:cubicBezTo>
                    <a:pt x="20868" y="41567"/>
                    <a:pt x="20896" y="41651"/>
                    <a:pt x="20882" y="41763"/>
                  </a:cubicBezTo>
                  <a:cubicBezTo>
                    <a:pt x="20868" y="41902"/>
                    <a:pt x="20882" y="42042"/>
                    <a:pt x="20882" y="42195"/>
                  </a:cubicBezTo>
                  <a:cubicBezTo>
                    <a:pt x="20868" y="42432"/>
                    <a:pt x="20896" y="42669"/>
                    <a:pt x="21133" y="42823"/>
                  </a:cubicBezTo>
                  <a:cubicBezTo>
                    <a:pt x="21147" y="42837"/>
                    <a:pt x="21161" y="42878"/>
                    <a:pt x="21161" y="42878"/>
                  </a:cubicBezTo>
                  <a:cubicBezTo>
                    <a:pt x="21091" y="43088"/>
                    <a:pt x="21245" y="43171"/>
                    <a:pt x="21384" y="43269"/>
                  </a:cubicBezTo>
                  <a:cubicBezTo>
                    <a:pt x="21510" y="43367"/>
                    <a:pt x="21593" y="43464"/>
                    <a:pt x="21705" y="43576"/>
                  </a:cubicBezTo>
                  <a:cubicBezTo>
                    <a:pt x="21733" y="43785"/>
                    <a:pt x="21970" y="43897"/>
                    <a:pt x="21984" y="44134"/>
                  </a:cubicBezTo>
                  <a:cubicBezTo>
                    <a:pt x="22054" y="44176"/>
                    <a:pt x="22054" y="44204"/>
                    <a:pt x="21984" y="44273"/>
                  </a:cubicBezTo>
                  <a:lnTo>
                    <a:pt x="21984" y="44427"/>
                  </a:lnTo>
                  <a:cubicBezTo>
                    <a:pt x="22179" y="44566"/>
                    <a:pt x="22347" y="44706"/>
                    <a:pt x="22402" y="44971"/>
                  </a:cubicBezTo>
                  <a:cubicBezTo>
                    <a:pt x="22416" y="45013"/>
                    <a:pt x="22486" y="45082"/>
                    <a:pt x="22542" y="45110"/>
                  </a:cubicBezTo>
                  <a:cubicBezTo>
                    <a:pt x="22709" y="45194"/>
                    <a:pt x="22905" y="45222"/>
                    <a:pt x="23100" y="45208"/>
                  </a:cubicBezTo>
                  <a:cubicBezTo>
                    <a:pt x="23184" y="45208"/>
                    <a:pt x="23253" y="45152"/>
                    <a:pt x="23225" y="45068"/>
                  </a:cubicBezTo>
                  <a:cubicBezTo>
                    <a:pt x="23114" y="44831"/>
                    <a:pt x="23365" y="44692"/>
                    <a:pt x="23337" y="44483"/>
                  </a:cubicBezTo>
                  <a:cubicBezTo>
                    <a:pt x="23337" y="44483"/>
                    <a:pt x="23393" y="44441"/>
                    <a:pt x="23393" y="44455"/>
                  </a:cubicBezTo>
                  <a:cubicBezTo>
                    <a:pt x="23588" y="44510"/>
                    <a:pt x="23714" y="44371"/>
                    <a:pt x="23853" y="44343"/>
                  </a:cubicBezTo>
                  <a:cubicBezTo>
                    <a:pt x="23895" y="44315"/>
                    <a:pt x="23923" y="44287"/>
                    <a:pt x="23895" y="44231"/>
                  </a:cubicBezTo>
                  <a:cubicBezTo>
                    <a:pt x="23853" y="44036"/>
                    <a:pt x="23783" y="43869"/>
                    <a:pt x="23602" y="43757"/>
                  </a:cubicBezTo>
                  <a:cubicBezTo>
                    <a:pt x="23518" y="43715"/>
                    <a:pt x="23435" y="43674"/>
                    <a:pt x="23379" y="43604"/>
                  </a:cubicBezTo>
                  <a:cubicBezTo>
                    <a:pt x="23198" y="43367"/>
                    <a:pt x="23030" y="43102"/>
                    <a:pt x="22849" y="42837"/>
                  </a:cubicBezTo>
                  <a:cubicBezTo>
                    <a:pt x="22835" y="42809"/>
                    <a:pt x="22835" y="42753"/>
                    <a:pt x="22835" y="42697"/>
                  </a:cubicBezTo>
                  <a:cubicBezTo>
                    <a:pt x="22835" y="42683"/>
                    <a:pt x="22835" y="42641"/>
                    <a:pt x="22849" y="42627"/>
                  </a:cubicBezTo>
                  <a:cubicBezTo>
                    <a:pt x="22891" y="42572"/>
                    <a:pt x="22919" y="42572"/>
                    <a:pt x="22974" y="42613"/>
                  </a:cubicBezTo>
                  <a:lnTo>
                    <a:pt x="23086" y="42711"/>
                  </a:lnTo>
                  <a:cubicBezTo>
                    <a:pt x="23295" y="42892"/>
                    <a:pt x="23476" y="42837"/>
                    <a:pt x="23574" y="42600"/>
                  </a:cubicBezTo>
                  <a:cubicBezTo>
                    <a:pt x="23602" y="42502"/>
                    <a:pt x="23616" y="42418"/>
                    <a:pt x="23672" y="42334"/>
                  </a:cubicBezTo>
                  <a:cubicBezTo>
                    <a:pt x="23686" y="42293"/>
                    <a:pt x="23755" y="42279"/>
                    <a:pt x="23797" y="42279"/>
                  </a:cubicBezTo>
                  <a:cubicBezTo>
                    <a:pt x="23881" y="42321"/>
                    <a:pt x="23965" y="42348"/>
                    <a:pt x="24062" y="42265"/>
                  </a:cubicBezTo>
                  <a:cubicBezTo>
                    <a:pt x="24174" y="42153"/>
                    <a:pt x="24313" y="42153"/>
                    <a:pt x="24453" y="42181"/>
                  </a:cubicBezTo>
                  <a:cubicBezTo>
                    <a:pt x="24662" y="42209"/>
                    <a:pt x="24802" y="42362"/>
                    <a:pt x="24802" y="42558"/>
                  </a:cubicBezTo>
                  <a:cubicBezTo>
                    <a:pt x="24802" y="42837"/>
                    <a:pt x="24830" y="43130"/>
                    <a:pt x="24732" y="43409"/>
                  </a:cubicBezTo>
                  <a:cubicBezTo>
                    <a:pt x="24718" y="43464"/>
                    <a:pt x="24802" y="43548"/>
                    <a:pt x="24857" y="43548"/>
                  </a:cubicBezTo>
                  <a:lnTo>
                    <a:pt x="25067" y="43548"/>
                  </a:lnTo>
                  <a:lnTo>
                    <a:pt x="25136" y="43548"/>
                  </a:lnTo>
                  <a:cubicBezTo>
                    <a:pt x="25150" y="43548"/>
                    <a:pt x="25192" y="43590"/>
                    <a:pt x="25192" y="43604"/>
                  </a:cubicBezTo>
                  <a:cubicBezTo>
                    <a:pt x="25192" y="43660"/>
                    <a:pt x="25206" y="43715"/>
                    <a:pt x="25178" y="43743"/>
                  </a:cubicBezTo>
                  <a:cubicBezTo>
                    <a:pt x="25081" y="43883"/>
                    <a:pt x="24927" y="43869"/>
                    <a:pt x="24802" y="43939"/>
                  </a:cubicBezTo>
                  <a:lnTo>
                    <a:pt x="24760" y="43994"/>
                  </a:lnTo>
                  <a:cubicBezTo>
                    <a:pt x="24732" y="44036"/>
                    <a:pt x="24760" y="44092"/>
                    <a:pt x="24802" y="44106"/>
                  </a:cubicBezTo>
                  <a:cubicBezTo>
                    <a:pt x="24899" y="44162"/>
                    <a:pt x="24983" y="44204"/>
                    <a:pt x="25067" y="44245"/>
                  </a:cubicBezTo>
                  <a:cubicBezTo>
                    <a:pt x="25136" y="44287"/>
                    <a:pt x="25206" y="44301"/>
                    <a:pt x="25262" y="44357"/>
                  </a:cubicBezTo>
                  <a:cubicBezTo>
                    <a:pt x="25346" y="44427"/>
                    <a:pt x="25150" y="44510"/>
                    <a:pt x="25248" y="44580"/>
                  </a:cubicBezTo>
                  <a:cubicBezTo>
                    <a:pt x="25360" y="44664"/>
                    <a:pt x="25485" y="44734"/>
                    <a:pt x="25555" y="44873"/>
                  </a:cubicBezTo>
                  <a:cubicBezTo>
                    <a:pt x="25625" y="45013"/>
                    <a:pt x="25750" y="45082"/>
                    <a:pt x="25848" y="45194"/>
                  </a:cubicBezTo>
                  <a:cubicBezTo>
                    <a:pt x="25917" y="45264"/>
                    <a:pt x="26015" y="45278"/>
                    <a:pt x="26113" y="45264"/>
                  </a:cubicBezTo>
                  <a:cubicBezTo>
                    <a:pt x="26322" y="45208"/>
                    <a:pt x="26475" y="45264"/>
                    <a:pt x="26615" y="45431"/>
                  </a:cubicBezTo>
                  <a:cubicBezTo>
                    <a:pt x="26657" y="45487"/>
                    <a:pt x="26727" y="45529"/>
                    <a:pt x="26796" y="45557"/>
                  </a:cubicBezTo>
                  <a:cubicBezTo>
                    <a:pt x="26824" y="45571"/>
                    <a:pt x="26880" y="45612"/>
                    <a:pt x="26936" y="45598"/>
                  </a:cubicBezTo>
                  <a:cubicBezTo>
                    <a:pt x="27159" y="45557"/>
                    <a:pt x="27424" y="45557"/>
                    <a:pt x="27577" y="45333"/>
                  </a:cubicBezTo>
                  <a:cubicBezTo>
                    <a:pt x="27703" y="45152"/>
                    <a:pt x="27856" y="45180"/>
                    <a:pt x="28038" y="45208"/>
                  </a:cubicBezTo>
                  <a:cubicBezTo>
                    <a:pt x="28205" y="45250"/>
                    <a:pt x="28345" y="45333"/>
                    <a:pt x="28470" y="45459"/>
                  </a:cubicBezTo>
                  <a:cubicBezTo>
                    <a:pt x="28665" y="45640"/>
                    <a:pt x="28889" y="45668"/>
                    <a:pt x="29126" y="45612"/>
                  </a:cubicBezTo>
                  <a:cubicBezTo>
                    <a:pt x="29391" y="45557"/>
                    <a:pt x="29614" y="45431"/>
                    <a:pt x="29795" y="45222"/>
                  </a:cubicBezTo>
                  <a:cubicBezTo>
                    <a:pt x="29851" y="45152"/>
                    <a:pt x="29949" y="45124"/>
                    <a:pt x="30060" y="45152"/>
                  </a:cubicBezTo>
                  <a:cubicBezTo>
                    <a:pt x="30228" y="45222"/>
                    <a:pt x="30423" y="45208"/>
                    <a:pt x="30618" y="45222"/>
                  </a:cubicBezTo>
                  <a:lnTo>
                    <a:pt x="30618" y="45208"/>
                  </a:lnTo>
                  <a:lnTo>
                    <a:pt x="30632" y="45194"/>
                  </a:lnTo>
                  <a:lnTo>
                    <a:pt x="30632" y="45222"/>
                  </a:lnTo>
                  <a:lnTo>
                    <a:pt x="30618" y="45222"/>
                  </a:lnTo>
                  <a:cubicBezTo>
                    <a:pt x="30521" y="45473"/>
                    <a:pt x="30548" y="45738"/>
                    <a:pt x="30590" y="45989"/>
                  </a:cubicBezTo>
                  <a:cubicBezTo>
                    <a:pt x="30646" y="46240"/>
                    <a:pt x="30632" y="46463"/>
                    <a:pt x="30562" y="46714"/>
                  </a:cubicBezTo>
                  <a:cubicBezTo>
                    <a:pt x="30507" y="46896"/>
                    <a:pt x="30451" y="47077"/>
                    <a:pt x="30381" y="47244"/>
                  </a:cubicBezTo>
                  <a:cubicBezTo>
                    <a:pt x="30297" y="47495"/>
                    <a:pt x="30172" y="47719"/>
                    <a:pt x="30130" y="47998"/>
                  </a:cubicBezTo>
                  <a:cubicBezTo>
                    <a:pt x="30088" y="48249"/>
                    <a:pt x="29949" y="48458"/>
                    <a:pt x="29795" y="48625"/>
                  </a:cubicBezTo>
                  <a:cubicBezTo>
                    <a:pt x="29725" y="48695"/>
                    <a:pt x="29656" y="48765"/>
                    <a:pt x="29544" y="48765"/>
                  </a:cubicBezTo>
                  <a:cubicBezTo>
                    <a:pt x="29195" y="48765"/>
                    <a:pt x="28833" y="48835"/>
                    <a:pt x="28484" y="48681"/>
                  </a:cubicBezTo>
                  <a:cubicBezTo>
                    <a:pt x="28359" y="48625"/>
                    <a:pt x="28205" y="48625"/>
                    <a:pt x="28066" y="48611"/>
                  </a:cubicBezTo>
                  <a:cubicBezTo>
                    <a:pt x="27759" y="48597"/>
                    <a:pt x="27452" y="48681"/>
                    <a:pt x="27173" y="48835"/>
                  </a:cubicBezTo>
                  <a:cubicBezTo>
                    <a:pt x="27033" y="48918"/>
                    <a:pt x="26922" y="48918"/>
                    <a:pt x="26754" y="48890"/>
                  </a:cubicBezTo>
                  <a:cubicBezTo>
                    <a:pt x="26238" y="48779"/>
                    <a:pt x="25736" y="48625"/>
                    <a:pt x="25206" y="48570"/>
                  </a:cubicBezTo>
                  <a:cubicBezTo>
                    <a:pt x="25011" y="48556"/>
                    <a:pt x="24802" y="48528"/>
                    <a:pt x="24648" y="48430"/>
                  </a:cubicBezTo>
                  <a:cubicBezTo>
                    <a:pt x="24411" y="48277"/>
                    <a:pt x="24160" y="48249"/>
                    <a:pt x="23895" y="48207"/>
                  </a:cubicBezTo>
                  <a:cubicBezTo>
                    <a:pt x="23672" y="48179"/>
                    <a:pt x="23476" y="48109"/>
                    <a:pt x="23323" y="47928"/>
                  </a:cubicBezTo>
                  <a:cubicBezTo>
                    <a:pt x="23253" y="47858"/>
                    <a:pt x="23170" y="47802"/>
                    <a:pt x="23086" y="47788"/>
                  </a:cubicBezTo>
                  <a:cubicBezTo>
                    <a:pt x="22681" y="47705"/>
                    <a:pt x="22277" y="47705"/>
                    <a:pt x="21872" y="47900"/>
                  </a:cubicBezTo>
                  <a:cubicBezTo>
                    <a:pt x="21635" y="48012"/>
                    <a:pt x="21412" y="48388"/>
                    <a:pt x="21510" y="48681"/>
                  </a:cubicBezTo>
                  <a:cubicBezTo>
                    <a:pt x="21552" y="48765"/>
                    <a:pt x="21579" y="48848"/>
                    <a:pt x="21593" y="48960"/>
                  </a:cubicBezTo>
                  <a:cubicBezTo>
                    <a:pt x="21621" y="49058"/>
                    <a:pt x="21579" y="49155"/>
                    <a:pt x="21524" y="49225"/>
                  </a:cubicBezTo>
                  <a:cubicBezTo>
                    <a:pt x="21482" y="49267"/>
                    <a:pt x="21440" y="49323"/>
                    <a:pt x="21384" y="49379"/>
                  </a:cubicBezTo>
                  <a:cubicBezTo>
                    <a:pt x="21273" y="49504"/>
                    <a:pt x="21063" y="49532"/>
                    <a:pt x="20924" y="49448"/>
                  </a:cubicBezTo>
                  <a:cubicBezTo>
                    <a:pt x="20826" y="49392"/>
                    <a:pt x="20757" y="49337"/>
                    <a:pt x="20673" y="49295"/>
                  </a:cubicBezTo>
                  <a:cubicBezTo>
                    <a:pt x="20547" y="49197"/>
                    <a:pt x="20450" y="49114"/>
                    <a:pt x="20310" y="49044"/>
                  </a:cubicBezTo>
                  <a:cubicBezTo>
                    <a:pt x="20017" y="48890"/>
                    <a:pt x="19696" y="48765"/>
                    <a:pt x="19348" y="48765"/>
                  </a:cubicBezTo>
                  <a:cubicBezTo>
                    <a:pt x="19194" y="48765"/>
                    <a:pt x="19069" y="48681"/>
                    <a:pt x="19013" y="48542"/>
                  </a:cubicBezTo>
                  <a:lnTo>
                    <a:pt x="18915" y="48277"/>
                  </a:lnTo>
                  <a:cubicBezTo>
                    <a:pt x="18859" y="48137"/>
                    <a:pt x="18762" y="48039"/>
                    <a:pt x="18622" y="47984"/>
                  </a:cubicBezTo>
                  <a:cubicBezTo>
                    <a:pt x="18218" y="47830"/>
                    <a:pt x="17799" y="47705"/>
                    <a:pt x="17367" y="47760"/>
                  </a:cubicBezTo>
                  <a:cubicBezTo>
                    <a:pt x="17102" y="47788"/>
                    <a:pt x="16893" y="47663"/>
                    <a:pt x="16684" y="47579"/>
                  </a:cubicBezTo>
                  <a:cubicBezTo>
                    <a:pt x="16670" y="47565"/>
                    <a:pt x="16628" y="47565"/>
                    <a:pt x="16614" y="47551"/>
                  </a:cubicBezTo>
                  <a:cubicBezTo>
                    <a:pt x="16460" y="47356"/>
                    <a:pt x="16223" y="47272"/>
                    <a:pt x="16000" y="47203"/>
                  </a:cubicBezTo>
                  <a:cubicBezTo>
                    <a:pt x="15902" y="47161"/>
                    <a:pt x="15861" y="46951"/>
                    <a:pt x="15930" y="46882"/>
                  </a:cubicBezTo>
                  <a:cubicBezTo>
                    <a:pt x="16042" y="46784"/>
                    <a:pt x="16140" y="46686"/>
                    <a:pt x="16223" y="46575"/>
                  </a:cubicBezTo>
                  <a:cubicBezTo>
                    <a:pt x="16363" y="46407"/>
                    <a:pt x="16391" y="46226"/>
                    <a:pt x="16293" y="46031"/>
                  </a:cubicBezTo>
                  <a:cubicBezTo>
                    <a:pt x="16251" y="45919"/>
                    <a:pt x="16153" y="45836"/>
                    <a:pt x="16112" y="45738"/>
                  </a:cubicBezTo>
                  <a:cubicBezTo>
                    <a:pt x="16084" y="45696"/>
                    <a:pt x="16070" y="45626"/>
                    <a:pt x="16084" y="45598"/>
                  </a:cubicBezTo>
                  <a:cubicBezTo>
                    <a:pt x="16140" y="45459"/>
                    <a:pt x="16195" y="45333"/>
                    <a:pt x="16265" y="45194"/>
                  </a:cubicBezTo>
                  <a:cubicBezTo>
                    <a:pt x="16293" y="45124"/>
                    <a:pt x="16223" y="45041"/>
                    <a:pt x="16140" y="45068"/>
                  </a:cubicBezTo>
                  <a:cubicBezTo>
                    <a:pt x="16014" y="45110"/>
                    <a:pt x="15916" y="45110"/>
                    <a:pt x="15833" y="44999"/>
                  </a:cubicBezTo>
                  <a:cubicBezTo>
                    <a:pt x="15693" y="44831"/>
                    <a:pt x="15498" y="44831"/>
                    <a:pt x="15303" y="44873"/>
                  </a:cubicBezTo>
                  <a:cubicBezTo>
                    <a:pt x="15107" y="44929"/>
                    <a:pt x="14940" y="44999"/>
                    <a:pt x="14759" y="45054"/>
                  </a:cubicBezTo>
                  <a:cubicBezTo>
                    <a:pt x="14661" y="45082"/>
                    <a:pt x="14521" y="45068"/>
                    <a:pt x="14410" y="45082"/>
                  </a:cubicBezTo>
                  <a:cubicBezTo>
                    <a:pt x="14243" y="44943"/>
                    <a:pt x="14033" y="45138"/>
                    <a:pt x="13852" y="45054"/>
                  </a:cubicBezTo>
                  <a:cubicBezTo>
                    <a:pt x="13643" y="44943"/>
                    <a:pt x="13489" y="45110"/>
                    <a:pt x="13294" y="45138"/>
                  </a:cubicBezTo>
                  <a:cubicBezTo>
                    <a:pt x="13155" y="45152"/>
                    <a:pt x="13015" y="45180"/>
                    <a:pt x="12862" y="45138"/>
                  </a:cubicBezTo>
                  <a:cubicBezTo>
                    <a:pt x="12499" y="45082"/>
                    <a:pt x="12150" y="45110"/>
                    <a:pt x="11802" y="45208"/>
                  </a:cubicBezTo>
                  <a:cubicBezTo>
                    <a:pt x="11606" y="45278"/>
                    <a:pt x="11411" y="45264"/>
                    <a:pt x="11230" y="45278"/>
                  </a:cubicBezTo>
                  <a:cubicBezTo>
                    <a:pt x="11048" y="45292"/>
                    <a:pt x="10895" y="45333"/>
                    <a:pt x="10741" y="45403"/>
                  </a:cubicBezTo>
                  <a:cubicBezTo>
                    <a:pt x="10490" y="45543"/>
                    <a:pt x="10225" y="45668"/>
                    <a:pt x="9974" y="45780"/>
                  </a:cubicBezTo>
                  <a:cubicBezTo>
                    <a:pt x="9779" y="45877"/>
                    <a:pt x="9584" y="45947"/>
                    <a:pt x="9416" y="46101"/>
                  </a:cubicBezTo>
                  <a:cubicBezTo>
                    <a:pt x="9221" y="46268"/>
                    <a:pt x="8970" y="46310"/>
                    <a:pt x="8733" y="46198"/>
                  </a:cubicBezTo>
                  <a:cubicBezTo>
                    <a:pt x="8538" y="46128"/>
                    <a:pt x="8370" y="46101"/>
                    <a:pt x="8175" y="46128"/>
                  </a:cubicBezTo>
                  <a:cubicBezTo>
                    <a:pt x="7980" y="46170"/>
                    <a:pt x="7784" y="46156"/>
                    <a:pt x="7603" y="46156"/>
                  </a:cubicBezTo>
                  <a:cubicBezTo>
                    <a:pt x="7505" y="46156"/>
                    <a:pt x="7422" y="46087"/>
                    <a:pt x="7352" y="46031"/>
                  </a:cubicBezTo>
                  <a:cubicBezTo>
                    <a:pt x="7324" y="46017"/>
                    <a:pt x="7282" y="45961"/>
                    <a:pt x="7254" y="45919"/>
                  </a:cubicBezTo>
                  <a:cubicBezTo>
                    <a:pt x="7059" y="45738"/>
                    <a:pt x="6864" y="45780"/>
                    <a:pt x="6780" y="46045"/>
                  </a:cubicBezTo>
                  <a:cubicBezTo>
                    <a:pt x="6724" y="46184"/>
                    <a:pt x="6668" y="46310"/>
                    <a:pt x="6641" y="46449"/>
                  </a:cubicBezTo>
                  <a:cubicBezTo>
                    <a:pt x="6571" y="46784"/>
                    <a:pt x="6362" y="46993"/>
                    <a:pt x="6069" y="47147"/>
                  </a:cubicBezTo>
                  <a:cubicBezTo>
                    <a:pt x="5818" y="47286"/>
                    <a:pt x="5553" y="47440"/>
                    <a:pt x="5329" y="47593"/>
                  </a:cubicBezTo>
                  <a:cubicBezTo>
                    <a:pt x="5106" y="47733"/>
                    <a:pt x="4897" y="47900"/>
                    <a:pt x="4897" y="48207"/>
                  </a:cubicBezTo>
                  <a:cubicBezTo>
                    <a:pt x="4897" y="48332"/>
                    <a:pt x="4813" y="48416"/>
                    <a:pt x="4744" y="48528"/>
                  </a:cubicBezTo>
                  <a:cubicBezTo>
                    <a:pt x="4618" y="48681"/>
                    <a:pt x="4562" y="48848"/>
                    <a:pt x="4576" y="49058"/>
                  </a:cubicBezTo>
                  <a:cubicBezTo>
                    <a:pt x="4604" y="49197"/>
                    <a:pt x="4604" y="49337"/>
                    <a:pt x="4604" y="49504"/>
                  </a:cubicBezTo>
                  <a:cubicBezTo>
                    <a:pt x="4604" y="49616"/>
                    <a:pt x="4562" y="49741"/>
                    <a:pt x="4492" y="49825"/>
                  </a:cubicBezTo>
                  <a:cubicBezTo>
                    <a:pt x="4395" y="49964"/>
                    <a:pt x="4297" y="50104"/>
                    <a:pt x="4200" y="50243"/>
                  </a:cubicBezTo>
                  <a:cubicBezTo>
                    <a:pt x="4144" y="50313"/>
                    <a:pt x="4074" y="50383"/>
                    <a:pt x="3990" y="50439"/>
                  </a:cubicBezTo>
                  <a:cubicBezTo>
                    <a:pt x="3865" y="50522"/>
                    <a:pt x="3739" y="50578"/>
                    <a:pt x="3628" y="50662"/>
                  </a:cubicBezTo>
                  <a:cubicBezTo>
                    <a:pt x="3460" y="50787"/>
                    <a:pt x="3293" y="50871"/>
                    <a:pt x="3098" y="50899"/>
                  </a:cubicBezTo>
                  <a:cubicBezTo>
                    <a:pt x="2930" y="50913"/>
                    <a:pt x="2805" y="51038"/>
                    <a:pt x="2693" y="51178"/>
                  </a:cubicBezTo>
                  <a:cubicBezTo>
                    <a:pt x="2651" y="51262"/>
                    <a:pt x="2581" y="51331"/>
                    <a:pt x="2540" y="51415"/>
                  </a:cubicBezTo>
                  <a:cubicBezTo>
                    <a:pt x="2456" y="51610"/>
                    <a:pt x="2330" y="51736"/>
                    <a:pt x="2163" y="51833"/>
                  </a:cubicBezTo>
                  <a:cubicBezTo>
                    <a:pt x="1968" y="51945"/>
                    <a:pt x="1856" y="52126"/>
                    <a:pt x="1759" y="52322"/>
                  </a:cubicBezTo>
                  <a:cubicBezTo>
                    <a:pt x="1577" y="52656"/>
                    <a:pt x="1424" y="53019"/>
                    <a:pt x="1131" y="53284"/>
                  </a:cubicBezTo>
                  <a:cubicBezTo>
                    <a:pt x="1061" y="53354"/>
                    <a:pt x="1005" y="53438"/>
                    <a:pt x="977" y="53521"/>
                  </a:cubicBezTo>
                  <a:cubicBezTo>
                    <a:pt x="796" y="53898"/>
                    <a:pt x="629" y="54261"/>
                    <a:pt x="378" y="54595"/>
                  </a:cubicBezTo>
                  <a:cubicBezTo>
                    <a:pt x="280" y="54735"/>
                    <a:pt x="252" y="54902"/>
                    <a:pt x="238" y="55056"/>
                  </a:cubicBezTo>
                  <a:cubicBezTo>
                    <a:pt x="224" y="55265"/>
                    <a:pt x="252" y="55446"/>
                    <a:pt x="447" y="55544"/>
                  </a:cubicBezTo>
                  <a:cubicBezTo>
                    <a:pt x="601" y="55655"/>
                    <a:pt x="657" y="55809"/>
                    <a:pt x="601" y="55990"/>
                  </a:cubicBezTo>
                  <a:cubicBezTo>
                    <a:pt x="559" y="56158"/>
                    <a:pt x="559" y="56297"/>
                    <a:pt x="601" y="56478"/>
                  </a:cubicBezTo>
                  <a:cubicBezTo>
                    <a:pt x="726" y="56897"/>
                    <a:pt x="768" y="57329"/>
                    <a:pt x="559" y="57734"/>
                  </a:cubicBezTo>
                  <a:cubicBezTo>
                    <a:pt x="531" y="57762"/>
                    <a:pt x="517" y="57817"/>
                    <a:pt x="517" y="57873"/>
                  </a:cubicBezTo>
                  <a:cubicBezTo>
                    <a:pt x="447" y="58306"/>
                    <a:pt x="322" y="58710"/>
                    <a:pt x="15" y="59031"/>
                  </a:cubicBezTo>
                  <a:cubicBezTo>
                    <a:pt x="1" y="59059"/>
                    <a:pt x="1" y="59143"/>
                    <a:pt x="15" y="59170"/>
                  </a:cubicBezTo>
                  <a:cubicBezTo>
                    <a:pt x="85" y="59296"/>
                    <a:pt x="168" y="59422"/>
                    <a:pt x="252" y="59547"/>
                  </a:cubicBezTo>
                  <a:cubicBezTo>
                    <a:pt x="350" y="59659"/>
                    <a:pt x="392" y="59798"/>
                    <a:pt x="322" y="59938"/>
                  </a:cubicBezTo>
                  <a:cubicBezTo>
                    <a:pt x="224" y="60175"/>
                    <a:pt x="308" y="60356"/>
                    <a:pt x="392" y="60565"/>
                  </a:cubicBezTo>
                  <a:cubicBezTo>
                    <a:pt x="461" y="60733"/>
                    <a:pt x="601" y="60830"/>
                    <a:pt x="740" y="60914"/>
                  </a:cubicBezTo>
                  <a:cubicBezTo>
                    <a:pt x="866" y="60984"/>
                    <a:pt x="1005" y="61026"/>
                    <a:pt x="1145" y="61054"/>
                  </a:cubicBezTo>
                  <a:lnTo>
                    <a:pt x="1145" y="61040"/>
                  </a:lnTo>
                  <a:lnTo>
                    <a:pt x="1159" y="61012"/>
                  </a:lnTo>
                  <a:lnTo>
                    <a:pt x="1145" y="61054"/>
                  </a:lnTo>
                  <a:lnTo>
                    <a:pt x="1145" y="61054"/>
                  </a:lnTo>
                  <a:cubicBezTo>
                    <a:pt x="1145" y="61221"/>
                    <a:pt x="1201" y="61332"/>
                    <a:pt x="1340" y="61402"/>
                  </a:cubicBezTo>
                  <a:cubicBezTo>
                    <a:pt x="1466" y="61472"/>
                    <a:pt x="1563" y="61584"/>
                    <a:pt x="1605" y="61737"/>
                  </a:cubicBezTo>
                  <a:cubicBezTo>
                    <a:pt x="1619" y="61849"/>
                    <a:pt x="1703" y="61918"/>
                    <a:pt x="1786" y="61946"/>
                  </a:cubicBezTo>
                  <a:cubicBezTo>
                    <a:pt x="1996" y="62030"/>
                    <a:pt x="2163" y="62197"/>
                    <a:pt x="2302" y="62351"/>
                  </a:cubicBezTo>
                  <a:cubicBezTo>
                    <a:pt x="2372" y="62420"/>
                    <a:pt x="2442" y="62504"/>
                    <a:pt x="2442" y="62588"/>
                  </a:cubicBezTo>
                  <a:cubicBezTo>
                    <a:pt x="2456" y="62895"/>
                    <a:pt x="2595" y="63146"/>
                    <a:pt x="2735" y="63397"/>
                  </a:cubicBezTo>
                  <a:cubicBezTo>
                    <a:pt x="2874" y="63662"/>
                    <a:pt x="3084" y="63843"/>
                    <a:pt x="3363" y="63969"/>
                  </a:cubicBezTo>
                  <a:cubicBezTo>
                    <a:pt x="3572" y="64039"/>
                    <a:pt x="3725" y="64164"/>
                    <a:pt x="3907" y="64304"/>
                  </a:cubicBezTo>
                  <a:cubicBezTo>
                    <a:pt x="4297" y="64610"/>
                    <a:pt x="4674" y="64945"/>
                    <a:pt x="5106" y="65210"/>
                  </a:cubicBezTo>
                  <a:cubicBezTo>
                    <a:pt x="5315" y="65336"/>
                    <a:pt x="5539" y="65419"/>
                    <a:pt x="5762" y="65489"/>
                  </a:cubicBezTo>
                  <a:cubicBezTo>
                    <a:pt x="5831" y="65503"/>
                    <a:pt x="5901" y="65503"/>
                    <a:pt x="5971" y="65475"/>
                  </a:cubicBezTo>
                  <a:cubicBezTo>
                    <a:pt x="6138" y="65419"/>
                    <a:pt x="6292" y="65336"/>
                    <a:pt x="6431" y="65266"/>
                  </a:cubicBezTo>
                  <a:cubicBezTo>
                    <a:pt x="6696" y="65140"/>
                    <a:pt x="6975" y="65071"/>
                    <a:pt x="7268" y="65071"/>
                  </a:cubicBezTo>
                  <a:cubicBezTo>
                    <a:pt x="7463" y="65071"/>
                    <a:pt x="7645" y="65057"/>
                    <a:pt x="7840" y="65015"/>
                  </a:cubicBezTo>
                  <a:cubicBezTo>
                    <a:pt x="8133" y="64959"/>
                    <a:pt x="8398" y="65001"/>
                    <a:pt x="8677" y="65127"/>
                  </a:cubicBezTo>
                  <a:cubicBezTo>
                    <a:pt x="8747" y="65154"/>
                    <a:pt x="8816" y="65168"/>
                    <a:pt x="8886" y="65196"/>
                  </a:cubicBezTo>
                  <a:cubicBezTo>
                    <a:pt x="9026" y="65224"/>
                    <a:pt x="9165" y="65224"/>
                    <a:pt x="9305" y="65168"/>
                  </a:cubicBezTo>
                  <a:lnTo>
                    <a:pt x="9779" y="65015"/>
                  </a:lnTo>
                  <a:cubicBezTo>
                    <a:pt x="9918" y="64959"/>
                    <a:pt x="10058" y="64917"/>
                    <a:pt x="10156" y="64848"/>
                  </a:cubicBezTo>
                  <a:cubicBezTo>
                    <a:pt x="10337" y="64722"/>
                    <a:pt x="10546" y="64638"/>
                    <a:pt x="10755" y="64583"/>
                  </a:cubicBezTo>
                  <a:cubicBezTo>
                    <a:pt x="10965" y="64513"/>
                    <a:pt x="11160" y="64401"/>
                    <a:pt x="11369" y="64387"/>
                  </a:cubicBezTo>
                  <a:cubicBezTo>
                    <a:pt x="11676" y="64359"/>
                    <a:pt x="11955" y="64220"/>
                    <a:pt x="12290" y="64262"/>
                  </a:cubicBezTo>
                  <a:cubicBezTo>
                    <a:pt x="12359" y="64290"/>
                    <a:pt x="12429" y="64290"/>
                    <a:pt x="12499" y="64304"/>
                  </a:cubicBezTo>
                  <a:cubicBezTo>
                    <a:pt x="12778" y="64401"/>
                    <a:pt x="13001" y="64583"/>
                    <a:pt x="13113" y="64875"/>
                  </a:cubicBezTo>
                  <a:cubicBezTo>
                    <a:pt x="13155" y="65015"/>
                    <a:pt x="13210" y="65154"/>
                    <a:pt x="13266" y="65280"/>
                  </a:cubicBezTo>
                  <a:cubicBezTo>
                    <a:pt x="13392" y="65517"/>
                    <a:pt x="13601" y="65629"/>
                    <a:pt x="13852" y="65629"/>
                  </a:cubicBezTo>
                  <a:cubicBezTo>
                    <a:pt x="13922" y="65629"/>
                    <a:pt x="13991" y="65629"/>
                    <a:pt x="14061" y="65615"/>
                  </a:cubicBezTo>
                  <a:cubicBezTo>
                    <a:pt x="14382" y="65559"/>
                    <a:pt x="14675" y="65503"/>
                    <a:pt x="14996" y="65433"/>
                  </a:cubicBezTo>
                  <a:cubicBezTo>
                    <a:pt x="15163" y="65405"/>
                    <a:pt x="15317" y="65378"/>
                    <a:pt x="15428" y="65573"/>
                  </a:cubicBezTo>
                  <a:cubicBezTo>
                    <a:pt x="15484" y="65657"/>
                    <a:pt x="15554" y="65712"/>
                    <a:pt x="15637" y="65768"/>
                  </a:cubicBezTo>
                  <a:cubicBezTo>
                    <a:pt x="15902" y="65922"/>
                    <a:pt x="15916" y="66201"/>
                    <a:pt x="15930" y="66452"/>
                  </a:cubicBezTo>
                  <a:cubicBezTo>
                    <a:pt x="15930" y="66605"/>
                    <a:pt x="15874" y="66772"/>
                    <a:pt x="15833" y="66940"/>
                  </a:cubicBezTo>
                  <a:cubicBezTo>
                    <a:pt x="15791" y="67079"/>
                    <a:pt x="15665" y="67191"/>
                    <a:pt x="15651" y="67316"/>
                  </a:cubicBezTo>
                  <a:cubicBezTo>
                    <a:pt x="15623" y="67470"/>
                    <a:pt x="15665" y="67651"/>
                    <a:pt x="15637" y="67805"/>
                  </a:cubicBezTo>
                  <a:cubicBezTo>
                    <a:pt x="15568" y="68056"/>
                    <a:pt x="15554" y="68335"/>
                    <a:pt x="15344" y="68544"/>
                  </a:cubicBezTo>
                  <a:cubicBezTo>
                    <a:pt x="15303" y="68572"/>
                    <a:pt x="15303" y="68628"/>
                    <a:pt x="15303" y="68683"/>
                  </a:cubicBezTo>
                  <a:cubicBezTo>
                    <a:pt x="15303" y="68697"/>
                    <a:pt x="15303" y="68725"/>
                    <a:pt x="15317" y="68753"/>
                  </a:cubicBezTo>
                  <a:cubicBezTo>
                    <a:pt x="15637" y="69534"/>
                    <a:pt x="15735" y="69688"/>
                    <a:pt x="16363" y="70260"/>
                  </a:cubicBezTo>
                  <a:cubicBezTo>
                    <a:pt x="16474" y="70371"/>
                    <a:pt x="16572" y="70455"/>
                    <a:pt x="16684" y="70566"/>
                  </a:cubicBezTo>
                  <a:cubicBezTo>
                    <a:pt x="16879" y="70720"/>
                    <a:pt x="16990" y="70929"/>
                    <a:pt x="17102" y="71138"/>
                  </a:cubicBezTo>
                  <a:cubicBezTo>
                    <a:pt x="17158" y="71236"/>
                    <a:pt x="17186" y="71362"/>
                    <a:pt x="17228" y="71473"/>
                  </a:cubicBezTo>
                  <a:cubicBezTo>
                    <a:pt x="17297" y="71752"/>
                    <a:pt x="17409" y="72003"/>
                    <a:pt x="17576" y="72254"/>
                  </a:cubicBezTo>
                  <a:cubicBezTo>
                    <a:pt x="17744" y="72533"/>
                    <a:pt x="17758" y="72882"/>
                    <a:pt x="17827" y="73217"/>
                  </a:cubicBezTo>
                  <a:cubicBezTo>
                    <a:pt x="17855" y="73259"/>
                    <a:pt x="17799" y="73356"/>
                    <a:pt x="17785" y="73426"/>
                  </a:cubicBezTo>
                  <a:cubicBezTo>
                    <a:pt x="17758" y="73510"/>
                    <a:pt x="17744" y="73607"/>
                    <a:pt x="17758" y="73705"/>
                  </a:cubicBezTo>
                  <a:cubicBezTo>
                    <a:pt x="17799" y="73914"/>
                    <a:pt x="17855" y="74123"/>
                    <a:pt x="17967" y="74305"/>
                  </a:cubicBezTo>
                  <a:cubicBezTo>
                    <a:pt x="18023" y="74402"/>
                    <a:pt x="18078" y="74486"/>
                    <a:pt x="18092" y="74570"/>
                  </a:cubicBezTo>
                  <a:cubicBezTo>
                    <a:pt x="18176" y="74960"/>
                    <a:pt x="18176" y="75337"/>
                    <a:pt x="17855" y="75630"/>
                  </a:cubicBezTo>
                  <a:cubicBezTo>
                    <a:pt x="17688" y="75755"/>
                    <a:pt x="17604" y="75937"/>
                    <a:pt x="17465" y="76076"/>
                  </a:cubicBezTo>
                  <a:cubicBezTo>
                    <a:pt x="17325" y="76216"/>
                    <a:pt x="17241" y="76383"/>
                    <a:pt x="17228" y="76578"/>
                  </a:cubicBezTo>
                  <a:cubicBezTo>
                    <a:pt x="17186" y="76885"/>
                    <a:pt x="17102" y="77192"/>
                    <a:pt x="16962" y="77471"/>
                  </a:cubicBezTo>
                  <a:cubicBezTo>
                    <a:pt x="16879" y="77624"/>
                    <a:pt x="16851" y="77778"/>
                    <a:pt x="16851" y="77959"/>
                  </a:cubicBezTo>
                  <a:lnTo>
                    <a:pt x="16851" y="78824"/>
                  </a:lnTo>
                  <a:cubicBezTo>
                    <a:pt x="16851" y="78977"/>
                    <a:pt x="16893" y="79117"/>
                    <a:pt x="16990" y="79229"/>
                  </a:cubicBezTo>
                  <a:cubicBezTo>
                    <a:pt x="17269" y="79508"/>
                    <a:pt x="17465" y="79842"/>
                    <a:pt x="17590" y="80205"/>
                  </a:cubicBezTo>
                  <a:cubicBezTo>
                    <a:pt x="17730" y="80582"/>
                    <a:pt x="17897" y="80958"/>
                    <a:pt x="18092" y="81321"/>
                  </a:cubicBezTo>
                  <a:cubicBezTo>
                    <a:pt x="18232" y="81586"/>
                    <a:pt x="18343" y="81823"/>
                    <a:pt x="18316" y="82144"/>
                  </a:cubicBezTo>
                  <a:cubicBezTo>
                    <a:pt x="18316" y="82451"/>
                    <a:pt x="18371" y="82772"/>
                    <a:pt x="18483" y="83064"/>
                  </a:cubicBezTo>
                  <a:cubicBezTo>
                    <a:pt x="18511" y="83190"/>
                    <a:pt x="18553" y="83288"/>
                    <a:pt x="18553" y="83413"/>
                  </a:cubicBezTo>
                  <a:cubicBezTo>
                    <a:pt x="18553" y="83762"/>
                    <a:pt x="18650" y="84069"/>
                    <a:pt x="18706" y="84403"/>
                  </a:cubicBezTo>
                  <a:cubicBezTo>
                    <a:pt x="18776" y="84766"/>
                    <a:pt x="18943" y="85087"/>
                    <a:pt x="19180" y="85366"/>
                  </a:cubicBezTo>
                  <a:cubicBezTo>
                    <a:pt x="19292" y="85519"/>
                    <a:pt x="19403" y="85673"/>
                    <a:pt x="19529" y="85812"/>
                  </a:cubicBezTo>
                  <a:cubicBezTo>
                    <a:pt x="19641" y="85980"/>
                    <a:pt x="19710" y="86147"/>
                    <a:pt x="19766" y="86342"/>
                  </a:cubicBezTo>
                  <a:cubicBezTo>
                    <a:pt x="19850" y="86705"/>
                    <a:pt x="19961" y="87096"/>
                    <a:pt x="20157" y="87416"/>
                  </a:cubicBezTo>
                  <a:cubicBezTo>
                    <a:pt x="20199" y="87514"/>
                    <a:pt x="20240" y="87598"/>
                    <a:pt x="20268" y="87681"/>
                  </a:cubicBezTo>
                  <a:cubicBezTo>
                    <a:pt x="20338" y="87891"/>
                    <a:pt x="20380" y="88100"/>
                    <a:pt x="20199" y="88295"/>
                  </a:cubicBezTo>
                  <a:cubicBezTo>
                    <a:pt x="20129" y="88365"/>
                    <a:pt x="20129" y="88490"/>
                    <a:pt x="20185" y="88560"/>
                  </a:cubicBezTo>
                  <a:cubicBezTo>
                    <a:pt x="20324" y="88742"/>
                    <a:pt x="20324" y="88951"/>
                    <a:pt x="20366" y="89160"/>
                  </a:cubicBezTo>
                  <a:cubicBezTo>
                    <a:pt x="20366" y="89216"/>
                    <a:pt x="20394" y="89272"/>
                    <a:pt x="20436" y="89286"/>
                  </a:cubicBezTo>
                  <a:cubicBezTo>
                    <a:pt x="20673" y="89425"/>
                    <a:pt x="20938" y="89564"/>
                    <a:pt x="21175" y="89690"/>
                  </a:cubicBezTo>
                  <a:cubicBezTo>
                    <a:pt x="21231" y="89718"/>
                    <a:pt x="21342" y="89704"/>
                    <a:pt x="21384" y="89690"/>
                  </a:cubicBezTo>
                  <a:cubicBezTo>
                    <a:pt x="21635" y="89564"/>
                    <a:pt x="21858" y="89467"/>
                    <a:pt x="22137" y="89481"/>
                  </a:cubicBezTo>
                  <a:cubicBezTo>
                    <a:pt x="22249" y="89495"/>
                    <a:pt x="22388" y="89439"/>
                    <a:pt x="22486" y="89397"/>
                  </a:cubicBezTo>
                  <a:cubicBezTo>
                    <a:pt x="22695" y="89299"/>
                    <a:pt x="22891" y="89272"/>
                    <a:pt x="23114" y="89272"/>
                  </a:cubicBezTo>
                  <a:cubicBezTo>
                    <a:pt x="23365" y="89272"/>
                    <a:pt x="23588" y="89202"/>
                    <a:pt x="23811" y="89299"/>
                  </a:cubicBezTo>
                  <a:cubicBezTo>
                    <a:pt x="23881" y="89341"/>
                    <a:pt x="23965" y="89355"/>
                    <a:pt x="24020" y="89327"/>
                  </a:cubicBezTo>
                  <a:cubicBezTo>
                    <a:pt x="24230" y="89202"/>
                    <a:pt x="24509" y="89341"/>
                    <a:pt x="24690" y="89118"/>
                  </a:cubicBezTo>
                  <a:cubicBezTo>
                    <a:pt x="24718" y="89062"/>
                    <a:pt x="24802" y="89048"/>
                    <a:pt x="24871" y="89048"/>
                  </a:cubicBezTo>
                  <a:cubicBezTo>
                    <a:pt x="25220" y="89048"/>
                    <a:pt x="25527" y="88881"/>
                    <a:pt x="25806" y="88700"/>
                  </a:cubicBezTo>
                  <a:cubicBezTo>
                    <a:pt x="26196" y="88435"/>
                    <a:pt x="26531" y="88086"/>
                    <a:pt x="26880" y="87751"/>
                  </a:cubicBezTo>
                  <a:cubicBezTo>
                    <a:pt x="27103" y="87542"/>
                    <a:pt x="27340" y="87319"/>
                    <a:pt x="27494" y="87054"/>
                  </a:cubicBezTo>
                  <a:cubicBezTo>
                    <a:pt x="27661" y="86789"/>
                    <a:pt x="27856" y="86552"/>
                    <a:pt x="28038" y="86287"/>
                  </a:cubicBezTo>
                  <a:cubicBezTo>
                    <a:pt x="28121" y="86147"/>
                    <a:pt x="28219" y="86008"/>
                    <a:pt x="28359" y="85924"/>
                  </a:cubicBezTo>
                  <a:cubicBezTo>
                    <a:pt x="28679" y="85729"/>
                    <a:pt x="28833" y="85436"/>
                    <a:pt x="28916" y="85115"/>
                  </a:cubicBezTo>
                  <a:cubicBezTo>
                    <a:pt x="28986" y="84892"/>
                    <a:pt x="29042" y="84669"/>
                    <a:pt x="29112" y="84417"/>
                  </a:cubicBezTo>
                  <a:cubicBezTo>
                    <a:pt x="29154" y="84306"/>
                    <a:pt x="29154" y="84194"/>
                    <a:pt x="29084" y="84069"/>
                  </a:cubicBezTo>
                  <a:cubicBezTo>
                    <a:pt x="28986" y="83915"/>
                    <a:pt x="29084" y="83790"/>
                    <a:pt x="29181" y="83692"/>
                  </a:cubicBezTo>
                  <a:cubicBezTo>
                    <a:pt x="29335" y="83553"/>
                    <a:pt x="29516" y="83427"/>
                    <a:pt x="29739" y="83371"/>
                  </a:cubicBezTo>
                  <a:cubicBezTo>
                    <a:pt x="29963" y="83329"/>
                    <a:pt x="30214" y="83260"/>
                    <a:pt x="30409" y="83120"/>
                  </a:cubicBezTo>
                  <a:cubicBezTo>
                    <a:pt x="30562" y="83009"/>
                    <a:pt x="30702" y="82855"/>
                    <a:pt x="30702" y="82660"/>
                  </a:cubicBezTo>
                  <a:cubicBezTo>
                    <a:pt x="30702" y="82423"/>
                    <a:pt x="30758" y="82186"/>
                    <a:pt x="30800" y="81949"/>
                  </a:cubicBezTo>
                  <a:cubicBezTo>
                    <a:pt x="30827" y="81823"/>
                    <a:pt x="30827" y="81725"/>
                    <a:pt x="30786" y="81600"/>
                  </a:cubicBezTo>
                  <a:cubicBezTo>
                    <a:pt x="30688" y="81237"/>
                    <a:pt x="30576" y="80861"/>
                    <a:pt x="30479" y="80484"/>
                  </a:cubicBezTo>
                  <a:cubicBezTo>
                    <a:pt x="30437" y="80358"/>
                    <a:pt x="30451" y="80219"/>
                    <a:pt x="30548" y="80149"/>
                  </a:cubicBezTo>
                  <a:cubicBezTo>
                    <a:pt x="31065" y="79731"/>
                    <a:pt x="31567" y="79298"/>
                    <a:pt x="32097" y="78866"/>
                  </a:cubicBezTo>
                  <a:cubicBezTo>
                    <a:pt x="32236" y="78740"/>
                    <a:pt x="32431" y="78657"/>
                    <a:pt x="32599" y="78587"/>
                  </a:cubicBezTo>
                  <a:cubicBezTo>
                    <a:pt x="32808" y="78489"/>
                    <a:pt x="32989" y="78392"/>
                    <a:pt x="33171" y="78280"/>
                  </a:cubicBezTo>
                  <a:cubicBezTo>
                    <a:pt x="33589" y="78057"/>
                    <a:pt x="33854" y="77708"/>
                    <a:pt x="34050" y="77276"/>
                  </a:cubicBezTo>
                  <a:cubicBezTo>
                    <a:pt x="34133" y="77067"/>
                    <a:pt x="34189" y="76871"/>
                    <a:pt x="34133" y="76648"/>
                  </a:cubicBezTo>
                  <a:cubicBezTo>
                    <a:pt x="34105" y="76439"/>
                    <a:pt x="34133" y="76216"/>
                    <a:pt x="34133" y="76006"/>
                  </a:cubicBezTo>
                  <a:cubicBezTo>
                    <a:pt x="34133" y="75825"/>
                    <a:pt x="34175" y="75658"/>
                    <a:pt x="34133" y="75490"/>
                  </a:cubicBezTo>
                  <a:cubicBezTo>
                    <a:pt x="34077" y="75197"/>
                    <a:pt x="34119" y="74918"/>
                    <a:pt x="34175" y="74639"/>
                  </a:cubicBezTo>
                  <a:cubicBezTo>
                    <a:pt x="34203" y="74500"/>
                    <a:pt x="34147" y="74347"/>
                    <a:pt x="34008" y="74277"/>
                  </a:cubicBezTo>
                  <a:cubicBezTo>
                    <a:pt x="33771" y="74137"/>
                    <a:pt x="33687" y="73886"/>
                    <a:pt x="33589" y="73635"/>
                  </a:cubicBezTo>
                  <a:cubicBezTo>
                    <a:pt x="33492" y="73300"/>
                    <a:pt x="33547" y="72966"/>
                    <a:pt x="33478" y="72631"/>
                  </a:cubicBezTo>
                  <a:cubicBezTo>
                    <a:pt x="33450" y="72561"/>
                    <a:pt x="33492" y="72491"/>
                    <a:pt x="33519" y="72422"/>
                  </a:cubicBezTo>
                  <a:cubicBezTo>
                    <a:pt x="33589" y="72282"/>
                    <a:pt x="33589" y="72129"/>
                    <a:pt x="33478" y="72045"/>
                  </a:cubicBezTo>
                  <a:cubicBezTo>
                    <a:pt x="33213" y="71850"/>
                    <a:pt x="33171" y="71627"/>
                    <a:pt x="33310" y="71348"/>
                  </a:cubicBezTo>
                  <a:cubicBezTo>
                    <a:pt x="33422" y="71138"/>
                    <a:pt x="33478" y="70887"/>
                    <a:pt x="33659" y="70720"/>
                  </a:cubicBezTo>
                  <a:cubicBezTo>
                    <a:pt x="33868" y="70511"/>
                    <a:pt x="33924" y="70218"/>
                    <a:pt x="34063" y="69953"/>
                  </a:cubicBezTo>
                  <a:cubicBezTo>
                    <a:pt x="34133" y="69827"/>
                    <a:pt x="34203" y="69702"/>
                    <a:pt x="34342" y="69632"/>
                  </a:cubicBezTo>
                  <a:cubicBezTo>
                    <a:pt x="34566" y="69520"/>
                    <a:pt x="34775" y="69325"/>
                    <a:pt x="34942" y="69116"/>
                  </a:cubicBezTo>
                  <a:cubicBezTo>
                    <a:pt x="35333" y="68544"/>
                    <a:pt x="35849" y="68070"/>
                    <a:pt x="36365" y="67595"/>
                  </a:cubicBezTo>
                  <a:cubicBezTo>
                    <a:pt x="36658" y="67316"/>
                    <a:pt x="36937" y="67024"/>
                    <a:pt x="37341" y="66870"/>
                  </a:cubicBezTo>
                  <a:cubicBezTo>
                    <a:pt x="37397" y="66842"/>
                    <a:pt x="37425" y="66814"/>
                    <a:pt x="37467" y="66772"/>
                  </a:cubicBezTo>
                  <a:cubicBezTo>
                    <a:pt x="38374" y="66061"/>
                    <a:pt x="39085" y="65210"/>
                    <a:pt x="39545" y="64150"/>
                  </a:cubicBezTo>
                  <a:cubicBezTo>
                    <a:pt x="39713" y="63746"/>
                    <a:pt x="39866" y="63341"/>
                    <a:pt x="40145" y="63006"/>
                  </a:cubicBezTo>
                  <a:cubicBezTo>
                    <a:pt x="40326" y="62783"/>
                    <a:pt x="40410" y="62504"/>
                    <a:pt x="40494" y="62225"/>
                  </a:cubicBezTo>
                  <a:cubicBezTo>
                    <a:pt x="40619" y="61849"/>
                    <a:pt x="40564" y="61472"/>
                    <a:pt x="40605" y="61095"/>
                  </a:cubicBezTo>
                  <a:cubicBezTo>
                    <a:pt x="40605" y="61012"/>
                    <a:pt x="40410" y="60886"/>
                    <a:pt x="40326" y="60914"/>
                  </a:cubicBezTo>
                  <a:cubicBezTo>
                    <a:pt x="40312" y="60942"/>
                    <a:pt x="40271" y="60942"/>
                    <a:pt x="40257" y="60956"/>
                  </a:cubicBezTo>
                  <a:cubicBezTo>
                    <a:pt x="39978" y="61179"/>
                    <a:pt x="39643" y="61235"/>
                    <a:pt x="39308" y="61291"/>
                  </a:cubicBezTo>
                  <a:cubicBezTo>
                    <a:pt x="38848" y="61360"/>
                    <a:pt x="38374" y="61388"/>
                    <a:pt x="37913" y="61570"/>
                  </a:cubicBezTo>
                  <a:cubicBezTo>
                    <a:pt x="37844" y="61584"/>
                    <a:pt x="37774" y="61598"/>
                    <a:pt x="37704" y="61584"/>
                  </a:cubicBezTo>
                  <a:cubicBezTo>
                    <a:pt x="37425" y="61542"/>
                    <a:pt x="37188" y="61653"/>
                    <a:pt x="36965" y="61779"/>
                  </a:cubicBezTo>
                  <a:cubicBezTo>
                    <a:pt x="36895" y="61807"/>
                    <a:pt x="36825" y="61821"/>
                    <a:pt x="36770" y="61863"/>
                  </a:cubicBezTo>
                  <a:cubicBezTo>
                    <a:pt x="36658" y="61890"/>
                    <a:pt x="36574" y="61876"/>
                    <a:pt x="36491" y="61821"/>
                  </a:cubicBezTo>
                  <a:cubicBezTo>
                    <a:pt x="36435" y="61793"/>
                    <a:pt x="36365" y="61737"/>
                    <a:pt x="36309" y="61681"/>
                  </a:cubicBezTo>
                  <a:cubicBezTo>
                    <a:pt x="36142" y="61514"/>
                    <a:pt x="35988" y="61332"/>
                    <a:pt x="35807" y="61179"/>
                  </a:cubicBezTo>
                  <a:cubicBezTo>
                    <a:pt x="35751" y="61123"/>
                    <a:pt x="35751" y="61054"/>
                    <a:pt x="35793" y="60984"/>
                  </a:cubicBezTo>
                  <a:cubicBezTo>
                    <a:pt x="35933" y="60733"/>
                    <a:pt x="35933" y="60663"/>
                    <a:pt x="35723" y="60496"/>
                  </a:cubicBezTo>
                  <a:cubicBezTo>
                    <a:pt x="35584" y="60398"/>
                    <a:pt x="35458" y="60286"/>
                    <a:pt x="35375" y="60147"/>
                  </a:cubicBezTo>
                  <a:cubicBezTo>
                    <a:pt x="35165" y="59854"/>
                    <a:pt x="34886" y="59631"/>
                    <a:pt x="34635" y="59366"/>
                  </a:cubicBezTo>
                  <a:cubicBezTo>
                    <a:pt x="34496" y="59212"/>
                    <a:pt x="34315" y="59101"/>
                    <a:pt x="34105" y="59017"/>
                  </a:cubicBezTo>
                  <a:cubicBezTo>
                    <a:pt x="33757" y="58850"/>
                    <a:pt x="33450" y="58613"/>
                    <a:pt x="33366" y="58194"/>
                  </a:cubicBezTo>
                  <a:cubicBezTo>
                    <a:pt x="33310" y="57985"/>
                    <a:pt x="33241" y="57776"/>
                    <a:pt x="33171" y="57566"/>
                  </a:cubicBezTo>
                  <a:cubicBezTo>
                    <a:pt x="33101" y="57357"/>
                    <a:pt x="32989" y="57190"/>
                    <a:pt x="32808" y="57050"/>
                  </a:cubicBezTo>
                  <a:cubicBezTo>
                    <a:pt x="32655" y="56925"/>
                    <a:pt x="32515" y="56799"/>
                    <a:pt x="32362" y="56702"/>
                  </a:cubicBezTo>
                  <a:cubicBezTo>
                    <a:pt x="32236" y="56618"/>
                    <a:pt x="32166" y="56478"/>
                    <a:pt x="32166" y="56339"/>
                  </a:cubicBezTo>
                  <a:cubicBezTo>
                    <a:pt x="32153" y="55920"/>
                    <a:pt x="32027" y="55530"/>
                    <a:pt x="31957" y="55125"/>
                  </a:cubicBezTo>
                  <a:cubicBezTo>
                    <a:pt x="31888" y="54749"/>
                    <a:pt x="31664" y="54484"/>
                    <a:pt x="31330" y="54288"/>
                  </a:cubicBezTo>
                  <a:cubicBezTo>
                    <a:pt x="31260" y="54261"/>
                    <a:pt x="31190" y="54247"/>
                    <a:pt x="31134" y="54205"/>
                  </a:cubicBezTo>
                  <a:cubicBezTo>
                    <a:pt x="31078" y="54149"/>
                    <a:pt x="31051" y="54107"/>
                    <a:pt x="31009" y="54037"/>
                  </a:cubicBezTo>
                  <a:cubicBezTo>
                    <a:pt x="30995" y="53968"/>
                    <a:pt x="30967" y="53898"/>
                    <a:pt x="30981" y="53828"/>
                  </a:cubicBezTo>
                  <a:cubicBezTo>
                    <a:pt x="30995" y="53577"/>
                    <a:pt x="30925" y="53354"/>
                    <a:pt x="30772" y="53159"/>
                  </a:cubicBezTo>
                  <a:cubicBezTo>
                    <a:pt x="30702" y="53075"/>
                    <a:pt x="30646" y="52949"/>
                    <a:pt x="30576" y="52852"/>
                  </a:cubicBezTo>
                  <a:cubicBezTo>
                    <a:pt x="30297" y="52391"/>
                    <a:pt x="30004" y="51973"/>
                    <a:pt x="29865" y="51429"/>
                  </a:cubicBezTo>
                  <a:cubicBezTo>
                    <a:pt x="29851" y="51345"/>
                    <a:pt x="29781" y="51262"/>
                    <a:pt x="29739" y="51178"/>
                  </a:cubicBezTo>
                  <a:cubicBezTo>
                    <a:pt x="29712" y="51108"/>
                    <a:pt x="29753" y="51038"/>
                    <a:pt x="29851" y="51038"/>
                  </a:cubicBezTo>
                  <a:cubicBezTo>
                    <a:pt x="29935" y="51038"/>
                    <a:pt x="30032" y="51066"/>
                    <a:pt x="30130" y="50983"/>
                  </a:cubicBezTo>
                  <a:cubicBezTo>
                    <a:pt x="30200" y="50913"/>
                    <a:pt x="30269" y="50843"/>
                    <a:pt x="30367" y="50857"/>
                  </a:cubicBezTo>
                  <a:cubicBezTo>
                    <a:pt x="30507" y="50857"/>
                    <a:pt x="30590" y="50941"/>
                    <a:pt x="30660" y="51052"/>
                  </a:cubicBezTo>
                  <a:cubicBezTo>
                    <a:pt x="30716" y="51122"/>
                    <a:pt x="30772" y="51206"/>
                    <a:pt x="30841" y="51276"/>
                  </a:cubicBezTo>
                  <a:cubicBezTo>
                    <a:pt x="31120" y="51610"/>
                    <a:pt x="31288" y="52015"/>
                    <a:pt x="31553" y="52336"/>
                  </a:cubicBezTo>
                  <a:cubicBezTo>
                    <a:pt x="31706" y="52531"/>
                    <a:pt x="31818" y="52740"/>
                    <a:pt x="31874" y="52991"/>
                  </a:cubicBezTo>
                  <a:cubicBezTo>
                    <a:pt x="31901" y="53131"/>
                    <a:pt x="31985" y="53242"/>
                    <a:pt x="32153" y="53284"/>
                  </a:cubicBezTo>
                  <a:cubicBezTo>
                    <a:pt x="32445" y="53368"/>
                    <a:pt x="32641" y="53577"/>
                    <a:pt x="32738" y="53856"/>
                  </a:cubicBezTo>
                  <a:cubicBezTo>
                    <a:pt x="32780" y="53940"/>
                    <a:pt x="32808" y="54037"/>
                    <a:pt x="32864" y="54121"/>
                  </a:cubicBezTo>
                  <a:cubicBezTo>
                    <a:pt x="32948" y="54274"/>
                    <a:pt x="32989" y="54428"/>
                    <a:pt x="32962" y="54609"/>
                  </a:cubicBezTo>
                  <a:lnTo>
                    <a:pt x="32962" y="54818"/>
                  </a:lnTo>
                  <a:cubicBezTo>
                    <a:pt x="32989" y="55195"/>
                    <a:pt x="33199" y="55502"/>
                    <a:pt x="33492" y="55725"/>
                  </a:cubicBezTo>
                  <a:cubicBezTo>
                    <a:pt x="33617" y="55809"/>
                    <a:pt x="33729" y="55865"/>
                    <a:pt x="33854" y="55948"/>
                  </a:cubicBezTo>
                  <a:cubicBezTo>
                    <a:pt x="34050" y="56102"/>
                    <a:pt x="34203" y="56283"/>
                    <a:pt x="34273" y="56520"/>
                  </a:cubicBezTo>
                  <a:cubicBezTo>
                    <a:pt x="34356" y="56799"/>
                    <a:pt x="34524" y="57050"/>
                    <a:pt x="34705" y="57259"/>
                  </a:cubicBezTo>
                  <a:cubicBezTo>
                    <a:pt x="34873" y="57427"/>
                    <a:pt x="35040" y="57608"/>
                    <a:pt x="35165" y="57817"/>
                  </a:cubicBezTo>
                  <a:cubicBezTo>
                    <a:pt x="35319" y="58055"/>
                    <a:pt x="35444" y="58320"/>
                    <a:pt x="35375" y="58613"/>
                  </a:cubicBezTo>
                  <a:cubicBezTo>
                    <a:pt x="35361" y="58710"/>
                    <a:pt x="35333" y="58808"/>
                    <a:pt x="35389" y="58891"/>
                  </a:cubicBezTo>
                  <a:cubicBezTo>
                    <a:pt x="35542" y="59226"/>
                    <a:pt x="35598" y="59575"/>
                    <a:pt x="35709" y="59924"/>
                  </a:cubicBezTo>
                  <a:cubicBezTo>
                    <a:pt x="35751" y="60063"/>
                    <a:pt x="35807" y="60189"/>
                    <a:pt x="35877" y="60328"/>
                  </a:cubicBezTo>
                  <a:cubicBezTo>
                    <a:pt x="35947" y="60454"/>
                    <a:pt x="36058" y="60496"/>
                    <a:pt x="36170" y="60496"/>
                  </a:cubicBezTo>
                  <a:cubicBezTo>
                    <a:pt x="36295" y="60496"/>
                    <a:pt x="36421" y="60482"/>
                    <a:pt x="36518" y="60468"/>
                  </a:cubicBezTo>
                  <a:cubicBezTo>
                    <a:pt x="36700" y="60454"/>
                    <a:pt x="36853" y="60398"/>
                    <a:pt x="36979" y="60258"/>
                  </a:cubicBezTo>
                  <a:cubicBezTo>
                    <a:pt x="37132" y="60063"/>
                    <a:pt x="37327" y="60007"/>
                    <a:pt x="37551" y="60049"/>
                  </a:cubicBezTo>
                  <a:cubicBezTo>
                    <a:pt x="37830" y="60077"/>
                    <a:pt x="38081" y="60035"/>
                    <a:pt x="38304" y="59868"/>
                  </a:cubicBezTo>
                  <a:cubicBezTo>
                    <a:pt x="38443" y="59770"/>
                    <a:pt x="38597" y="59728"/>
                    <a:pt x="38778" y="59700"/>
                  </a:cubicBezTo>
                  <a:cubicBezTo>
                    <a:pt x="38918" y="59687"/>
                    <a:pt x="39057" y="59631"/>
                    <a:pt x="39155" y="59505"/>
                  </a:cubicBezTo>
                  <a:cubicBezTo>
                    <a:pt x="39280" y="59366"/>
                    <a:pt x="39420" y="59310"/>
                    <a:pt x="39587" y="59268"/>
                  </a:cubicBezTo>
                  <a:cubicBezTo>
                    <a:pt x="39838" y="59170"/>
                    <a:pt x="40103" y="59101"/>
                    <a:pt x="40340" y="59017"/>
                  </a:cubicBezTo>
                  <a:cubicBezTo>
                    <a:pt x="40536" y="58947"/>
                    <a:pt x="40731" y="58850"/>
                    <a:pt x="40940" y="58752"/>
                  </a:cubicBezTo>
                  <a:cubicBezTo>
                    <a:pt x="41024" y="58724"/>
                    <a:pt x="41094" y="58654"/>
                    <a:pt x="41108" y="58543"/>
                  </a:cubicBezTo>
                  <a:cubicBezTo>
                    <a:pt x="41163" y="58306"/>
                    <a:pt x="41317" y="58180"/>
                    <a:pt x="41540" y="58110"/>
                  </a:cubicBezTo>
                  <a:cubicBezTo>
                    <a:pt x="41847" y="58027"/>
                    <a:pt x="42140" y="57943"/>
                    <a:pt x="42447" y="57887"/>
                  </a:cubicBezTo>
                  <a:cubicBezTo>
                    <a:pt x="42656" y="57845"/>
                    <a:pt x="42823" y="57762"/>
                    <a:pt x="42865" y="57552"/>
                  </a:cubicBezTo>
                  <a:cubicBezTo>
                    <a:pt x="42907" y="57427"/>
                    <a:pt x="42977" y="57329"/>
                    <a:pt x="43102" y="57315"/>
                  </a:cubicBezTo>
                  <a:cubicBezTo>
                    <a:pt x="43353" y="57273"/>
                    <a:pt x="43535" y="57148"/>
                    <a:pt x="43618" y="56897"/>
                  </a:cubicBezTo>
                  <a:cubicBezTo>
                    <a:pt x="43660" y="56785"/>
                    <a:pt x="43772" y="56702"/>
                    <a:pt x="43883" y="56660"/>
                  </a:cubicBezTo>
                  <a:cubicBezTo>
                    <a:pt x="43967" y="56632"/>
                    <a:pt x="44079" y="56632"/>
                    <a:pt x="44162" y="56576"/>
                  </a:cubicBezTo>
                  <a:cubicBezTo>
                    <a:pt x="44218" y="56548"/>
                    <a:pt x="44260" y="56478"/>
                    <a:pt x="44260" y="56423"/>
                  </a:cubicBezTo>
                  <a:cubicBezTo>
                    <a:pt x="44288" y="56283"/>
                    <a:pt x="44260" y="56130"/>
                    <a:pt x="44288" y="55990"/>
                  </a:cubicBezTo>
                  <a:cubicBezTo>
                    <a:pt x="44302" y="55865"/>
                    <a:pt x="44358" y="55753"/>
                    <a:pt x="44455" y="55683"/>
                  </a:cubicBezTo>
                  <a:cubicBezTo>
                    <a:pt x="44818" y="55460"/>
                    <a:pt x="45027" y="55111"/>
                    <a:pt x="45208" y="54749"/>
                  </a:cubicBezTo>
                  <a:cubicBezTo>
                    <a:pt x="45334" y="54498"/>
                    <a:pt x="45292" y="54386"/>
                    <a:pt x="45083" y="54177"/>
                  </a:cubicBezTo>
                  <a:cubicBezTo>
                    <a:pt x="44943" y="54037"/>
                    <a:pt x="44818" y="53898"/>
                    <a:pt x="44720" y="53717"/>
                  </a:cubicBezTo>
                  <a:cubicBezTo>
                    <a:pt x="44637" y="53591"/>
                    <a:pt x="44525" y="53507"/>
                    <a:pt x="44372" y="53493"/>
                  </a:cubicBezTo>
                  <a:cubicBezTo>
                    <a:pt x="44176" y="53479"/>
                    <a:pt x="43981" y="53452"/>
                    <a:pt x="43800" y="53410"/>
                  </a:cubicBezTo>
                  <a:cubicBezTo>
                    <a:pt x="43688" y="53368"/>
                    <a:pt x="43562" y="53298"/>
                    <a:pt x="43479" y="53228"/>
                  </a:cubicBezTo>
                  <a:cubicBezTo>
                    <a:pt x="43311" y="53061"/>
                    <a:pt x="43186" y="52866"/>
                    <a:pt x="43144" y="52601"/>
                  </a:cubicBezTo>
                  <a:cubicBezTo>
                    <a:pt x="43130" y="52391"/>
                    <a:pt x="43102" y="52182"/>
                    <a:pt x="43060" y="51959"/>
                  </a:cubicBezTo>
                  <a:cubicBezTo>
                    <a:pt x="43060" y="51945"/>
                    <a:pt x="43046" y="51903"/>
                    <a:pt x="43032" y="51903"/>
                  </a:cubicBezTo>
                  <a:cubicBezTo>
                    <a:pt x="42977" y="51903"/>
                    <a:pt x="42921" y="51903"/>
                    <a:pt x="42893" y="51945"/>
                  </a:cubicBezTo>
                  <a:cubicBezTo>
                    <a:pt x="42614" y="52238"/>
                    <a:pt x="42307" y="52517"/>
                    <a:pt x="42084" y="52866"/>
                  </a:cubicBezTo>
                  <a:cubicBezTo>
                    <a:pt x="41917" y="53145"/>
                    <a:pt x="41679" y="53270"/>
                    <a:pt x="41373" y="53242"/>
                  </a:cubicBezTo>
                  <a:cubicBezTo>
                    <a:pt x="41121" y="53228"/>
                    <a:pt x="40898" y="53228"/>
                    <a:pt x="40675" y="53340"/>
                  </a:cubicBezTo>
                  <a:cubicBezTo>
                    <a:pt x="40591" y="53368"/>
                    <a:pt x="40480" y="53312"/>
                    <a:pt x="40410" y="53242"/>
                  </a:cubicBezTo>
                  <a:cubicBezTo>
                    <a:pt x="40326" y="53159"/>
                    <a:pt x="40257" y="53075"/>
                    <a:pt x="40257" y="52935"/>
                  </a:cubicBezTo>
                  <a:cubicBezTo>
                    <a:pt x="40243" y="52684"/>
                    <a:pt x="40215" y="52461"/>
                    <a:pt x="40187" y="52224"/>
                  </a:cubicBezTo>
                  <a:cubicBezTo>
                    <a:pt x="40187" y="52168"/>
                    <a:pt x="40145" y="52126"/>
                    <a:pt x="40131" y="52099"/>
                  </a:cubicBezTo>
                  <a:cubicBezTo>
                    <a:pt x="40103" y="52057"/>
                    <a:pt x="40061" y="52029"/>
                    <a:pt x="40033" y="52015"/>
                  </a:cubicBezTo>
                  <a:cubicBezTo>
                    <a:pt x="39992" y="52015"/>
                    <a:pt x="39922" y="52029"/>
                    <a:pt x="39908" y="52057"/>
                  </a:cubicBezTo>
                  <a:cubicBezTo>
                    <a:pt x="39852" y="52154"/>
                    <a:pt x="39824" y="52238"/>
                    <a:pt x="39782" y="52322"/>
                  </a:cubicBezTo>
                  <a:cubicBezTo>
                    <a:pt x="39727" y="52433"/>
                    <a:pt x="39643" y="52433"/>
                    <a:pt x="39559" y="52322"/>
                  </a:cubicBezTo>
                  <a:cubicBezTo>
                    <a:pt x="39476" y="52196"/>
                    <a:pt x="39406" y="52085"/>
                    <a:pt x="39378" y="51945"/>
                  </a:cubicBezTo>
                  <a:cubicBezTo>
                    <a:pt x="39350" y="51694"/>
                    <a:pt x="39224" y="51485"/>
                    <a:pt x="39057" y="51317"/>
                  </a:cubicBezTo>
                  <a:cubicBezTo>
                    <a:pt x="38946" y="51192"/>
                    <a:pt x="38820" y="51066"/>
                    <a:pt x="38708" y="50969"/>
                  </a:cubicBezTo>
                  <a:cubicBezTo>
                    <a:pt x="38653" y="50913"/>
                    <a:pt x="38583" y="50871"/>
                    <a:pt x="38541" y="50829"/>
                  </a:cubicBezTo>
                  <a:cubicBezTo>
                    <a:pt x="38402" y="50578"/>
                    <a:pt x="38262" y="50313"/>
                    <a:pt x="38123" y="50076"/>
                  </a:cubicBezTo>
                  <a:cubicBezTo>
                    <a:pt x="38095" y="50020"/>
                    <a:pt x="38109" y="49936"/>
                    <a:pt x="38109" y="49867"/>
                  </a:cubicBezTo>
                  <a:cubicBezTo>
                    <a:pt x="38123" y="49783"/>
                    <a:pt x="38150" y="49671"/>
                    <a:pt x="38178" y="49588"/>
                  </a:cubicBezTo>
                  <a:cubicBezTo>
                    <a:pt x="38192" y="49546"/>
                    <a:pt x="38234" y="49504"/>
                    <a:pt x="38290" y="49504"/>
                  </a:cubicBezTo>
                  <a:cubicBezTo>
                    <a:pt x="38429" y="49476"/>
                    <a:pt x="38569" y="49448"/>
                    <a:pt x="38708" y="49462"/>
                  </a:cubicBezTo>
                  <a:cubicBezTo>
                    <a:pt x="38848" y="49462"/>
                    <a:pt x="39001" y="49476"/>
                    <a:pt x="39127" y="49532"/>
                  </a:cubicBezTo>
                  <a:cubicBezTo>
                    <a:pt x="39211" y="49588"/>
                    <a:pt x="39266" y="49713"/>
                    <a:pt x="39336" y="49811"/>
                  </a:cubicBezTo>
                  <a:cubicBezTo>
                    <a:pt x="39503" y="50090"/>
                    <a:pt x="39699" y="50383"/>
                    <a:pt x="39866" y="50662"/>
                  </a:cubicBezTo>
                  <a:cubicBezTo>
                    <a:pt x="39964" y="50801"/>
                    <a:pt x="40061" y="50871"/>
                    <a:pt x="40201" y="50913"/>
                  </a:cubicBezTo>
                  <a:lnTo>
                    <a:pt x="40410" y="50969"/>
                  </a:lnTo>
                  <a:cubicBezTo>
                    <a:pt x="40591" y="50997"/>
                    <a:pt x="40731" y="51066"/>
                    <a:pt x="40829" y="51206"/>
                  </a:cubicBezTo>
                  <a:cubicBezTo>
                    <a:pt x="40898" y="51289"/>
                    <a:pt x="41024" y="51345"/>
                    <a:pt x="41108" y="51415"/>
                  </a:cubicBezTo>
                  <a:cubicBezTo>
                    <a:pt x="41373" y="51610"/>
                    <a:pt x="41679" y="51638"/>
                    <a:pt x="41986" y="51708"/>
                  </a:cubicBezTo>
                  <a:cubicBezTo>
                    <a:pt x="42098" y="51750"/>
                    <a:pt x="42209" y="51736"/>
                    <a:pt x="42335" y="51666"/>
                  </a:cubicBezTo>
                  <a:cubicBezTo>
                    <a:pt x="42502" y="51568"/>
                    <a:pt x="42656" y="51485"/>
                    <a:pt x="42851" y="51401"/>
                  </a:cubicBezTo>
                  <a:cubicBezTo>
                    <a:pt x="43060" y="51317"/>
                    <a:pt x="43256" y="51387"/>
                    <a:pt x="43339" y="51568"/>
                  </a:cubicBezTo>
                  <a:cubicBezTo>
                    <a:pt x="43409" y="51736"/>
                    <a:pt x="43479" y="51889"/>
                    <a:pt x="43549" y="52029"/>
                  </a:cubicBezTo>
                  <a:cubicBezTo>
                    <a:pt x="43618" y="52182"/>
                    <a:pt x="43730" y="52238"/>
                    <a:pt x="43883" y="52252"/>
                  </a:cubicBezTo>
                  <a:cubicBezTo>
                    <a:pt x="44567" y="52308"/>
                    <a:pt x="45208" y="52447"/>
                    <a:pt x="45864" y="52545"/>
                  </a:cubicBezTo>
                  <a:cubicBezTo>
                    <a:pt x="46115" y="52587"/>
                    <a:pt x="46338" y="52601"/>
                    <a:pt x="46589" y="52587"/>
                  </a:cubicBezTo>
                  <a:cubicBezTo>
                    <a:pt x="46980" y="52531"/>
                    <a:pt x="47384" y="52405"/>
                    <a:pt x="47789" y="52517"/>
                  </a:cubicBezTo>
                  <a:cubicBezTo>
                    <a:pt x="47873" y="52531"/>
                    <a:pt x="47984" y="52503"/>
                    <a:pt x="48068" y="52461"/>
                  </a:cubicBezTo>
                  <a:cubicBezTo>
                    <a:pt x="48347" y="52377"/>
                    <a:pt x="48640" y="52377"/>
                    <a:pt x="48919" y="52391"/>
                  </a:cubicBezTo>
                  <a:cubicBezTo>
                    <a:pt x="49030" y="52391"/>
                    <a:pt x="49114" y="52447"/>
                    <a:pt x="49142" y="52531"/>
                  </a:cubicBezTo>
                  <a:cubicBezTo>
                    <a:pt x="49184" y="52615"/>
                    <a:pt x="49254" y="52684"/>
                    <a:pt x="49337" y="52740"/>
                  </a:cubicBezTo>
                  <a:cubicBezTo>
                    <a:pt x="49449" y="52810"/>
                    <a:pt x="49532" y="52894"/>
                    <a:pt x="49560" y="53019"/>
                  </a:cubicBezTo>
                  <a:cubicBezTo>
                    <a:pt x="49616" y="53270"/>
                    <a:pt x="49756" y="53382"/>
                    <a:pt x="50007" y="53438"/>
                  </a:cubicBezTo>
                  <a:cubicBezTo>
                    <a:pt x="50160" y="53479"/>
                    <a:pt x="50300" y="53577"/>
                    <a:pt x="50397" y="53717"/>
                  </a:cubicBezTo>
                  <a:cubicBezTo>
                    <a:pt x="50579" y="53968"/>
                    <a:pt x="50844" y="54065"/>
                    <a:pt x="51151" y="54079"/>
                  </a:cubicBezTo>
                  <a:lnTo>
                    <a:pt x="51346" y="54079"/>
                  </a:lnTo>
                  <a:lnTo>
                    <a:pt x="51360" y="54065"/>
                  </a:lnTo>
                  <a:lnTo>
                    <a:pt x="51402" y="54051"/>
                  </a:lnTo>
                  <a:lnTo>
                    <a:pt x="51374" y="54079"/>
                  </a:lnTo>
                  <a:lnTo>
                    <a:pt x="51360" y="54079"/>
                  </a:lnTo>
                  <a:cubicBezTo>
                    <a:pt x="51262" y="54247"/>
                    <a:pt x="51123" y="54344"/>
                    <a:pt x="50886" y="54261"/>
                  </a:cubicBezTo>
                  <a:cubicBezTo>
                    <a:pt x="50858" y="54247"/>
                    <a:pt x="50788" y="54274"/>
                    <a:pt x="50774" y="54316"/>
                  </a:cubicBezTo>
                  <a:cubicBezTo>
                    <a:pt x="50746" y="54344"/>
                    <a:pt x="50746" y="54414"/>
                    <a:pt x="50788" y="54428"/>
                  </a:cubicBezTo>
                  <a:cubicBezTo>
                    <a:pt x="50997" y="54665"/>
                    <a:pt x="51206" y="54888"/>
                    <a:pt x="51430" y="55097"/>
                  </a:cubicBezTo>
                  <a:cubicBezTo>
                    <a:pt x="51834" y="55474"/>
                    <a:pt x="52029" y="55474"/>
                    <a:pt x="52490" y="55167"/>
                  </a:cubicBezTo>
                  <a:cubicBezTo>
                    <a:pt x="52671" y="55042"/>
                    <a:pt x="52810" y="54888"/>
                    <a:pt x="52824" y="54679"/>
                  </a:cubicBezTo>
                  <a:lnTo>
                    <a:pt x="52810" y="54679"/>
                  </a:lnTo>
                  <a:lnTo>
                    <a:pt x="52810" y="54637"/>
                  </a:lnTo>
                  <a:lnTo>
                    <a:pt x="52824" y="54665"/>
                  </a:lnTo>
                  <a:lnTo>
                    <a:pt x="52824" y="54679"/>
                  </a:lnTo>
                  <a:cubicBezTo>
                    <a:pt x="52838" y="54693"/>
                    <a:pt x="52880" y="54693"/>
                    <a:pt x="52880" y="54707"/>
                  </a:cubicBezTo>
                  <a:cubicBezTo>
                    <a:pt x="52978" y="55028"/>
                    <a:pt x="53103" y="55335"/>
                    <a:pt x="53089" y="55669"/>
                  </a:cubicBezTo>
                  <a:cubicBezTo>
                    <a:pt x="53075" y="55809"/>
                    <a:pt x="53075" y="55962"/>
                    <a:pt x="53117" y="56088"/>
                  </a:cubicBezTo>
                  <a:cubicBezTo>
                    <a:pt x="53243" y="56423"/>
                    <a:pt x="53299" y="56785"/>
                    <a:pt x="53382" y="57134"/>
                  </a:cubicBezTo>
                  <a:cubicBezTo>
                    <a:pt x="53466" y="57483"/>
                    <a:pt x="53675" y="57803"/>
                    <a:pt x="53703" y="58166"/>
                  </a:cubicBezTo>
                  <a:cubicBezTo>
                    <a:pt x="53703" y="58236"/>
                    <a:pt x="53745" y="58306"/>
                    <a:pt x="53787" y="58361"/>
                  </a:cubicBezTo>
                  <a:cubicBezTo>
                    <a:pt x="53912" y="58571"/>
                    <a:pt x="53996" y="58794"/>
                    <a:pt x="54136" y="58989"/>
                  </a:cubicBezTo>
                  <a:cubicBezTo>
                    <a:pt x="54303" y="59226"/>
                    <a:pt x="54401" y="59491"/>
                    <a:pt x="54498" y="59770"/>
                  </a:cubicBezTo>
                  <a:cubicBezTo>
                    <a:pt x="54554" y="59910"/>
                    <a:pt x="54610" y="60035"/>
                    <a:pt x="54638" y="60175"/>
                  </a:cubicBezTo>
                  <a:cubicBezTo>
                    <a:pt x="54707" y="60454"/>
                    <a:pt x="54833" y="60705"/>
                    <a:pt x="55056" y="60914"/>
                  </a:cubicBezTo>
                  <a:cubicBezTo>
                    <a:pt x="55182" y="61040"/>
                    <a:pt x="55279" y="61179"/>
                    <a:pt x="55335" y="61332"/>
                  </a:cubicBezTo>
                  <a:cubicBezTo>
                    <a:pt x="55461" y="61667"/>
                    <a:pt x="55670" y="61988"/>
                    <a:pt x="55698" y="62351"/>
                  </a:cubicBezTo>
                  <a:cubicBezTo>
                    <a:pt x="55726" y="62574"/>
                    <a:pt x="55837" y="62755"/>
                    <a:pt x="55963" y="62923"/>
                  </a:cubicBezTo>
                  <a:cubicBezTo>
                    <a:pt x="56019" y="62992"/>
                    <a:pt x="56088" y="63062"/>
                    <a:pt x="56172" y="63132"/>
                  </a:cubicBezTo>
                  <a:cubicBezTo>
                    <a:pt x="56353" y="63271"/>
                    <a:pt x="56604" y="63243"/>
                    <a:pt x="56744" y="63062"/>
                  </a:cubicBezTo>
                  <a:cubicBezTo>
                    <a:pt x="56786" y="63006"/>
                    <a:pt x="56814" y="62937"/>
                    <a:pt x="56856" y="62867"/>
                  </a:cubicBezTo>
                  <a:cubicBezTo>
                    <a:pt x="56911" y="62769"/>
                    <a:pt x="56995" y="62658"/>
                    <a:pt x="57121" y="62630"/>
                  </a:cubicBezTo>
                  <a:cubicBezTo>
                    <a:pt x="57274" y="62574"/>
                    <a:pt x="57330" y="62448"/>
                    <a:pt x="57372" y="62309"/>
                  </a:cubicBezTo>
                  <a:cubicBezTo>
                    <a:pt x="57441" y="62128"/>
                    <a:pt x="57553" y="61988"/>
                    <a:pt x="57720" y="61876"/>
                  </a:cubicBezTo>
                  <a:cubicBezTo>
                    <a:pt x="57846" y="61821"/>
                    <a:pt x="57888" y="61709"/>
                    <a:pt x="57860" y="61570"/>
                  </a:cubicBezTo>
                  <a:cubicBezTo>
                    <a:pt x="57846" y="61444"/>
                    <a:pt x="57832" y="61319"/>
                    <a:pt x="57818" y="61221"/>
                  </a:cubicBezTo>
                  <a:cubicBezTo>
                    <a:pt x="57776" y="61081"/>
                    <a:pt x="57790" y="60942"/>
                    <a:pt x="57846" y="60802"/>
                  </a:cubicBezTo>
                  <a:lnTo>
                    <a:pt x="57957" y="60537"/>
                  </a:lnTo>
                  <a:cubicBezTo>
                    <a:pt x="58041" y="60328"/>
                    <a:pt x="58055" y="60119"/>
                    <a:pt x="57971" y="59910"/>
                  </a:cubicBezTo>
                  <a:cubicBezTo>
                    <a:pt x="57916" y="59798"/>
                    <a:pt x="57916" y="59687"/>
                    <a:pt x="57902" y="59561"/>
                  </a:cubicBezTo>
                  <a:lnTo>
                    <a:pt x="57902" y="58780"/>
                  </a:lnTo>
                  <a:cubicBezTo>
                    <a:pt x="57902" y="58613"/>
                    <a:pt x="57985" y="58515"/>
                    <a:pt x="58167" y="58473"/>
                  </a:cubicBezTo>
                  <a:cubicBezTo>
                    <a:pt x="58236" y="58459"/>
                    <a:pt x="58320" y="58445"/>
                    <a:pt x="58348" y="58403"/>
                  </a:cubicBezTo>
                  <a:cubicBezTo>
                    <a:pt x="58474" y="58222"/>
                    <a:pt x="58669" y="58124"/>
                    <a:pt x="58878" y="58055"/>
                  </a:cubicBezTo>
                  <a:cubicBezTo>
                    <a:pt x="58962" y="58027"/>
                    <a:pt x="59032" y="57943"/>
                    <a:pt x="59045" y="57845"/>
                  </a:cubicBezTo>
                  <a:cubicBezTo>
                    <a:pt x="59087" y="57734"/>
                    <a:pt x="59101" y="57608"/>
                    <a:pt x="59227" y="57538"/>
                  </a:cubicBezTo>
                  <a:cubicBezTo>
                    <a:pt x="59520" y="57385"/>
                    <a:pt x="59715" y="57078"/>
                    <a:pt x="59980" y="56869"/>
                  </a:cubicBezTo>
                  <a:cubicBezTo>
                    <a:pt x="60092" y="56785"/>
                    <a:pt x="60189" y="56688"/>
                    <a:pt x="60259" y="56548"/>
                  </a:cubicBezTo>
                  <a:cubicBezTo>
                    <a:pt x="60343" y="56409"/>
                    <a:pt x="60468" y="56283"/>
                    <a:pt x="60566" y="56144"/>
                  </a:cubicBezTo>
                  <a:cubicBezTo>
                    <a:pt x="60636" y="56032"/>
                    <a:pt x="60747" y="55990"/>
                    <a:pt x="60845" y="55948"/>
                  </a:cubicBezTo>
                  <a:cubicBezTo>
                    <a:pt x="61249" y="55781"/>
                    <a:pt x="61514" y="55502"/>
                    <a:pt x="61528" y="55028"/>
                  </a:cubicBezTo>
                  <a:cubicBezTo>
                    <a:pt x="61528" y="54902"/>
                    <a:pt x="61626" y="54818"/>
                    <a:pt x="61738" y="54749"/>
                  </a:cubicBezTo>
                  <a:cubicBezTo>
                    <a:pt x="61905" y="54637"/>
                    <a:pt x="62100" y="54623"/>
                    <a:pt x="62295" y="54637"/>
                  </a:cubicBezTo>
                  <a:cubicBezTo>
                    <a:pt x="62728" y="54665"/>
                    <a:pt x="63146" y="54567"/>
                    <a:pt x="63509" y="54316"/>
                  </a:cubicBezTo>
                  <a:cubicBezTo>
                    <a:pt x="63676" y="54205"/>
                    <a:pt x="63886" y="54219"/>
                    <a:pt x="64025" y="54065"/>
                  </a:cubicBezTo>
                  <a:cubicBezTo>
                    <a:pt x="64025" y="54065"/>
                    <a:pt x="64123" y="54107"/>
                    <a:pt x="64123" y="54135"/>
                  </a:cubicBezTo>
                  <a:cubicBezTo>
                    <a:pt x="64179" y="54274"/>
                    <a:pt x="64206" y="54400"/>
                    <a:pt x="64262" y="54540"/>
                  </a:cubicBezTo>
                  <a:cubicBezTo>
                    <a:pt x="64402" y="55014"/>
                    <a:pt x="64667" y="55404"/>
                    <a:pt x="65141" y="55641"/>
                  </a:cubicBezTo>
                  <a:cubicBezTo>
                    <a:pt x="65211" y="55669"/>
                    <a:pt x="65253" y="55683"/>
                    <a:pt x="65322" y="55725"/>
                  </a:cubicBezTo>
                  <a:cubicBezTo>
                    <a:pt x="65434" y="55781"/>
                    <a:pt x="65448" y="55865"/>
                    <a:pt x="65420" y="56018"/>
                  </a:cubicBezTo>
                  <a:cubicBezTo>
                    <a:pt x="65364" y="56241"/>
                    <a:pt x="65392" y="56311"/>
                    <a:pt x="65601" y="56409"/>
                  </a:cubicBezTo>
                  <a:cubicBezTo>
                    <a:pt x="65741" y="56450"/>
                    <a:pt x="65852" y="56548"/>
                    <a:pt x="65922" y="56688"/>
                  </a:cubicBezTo>
                  <a:cubicBezTo>
                    <a:pt x="65936" y="56702"/>
                    <a:pt x="65936" y="56715"/>
                    <a:pt x="65950" y="56757"/>
                  </a:cubicBezTo>
                  <a:cubicBezTo>
                    <a:pt x="66117" y="57064"/>
                    <a:pt x="66187" y="57385"/>
                    <a:pt x="66076" y="57706"/>
                  </a:cubicBezTo>
                  <a:cubicBezTo>
                    <a:pt x="66048" y="57817"/>
                    <a:pt x="66062" y="57957"/>
                    <a:pt x="66062" y="58055"/>
                  </a:cubicBezTo>
                  <a:cubicBezTo>
                    <a:pt x="66062" y="58166"/>
                    <a:pt x="66215" y="58306"/>
                    <a:pt x="66299" y="58306"/>
                  </a:cubicBezTo>
                  <a:cubicBezTo>
                    <a:pt x="66564" y="58292"/>
                    <a:pt x="66829" y="58292"/>
                    <a:pt x="67052" y="58110"/>
                  </a:cubicBezTo>
                  <a:cubicBezTo>
                    <a:pt x="67164" y="58069"/>
                    <a:pt x="67331" y="57943"/>
                    <a:pt x="67526" y="57831"/>
                  </a:cubicBezTo>
                  <a:close/>
                  <a:moveTo>
                    <a:pt x="79954" y="47482"/>
                  </a:moveTo>
                  <a:cubicBezTo>
                    <a:pt x="79982" y="47482"/>
                    <a:pt x="79996" y="47509"/>
                    <a:pt x="79996" y="47523"/>
                  </a:cubicBezTo>
                  <a:lnTo>
                    <a:pt x="79996" y="47635"/>
                  </a:lnTo>
                  <a:lnTo>
                    <a:pt x="80010" y="47635"/>
                  </a:lnTo>
                  <a:lnTo>
                    <a:pt x="80024" y="47677"/>
                  </a:lnTo>
                  <a:lnTo>
                    <a:pt x="79996" y="47649"/>
                  </a:lnTo>
                  <a:lnTo>
                    <a:pt x="79996" y="47635"/>
                  </a:lnTo>
                  <a:cubicBezTo>
                    <a:pt x="79954" y="47621"/>
                    <a:pt x="79927" y="47593"/>
                    <a:pt x="79913" y="47579"/>
                  </a:cubicBezTo>
                  <a:cubicBezTo>
                    <a:pt x="79871" y="47509"/>
                    <a:pt x="79913" y="47482"/>
                    <a:pt x="79954" y="47482"/>
                  </a:cubicBezTo>
                  <a:close/>
                  <a:moveTo>
                    <a:pt x="78727" y="45947"/>
                  </a:moveTo>
                  <a:cubicBezTo>
                    <a:pt x="78741" y="45947"/>
                    <a:pt x="78755" y="45961"/>
                    <a:pt x="78755" y="45975"/>
                  </a:cubicBezTo>
                  <a:cubicBezTo>
                    <a:pt x="78741" y="46003"/>
                    <a:pt x="78727" y="46003"/>
                    <a:pt x="78699" y="46017"/>
                  </a:cubicBezTo>
                  <a:cubicBezTo>
                    <a:pt x="78685" y="46017"/>
                    <a:pt x="78657" y="46017"/>
                    <a:pt x="78657" y="46003"/>
                  </a:cubicBezTo>
                  <a:cubicBezTo>
                    <a:pt x="78657" y="45961"/>
                    <a:pt x="78671" y="45947"/>
                    <a:pt x="78727" y="45947"/>
                  </a:cubicBezTo>
                  <a:close/>
                  <a:moveTo>
                    <a:pt x="78030" y="49155"/>
                  </a:moveTo>
                  <a:cubicBezTo>
                    <a:pt x="78043" y="49169"/>
                    <a:pt x="78057" y="49169"/>
                    <a:pt x="78071" y="49183"/>
                  </a:cubicBezTo>
                  <a:cubicBezTo>
                    <a:pt x="78099" y="49225"/>
                    <a:pt x="78099" y="49281"/>
                    <a:pt x="78099" y="49309"/>
                  </a:cubicBezTo>
                  <a:cubicBezTo>
                    <a:pt x="78099" y="49323"/>
                    <a:pt x="78071" y="49323"/>
                    <a:pt x="78057" y="49351"/>
                  </a:cubicBezTo>
                  <a:cubicBezTo>
                    <a:pt x="78043" y="49295"/>
                    <a:pt x="78002" y="49225"/>
                    <a:pt x="77988" y="49169"/>
                  </a:cubicBezTo>
                  <a:cubicBezTo>
                    <a:pt x="77974" y="49183"/>
                    <a:pt x="78002" y="49169"/>
                    <a:pt x="78030" y="49155"/>
                  </a:cubicBezTo>
                  <a:close/>
                  <a:moveTo>
                    <a:pt x="84265" y="35360"/>
                  </a:moveTo>
                  <a:cubicBezTo>
                    <a:pt x="84320" y="35360"/>
                    <a:pt x="84404" y="35416"/>
                    <a:pt x="84418" y="35472"/>
                  </a:cubicBezTo>
                  <a:cubicBezTo>
                    <a:pt x="84446" y="35542"/>
                    <a:pt x="84446" y="35597"/>
                    <a:pt x="84460" y="35681"/>
                  </a:cubicBezTo>
                  <a:cubicBezTo>
                    <a:pt x="84446" y="35751"/>
                    <a:pt x="84418" y="35820"/>
                    <a:pt x="84390" y="35862"/>
                  </a:cubicBezTo>
                  <a:cubicBezTo>
                    <a:pt x="84376" y="35890"/>
                    <a:pt x="84278" y="35890"/>
                    <a:pt x="84278" y="35862"/>
                  </a:cubicBezTo>
                  <a:cubicBezTo>
                    <a:pt x="84237" y="35765"/>
                    <a:pt x="84181" y="35653"/>
                    <a:pt x="84139" y="35555"/>
                  </a:cubicBezTo>
                  <a:cubicBezTo>
                    <a:pt x="84097" y="35486"/>
                    <a:pt x="84181" y="35374"/>
                    <a:pt x="84265" y="35360"/>
                  </a:cubicBezTo>
                  <a:close/>
                  <a:moveTo>
                    <a:pt x="97028" y="8453"/>
                  </a:moveTo>
                  <a:cubicBezTo>
                    <a:pt x="97111" y="8439"/>
                    <a:pt x="97195" y="8411"/>
                    <a:pt x="97293" y="8384"/>
                  </a:cubicBezTo>
                  <a:cubicBezTo>
                    <a:pt x="97306" y="8384"/>
                    <a:pt x="97334" y="8411"/>
                    <a:pt x="97334" y="8425"/>
                  </a:cubicBezTo>
                  <a:cubicBezTo>
                    <a:pt x="97362" y="8439"/>
                    <a:pt x="97334" y="8453"/>
                    <a:pt x="97334" y="8509"/>
                  </a:cubicBezTo>
                  <a:cubicBezTo>
                    <a:pt x="97265" y="8551"/>
                    <a:pt x="97195" y="8593"/>
                    <a:pt x="97125" y="8649"/>
                  </a:cubicBezTo>
                  <a:cubicBezTo>
                    <a:pt x="97083" y="8690"/>
                    <a:pt x="97014" y="8635"/>
                    <a:pt x="96972" y="8565"/>
                  </a:cubicBezTo>
                  <a:cubicBezTo>
                    <a:pt x="96958" y="8509"/>
                    <a:pt x="96972" y="8481"/>
                    <a:pt x="97028" y="8453"/>
                  </a:cubicBezTo>
                  <a:close/>
                  <a:moveTo>
                    <a:pt x="84906" y="4241"/>
                  </a:moveTo>
                  <a:cubicBezTo>
                    <a:pt x="84934" y="4241"/>
                    <a:pt x="84934" y="4255"/>
                    <a:pt x="84906" y="4241"/>
                  </a:cubicBezTo>
                  <a:cubicBezTo>
                    <a:pt x="84976" y="4255"/>
                    <a:pt x="85032" y="4241"/>
                    <a:pt x="85046" y="4325"/>
                  </a:cubicBezTo>
                  <a:cubicBezTo>
                    <a:pt x="85046" y="4325"/>
                    <a:pt x="85004" y="4366"/>
                    <a:pt x="85004" y="4338"/>
                  </a:cubicBezTo>
                  <a:cubicBezTo>
                    <a:pt x="84976" y="4311"/>
                    <a:pt x="84948" y="4297"/>
                    <a:pt x="84906" y="4241"/>
                  </a:cubicBezTo>
                  <a:cubicBezTo>
                    <a:pt x="84906" y="4255"/>
                    <a:pt x="84906" y="4255"/>
                    <a:pt x="84892" y="4255"/>
                  </a:cubicBezTo>
                  <a:lnTo>
                    <a:pt x="84864" y="4227"/>
                  </a:lnTo>
                  <a:cubicBezTo>
                    <a:pt x="84878" y="4227"/>
                    <a:pt x="84892" y="4241"/>
                    <a:pt x="84906" y="4241"/>
                  </a:cubicBezTo>
                  <a:close/>
                  <a:moveTo>
                    <a:pt x="78406" y="26852"/>
                  </a:moveTo>
                  <a:lnTo>
                    <a:pt x="78462" y="26852"/>
                  </a:lnTo>
                  <a:cubicBezTo>
                    <a:pt x="78476" y="26838"/>
                    <a:pt x="78490" y="26824"/>
                    <a:pt x="78532" y="26796"/>
                  </a:cubicBezTo>
                  <a:cubicBezTo>
                    <a:pt x="78532" y="26824"/>
                    <a:pt x="78532" y="26824"/>
                    <a:pt x="78546" y="26838"/>
                  </a:cubicBezTo>
                  <a:cubicBezTo>
                    <a:pt x="78532" y="26838"/>
                    <a:pt x="78490" y="26838"/>
                    <a:pt x="78476" y="26852"/>
                  </a:cubicBezTo>
                  <a:cubicBezTo>
                    <a:pt x="78448" y="26852"/>
                    <a:pt x="78448" y="26865"/>
                    <a:pt x="78406" y="26852"/>
                  </a:cubicBezTo>
                  <a:lnTo>
                    <a:pt x="78392" y="26893"/>
                  </a:lnTo>
                  <a:close/>
                  <a:moveTo>
                    <a:pt x="75533" y="49379"/>
                  </a:moveTo>
                  <a:cubicBezTo>
                    <a:pt x="75533" y="49379"/>
                    <a:pt x="75547" y="49392"/>
                    <a:pt x="75533" y="49379"/>
                  </a:cubicBezTo>
                  <a:cubicBezTo>
                    <a:pt x="75630" y="49365"/>
                    <a:pt x="75756" y="49379"/>
                    <a:pt x="75826" y="49295"/>
                  </a:cubicBezTo>
                  <a:cubicBezTo>
                    <a:pt x="75867" y="49253"/>
                    <a:pt x="75895" y="49267"/>
                    <a:pt x="75895" y="49323"/>
                  </a:cubicBezTo>
                  <a:cubicBezTo>
                    <a:pt x="75895" y="49365"/>
                    <a:pt x="75867" y="49434"/>
                    <a:pt x="75840" y="49434"/>
                  </a:cubicBezTo>
                  <a:cubicBezTo>
                    <a:pt x="75742" y="49490"/>
                    <a:pt x="75630" y="49490"/>
                    <a:pt x="75533" y="49379"/>
                  </a:cubicBezTo>
                  <a:cubicBezTo>
                    <a:pt x="75533" y="49392"/>
                    <a:pt x="75519" y="49392"/>
                    <a:pt x="75519" y="49392"/>
                  </a:cubicBezTo>
                  <a:lnTo>
                    <a:pt x="75519" y="49351"/>
                  </a:lnTo>
                  <a:cubicBezTo>
                    <a:pt x="75519" y="49365"/>
                    <a:pt x="75533" y="49379"/>
                    <a:pt x="75533" y="49379"/>
                  </a:cubicBezTo>
                  <a:close/>
                  <a:moveTo>
                    <a:pt x="75240" y="2971"/>
                  </a:moveTo>
                  <a:lnTo>
                    <a:pt x="75212" y="2916"/>
                  </a:lnTo>
                  <a:lnTo>
                    <a:pt x="75254" y="2944"/>
                  </a:lnTo>
                  <a:cubicBezTo>
                    <a:pt x="75254" y="2971"/>
                    <a:pt x="75254" y="2971"/>
                    <a:pt x="75240" y="2971"/>
                  </a:cubicBezTo>
                  <a:cubicBezTo>
                    <a:pt x="75379" y="2999"/>
                    <a:pt x="75421" y="3083"/>
                    <a:pt x="75407" y="3209"/>
                  </a:cubicBezTo>
                  <a:cubicBezTo>
                    <a:pt x="75393" y="3292"/>
                    <a:pt x="75337" y="3362"/>
                    <a:pt x="75310" y="3460"/>
                  </a:cubicBezTo>
                  <a:cubicBezTo>
                    <a:pt x="75310" y="3474"/>
                    <a:pt x="75254" y="3474"/>
                    <a:pt x="75240" y="3460"/>
                  </a:cubicBezTo>
                  <a:cubicBezTo>
                    <a:pt x="75212" y="3460"/>
                    <a:pt x="75198" y="3418"/>
                    <a:pt x="75198" y="3404"/>
                  </a:cubicBezTo>
                  <a:cubicBezTo>
                    <a:pt x="75212" y="3264"/>
                    <a:pt x="75240" y="3125"/>
                    <a:pt x="75240" y="2971"/>
                  </a:cubicBezTo>
                  <a:cubicBezTo>
                    <a:pt x="75254" y="2971"/>
                    <a:pt x="75240" y="2971"/>
                    <a:pt x="75240" y="2971"/>
                  </a:cubicBezTo>
                  <a:close/>
                  <a:moveTo>
                    <a:pt x="74612" y="32919"/>
                  </a:moveTo>
                  <a:cubicBezTo>
                    <a:pt x="74584" y="32919"/>
                    <a:pt x="74556" y="32905"/>
                    <a:pt x="74556" y="32905"/>
                  </a:cubicBezTo>
                  <a:cubicBezTo>
                    <a:pt x="74556" y="32863"/>
                    <a:pt x="74570" y="32835"/>
                    <a:pt x="74584" y="32780"/>
                  </a:cubicBezTo>
                  <a:cubicBezTo>
                    <a:pt x="74612" y="32780"/>
                    <a:pt x="74640" y="32794"/>
                    <a:pt x="74640" y="32794"/>
                  </a:cubicBezTo>
                  <a:cubicBezTo>
                    <a:pt x="74626" y="32835"/>
                    <a:pt x="74612" y="32863"/>
                    <a:pt x="74612" y="32919"/>
                  </a:cubicBezTo>
                  <a:close/>
                  <a:moveTo>
                    <a:pt x="74640" y="2567"/>
                  </a:moveTo>
                  <a:cubicBezTo>
                    <a:pt x="74682" y="2567"/>
                    <a:pt x="74724" y="2581"/>
                    <a:pt x="74766" y="2595"/>
                  </a:cubicBezTo>
                  <a:cubicBezTo>
                    <a:pt x="74752" y="2623"/>
                    <a:pt x="74752" y="2637"/>
                    <a:pt x="74724" y="2651"/>
                  </a:cubicBezTo>
                  <a:cubicBezTo>
                    <a:pt x="74682" y="2706"/>
                    <a:pt x="74640" y="2762"/>
                    <a:pt x="74584" y="2790"/>
                  </a:cubicBezTo>
                  <a:cubicBezTo>
                    <a:pt x="74570" y="2804"/>
                    <a:pt x="74556" y="2804"/>
                    <a:pt x="74514" y="2804"/>
                  </a:cubicBezTo>
                  <a:cubicBezTo>
                    <a:pt x="74473" y="2804"/>
                    <a:pt x="74431" y="2790"/>
                    <a:pt x="74431" y="2734"/>
                  </a:cubicBezTo>
                  <a:cubicBezTo>
                    <a:pt x="74403" y="2637"/>
                    <a:pt x="74473" y="2567"/>
                    <a:pt x="74640" y="2567"/>
                  </a:cubicBezTo>
                  <a:close/>
                  <a:moveTo>
                    <a:pt x="72255" y="5134"/>
                  </a:moveTo>
                  <a:cubicBezTo>
                    <a:pt x="72338" y="5134"/>
                    <a:pt x="72422" y="5147"/>
                    <a:pt x="72520" y="5175"/>
                  </a:cubicBezTo>
                  <a:cubicBezTo>
                    <a:pt x="72534" y="5175"/>
                    <a:pt x="72534" y="5217"/>
                    <a:pt x="72548" y="5231"/>
                  </a:cubicBezTo>
                  <a:cubicBezTo>
                    <a:pt x="72534" y="5273"/>
                    <a:pt x="72520" y="5315"/>
                    <a:pt x="72478" y="5343"/>
                  </a:cubicBezTo>
                  <a:cubicBezTo>
                    <a:pt x="72380" y="5385"/>
                    <a:pt x="72255" y="5343"/>
                    <a:pt x="72199" y="5231"/>
                  </a:cubicBezTo>
                  <a:cubicBezTo>
                    <a:pt x="72171" y="5175"/>
                    <a:pt x="72199" y="5134"/>
                    <a:pt x="72255" y="5134"/>
                  </a:cubicBezTo>
                  <a:close/>
                  <a:moveTo>
                    <a:pt x="72046" y="60189"/>
                  </a:moveTo>
                  <a:cubicBezTo>
                    <a:pt x="72060" y="60203"/>
                    <a:pt x="72060" y="60231"/>
                    <a:pt x="72073" y="60244"/>
                  </a:cubicBezTo>
                  <a:cubicBezTo>
                    <a:pt x="72046" y="60272"/>
                    <a:pt x="72004" y="60258"/>
                    <a:pt x="72004" y="60203"/>
                  </a:cubicBezTo>
                  <a:cubicBezTo>
                    <a:pt x="72004" y="60189"/>
                    <a:pt x="72032" y="60189"/>
                    <a:pt x="72046" y="60189"/>
                  </a:cubicBezTo>
                  <a:close/>
                  <a:moveTo>
                    <a:pt x="57218" y="2079"/>
                  </a:moveTo>
                  <a:lnTo>
                    <a:pt x="57260" y="2107"/>
                  </a:lnTo>
                  <a:cubicBezTo>
                    <a:pt x="57246" y="2107"/>
                    <a:pt x="57218" y="2093"/>
                    <a:pt x="57204" y="2093"/>
                  </a:cubicBezTo>
                  <a:lnTo>
                    <a:pt x="57176" y="2037"/>
                  </a:lnTo>
                  <a:close/>
                  <a:moveTo>
                    <a:pt x="15093" y="23797"/>
                  </a:moveTo>
                  <a:lnTo>
                    <a:pt x="15093" y="23769"/>
                  </a:lnTo>
                  <a:lnTo>
                    <a:pt x="15135" y="23783"/>
                  </a:lnTo>
                  <a:close/>
                  <a:moveTo>
                    <a:pt x="16976" y="28191"/>
                  </a:moveTo>
                  <a:cubicBezTo>
                    <a:pt x="16962" y="28316"/>
                    <a:pt x="16893" y="28428"/>
                    <a:pt x="16767" y="28442"/>
                  </a:cubicBezTo>
                  <a:cubicBezTo>
                    <a:pt x="16670" y="28456"/>
                    <a:pt x="16544" y="28456"/>
                    <a:pt x="16446" y="28456"/>
                  </a:cubicBezTo>
                  <a:lnTo>
                    <a:pt x="16446" y="28470"/>
                  </a:lnTo>
                  <a:cubicBezTo>
                    <a:pt x="16446" y="28497"/>
                    <a:pt x="16418" y="28497"/>
                    <a:pt x="16418" y="28511"/>
                  </a:cubicBezTo>
                  <a:lnTo>
                    <a:pt x="16418" y="28456"/>
                  </a:lnTo>
                  <a:lnTo>
                    <a:pt x="16446" y="28456"/>
                  </a:lnTo>
                  <a:cubicBezTo>
                    <a:pt x="16418" y="28302"/>
                    <a:pt x="16446" y="28149"/>
                    <a:pt x="16628" y="28079"/>
                  </a:cubicBezTo>
                  <a:cubicBezTo>
                    <a:pt x="16684" y="28051"/>
                    <a:pt x="16697" y="27953"/>
                    <a:pt x="16739" y="27898"/>
                  </a:cubicBezTo>
                  <a:cubicBezTo>
                    <a:pt x="16795" y="27814"/>
                    <a:pt x="16865" y="27772"/>
                    <a:pt x="16893" y="27814"/>
                  </a:cubicBezTo>
                  <a:cubicBezTo>
                    <a:pt x="16935" y="27870"/>
                    <a:pt x="16962" y="27912"/>
                    <a:pt x="16976" y="27981"/>
                  </a:cubicBezTo>
                  <a:cubicBezTo>
                    <a:pt x="17004" y="28051"/>
                    <a:pt x="16976" y="28121"/>
                    <a:pt x="16976" y="28191"/>
                  </a:cubicBezTo>
                  <a:close/>
                  <a:moveTo>
                    <a:pt x="17437" y="28567"/>
                  </a:moveTo>
                  <a:lnTo>
                    <a:pt x="17437" y="28595"/>
                  </a:lnTo>
                  <a:cubicBezTo>
                    <a:pt x="17423" y="28609"/>
                    <a:pt x="17423" y="28637"/>
                    <a:pt x="17395" y="28651"/>
                  </a:cubicBezTo>
                  <a:cubicBezTo>
                    <a:pt x="17395" y="28665"/>
                    <a:pt x="17381" y="28679"/>
                    <a:pt x="17381" y="28693"/>
                  </a:cubicBezTo>
                  <a:cubicBezTo>
                    <a:pt x="17395" y="28665"/>
                    <a:pt x="17395" y="28623"/>
                    <a:pt x="17423" y="28581"/>
                  </a:cubicBezTo>
                  <a:cubicBezTo>
                    <a:pt x="17423" y="28581"/>
                    <a:pt x="17437" y="28581"/>
                    <a:pt x="17437" y="28567"/>
                  </a:cubicBezTo>
                  <a:cubicBezTo>
                    <a:pt x="17437" y="28511"/>
                    <a:pt x="17437" y="28470"/>
                    <a:pt x="17493" y="28442"/>
                  </a:cubicBezTo>
                  <a:cubicBezTo>
                    <a:pt x="17493" y="28456"/>
                    <a:pt x="17506" y="28470"/>
                    <a:pt x="17506" y="28484"/>
                  </a:cubicBezTo>
                  <a:cubicBezTo>
                    <a:pt x="17493" y="28525"/>
                    <a:pt x="17451" y="28539"/>
                    <a:pt x="17437" y="28567"/>
                  </a:cubicBezTo>
                  <a:close/>
                  <a:moveTo>
                    <a:pt x="18594" y="27521"/>
                  </a:moveTo>
                  <a:cubicBezTo>
                    <a:pt x="18622" y="27493"/>
                    <a:pt x="18650" y="27493"/>
                    <a:pt x="18664" y="27493"/>
                  </a:cubicBezTo>
                  <a:cubicBezTo>
                    <a:pt x="18720" y="27493"/>
                    <a:pt x="18762" y="27521"/>
                    <a:pt x="18790" y="27535"/>
                  </a:cubicBezTo>
                  <a:cubicBezTo>
                    <a:pt x="18790" y="27549"/>
                    <a:pt x="18790" y="27577"/>
                    <a:pt x="18776" y="27577"/>
                  </a:cubicBezTo>
                  <a:cubicBezTo>
                    <a:pt x="18734" y="27577"/>
                    <a:pt x="18692" y="27605"/>
                    <a:pt x="18650" y="27577"/>
                  </a:cubicBezTo>
                  <a:cubicBezTo>
                    <a:pt x="18594" y="27591"/>
                    <a:pt x="18581" y="27535"/>
                    <a:pt x="18594" y="27521"/>
                  </a:cubicBezTo>
                  <a:close/>
                  <a:moveTo>
                    <a:pt x="19738" y="16683"/>
                  </a:moveTo>
                  <a:cubicBezTo>
                    <a:pt x="19710" y="16725"/>
                    <a:pt x="19669" y="16725"/>
                    <a:pt x="19613" y="16739"/>
                  </a:cubicBezTo>
                  <a:cubicBezTo>
                    <a:pt x="19599" y="16739"/>
                    <a:pt x="19557" y="16739"/>
                    <a:pt x="19543" y="16725"/>
                  </a:cubicBezTo>
                  <a:cubicBezTo>
                    <a:pt x="19529" y="16683"/>
                    <a:pt x="19487" y="16641"/>
                    <a:pt x="19487" y="16613"/>
                  </a:cubicBezTo>
                  <a:cubicBezTo>
                    <a:pt x="19487" y="16599"/>
                    <a:pt x="19557" y="16571"/>
                    <a:pt x="19599" y="16571"/>
                  </a:cubicBezTo>
                  <a:cubicBezTo>
                    <a:pt x="19682" y="16571"/>
                    <a:pt x="19752" y="16655"/>
                    <a:pt x="19738" y="16683"/>
                  </a:cubicBezTo>
                  <a:close/>
                  <a:moveTo>
                    <a:pt x="20464" y="16251"/>
                  </a:moveTo>
                  <a:cubicBezTo>
                    <a:pt x="20464" y="16251"/>
                    <a:pt x="20450" y="16251"/>
                    <a:pt x="20464" y="16251"/>
                  </a:cubicBezTo>
                  <a:cubicBezTo>
                    <a:pt x="20436" y="16306"/>
                    <a:pt x="20450" y="16362"/>
                    <a:pt x="20366" y="16362"/>
                  </a:cubicBezTo>
                  <a:lnTo>
                    <a:pt x="20338" y="16306"/>
                  </a:lnTo>
                  <a:cubicBezTo>
                    <a:pt x="20380" y="16265"/>
                    <a:pt x="20422" y="16265"/>
                    <a:pt x="20464" y="16251"/>
                  </a:cubicBezTo>
                  <a:cubicBezTo>
                    <a:pt x="20450" y="16251"/>
                    <a:pt x="20450" y="16237"/>
                    <a:pt x="20464" y="16251"/>
                  </a:cubicBezTo>
                  <a:lnTo>
                    <a:pt x="20491" y="16195"/>
                  </a:lnTo>
                  <a:close/>
                  <a:moveTo>
                    <a:pt x="21482" y="15902"/>
                  </a:moveTo>
                  <a:lnTo>
                    <a:pt x="21454" y="15916"/>
                  </a:lnTo>
                  <a:cubicBezTo>
                    <a:pt x="21440" y="15944"/>
                    <a:pt x="21440" y="15958"/>
                    <a:pt x="21440" y="15958"/>
                  </a:cubicBezTo>
                  <a:lnTo>
                    <a:pt x="21440" y="16237"/>
                  </a:lnTo>
                  <a:cubicBezTo>
                    <a:pt x="21440" y="16251"/>
                    <a:pt x="21426" y="16265"/>
                    <a:pt x="21412" y="16292"/>
                  </a:cubicBezTo>
                  <a:cubicBezTo>
                    <a:pt x="21384" y="16265"/>
                    <a:pt x="21370" y="16251"/>
                    <a:pt x="21370" y="16237"/>
                  </a:cubicBezTo>
                  <a:cubicBezTo>
                    <a:pt x="21370" y="16125"/>
                    <a:pt x="21384" y="16041"/>
                    <a:pt x="21440" y="15958"/>
                  </a:cubicBezTo>
                  <a:lnTo>
                    <a:pt x="21440" y="15888"/>
                  </a:lnTo>
                  <a:cubicBezTo>
                    <a:pt x="21468" y="15916"/>
                    <a:pt x="21468" y="15902"/>
                    <a:pt x="21482" y="15902"/>
                  </a:cubicBezTo>
                  <a:cubicBezTo>
                    <a:pt x="21482" y="15888"/>
                    <a:pt x="21496" y="15888"/>
                    <a:pt x="21496" y="15874"/>
                  </a:cubicBezTo>
                  <a:cubicBezTo>
                    <a:pt x="21538" y="15888"/>
                    <a:pt x="21510" y="15902"/>
                    <a:pt x="21482" y="15902"/>
                  </a:cubicBezTo>
                  <a:close/>
                  <a:moveTo>
                    <a:pt x="22681" y="25303"/>
                  </a:moveTo>
                  <a:lnTo>
                    <a:pt x="22723" y="25247"/>
                  </a:lnTo>
                  <a:lnTo>
                    <a:pt x="22737" y="25317"/>
                  </a:lnTo>
                  <a:close/>
                  <a:moveTo>
                    <a:pt x="22779" y="17687"/>
                  </a:moveTo>
                  <a:cubicBezTo>
                    <a:pt x="22807" y="17631"/>
                    <a:pt x="22849" y="17576"/>
                    <a:pt x="22905" y="17520"/>
                  </a:cubicBezTo>
                  <a:cubicBezTo>
                    <a:pt x="22905" y="17520"/>
                    <a:pt x="22905" y="17506"/>
                    <a:pt x="22891" y="17506"/>
                  </a:cubicBezTo>
                  <a:lnTo>
                    <a:pt x="22946" y="17478"/>
                  </a:lnTo>
                  <a:lnTo>
                    <a:pt x="22905" y="17520"/>
                  </a:lnTo>
                  <a:lnTo>
                    <a:pt x="22905" y="17520"/>
                  </a:lnTo>
                  <a:cubicBezTo>
                    <a:pt x="22919" y="17576"/>
                    <a:pt x="22960" y="17631"/>
                    <a:pt x="22960" y="17701"/>
                  </a:cubicBezTo>
                  <a:cubicBezTo>
                    <a:pt x="22960" y="17729"/>
                    <a:pt x="22905" y="17771"/>
                    <a:pt x="22877" y="17799"/>
                  </a:cubicBezTo>
                  <a:cubicBezTo>
                    <a:pt x="22849" y="17827"/>
                    <a:pt x="22821" y="17827"/>
                    <a:pt x="22821" y="17799"/>
                  </a:cubicBezTo>
                  <a:cubicBezTo>
                    <a:pt x="22807" y="17771"/>
                    <a:pt x="22765" y="17715"/>
                    <a:pt x="22779" y="17687"/>
                  </a:cubicBezTo>
                  <a:close/>
                  <a:moveTo>
                    <a:pt x="23044" y="24271"/>
                  </a:moveTo>
                  <a:cubicBezTo>
                    <a:pt x="23030" y="24271"/>
                    <a:pt x="23016" y="24257"/>
                    <a:pt x="23002" y="24257"/>
                  </a:cubicBezTo>
                  <a:cubicBezTo>
                    <a:pt x="22932" y="24243"/>
                    <a:pt x="22863" y="24257"/>
                    <a:pt x="22835" y="24145"/>
                  </a:cubicBezTo>
                  <a:cubicBezTo>
                    <a:pt x="22835" y="24145"/>
                    <a:pt x="22877" y="24118"/>
                    <a:pt x="22891" y="24132"/>
                  </a:cubicBezTo>
                  <a:cubicBezTo>
                    <a:pt x="22932" y="24145"/>
                    <a:pt x="22974" y="24159"/>
                    <a:pt x="23016" y="24187"/>
                  </a:cubicBezTo>
                  <a:cubicBezTo>
                    <a:pt x="23030" y="24201"/>
                    <a:pt x="23072" y="24201"/>
                    <a:pt x="23086" y="24215"/>
                  </a:cubicBezTo>
                  <a:cubicBezTo>
                    <a:pt x="23100" y="24243"/>
                    <a:pt x="23100" y="24257"/>
                    <a:pt x="23114" y="24271"/>
                  </a:cubicBezTo>
                  <a:close/>
                  <a:moveTo>
                    <a:pt x="23421" y="22723"/>
                  </a:moveTo>
                  <a:cubicBezTo>
                    <a:pt x="23379" y="22737"/>
                    <a:pt x="23323" y="22779"/>
                    <a:pt x="23295" y="22779"/>
                  </a:cubicBezTo>
                  <a:cubicBezTo>
                    <a:pt x="23239" y="22737"/>
                    <a:pt x="23184" y="22681"/>
                    <a:pt x="23156" y="22639"/>
                  </a:cubicBezTo>
                  <a:cubicBezTo>
                    <a:pt x="23128" y="22611"/>
                    <a:pt x="23184" y="22569"/>
                    <a:pt x="23198" y="22527"/>
                  </a:cubicBezTo>
                  <a:cubicBezTo>
                    <a:pt x="23309" y="22527"/>
                    <a:pt x="23365" y="22597"/>
                    <a:pt x="23421" y="22667"/>
                  </a:cubicBezTo>
                  <a:cubicBezTo>
                    <a:pt x="23435" y="22667"/>
                    <a:pt x="23421" y="22709"/>
                    <a:pt x="23421" y="22723"/>
                  </a:cubicBezTo>
                  <a:close/>
                  <a:moveTo>
                    <a:pt x="24118" y="24759"/>
                  </a:moveTo>
                  <a:lnTo>
                    <a:pt x="24090" y="24815"/>
                  </a:lnTo>
                  <a:lnTo>
                    <a:pt x="24048" y="24773"/>
                  </a:lnTo>
                  <a:close/>
                  <a:moveTo>
                    <a:pt x="24327" y="25373"/>
                  </a:moveTo>
                  <a:cubicBezTo>
                    <a:pt x="24286" y="25429"/>
                    <a:pt x="24230" y="25499"/>
                    <a:pt x="24272" y="25568"/>
                  </a:cubicBezTo>
                  <a:cubicBezTo>
                    <a:pt x="24299" y="25638"/>
                    <a:pt x="24341" y="25722"/>
                    <a:pt x="24230" y="25736"/>
                  </a:cubicBezTo>
                  <a:cubicBezTo>
                    <a:pt x="24188" y="25750"/>
                    <a:pt x="24090" y="25722"/>
                    <a:pt x="24048" y="25680"/>
                  </a:cubicBezTo>
                  <a:cubicBezTo>
                    <a:pt x="23951" y="25638"/>
                    <a:pt x="23937" y="25512"/>
                    <a:pt x="24007" y="25443"/>
                  </a:cubicBezTo>
                  <a:cubicBezTo>
                    <a:pt x="24090" y="25359"/>
                    <a:pt x="24174" y="25289"/>
                    <a:pt x="24272" y="25220"/>
                  </a:cubicBezTo>
                  <a:cubicBezTo>
                    <a:pt x="24286" y="25192"/>
                    <a:pt x="24313" y="25220"/>
                    <a:pt x="24341" y="25220"/>
                  </a:cubicBezTo>
                  <a:cubicBezTo>
                    <a:pt x="24355" y="25220"/>
                    <a:pt x="24369" y="25247"/>
                    <a:pt x="24383" y="25261"/>
                  </a:cubicBezTo>
                  <a:cubicBezTo>
                    <a:pt x="24355" y="25303"/>
                    <a:pt x="24341" y="25331"/>
                    <a:pt x="24327" y="25373"/>
                  </a:cubicBezTo>
                  <a:close/>
                  <a:moveTo>
                    <a:pt x="24495" y="23657"/>
                  </a:moveTo>
                  <a:cubicBezTo>
                    <a:pt x="24509" y="23643"/>
                    <a:pt x="24509" y="23629"/>
                    <a:pt x="24537" y="23629"/>
                  </a:cubicBezTo>
                  <a:cubicBezTo>
                    <a:pt x="24564" y="23629"/>
                    <a:pt x="24620" y="23643"/>
                    <a:pt x="24648" y="23657"/>
                  </a:cubicBezTo>
                  <a:cubicBezTo>
                    <a:pt x="24676" y="23657"/>
                    <a:pt x="24676" y="23699"/>
                    <a:pt x="24690" y="23713"/>
                  </a:cubicBezTo>
                  <a:cubicBezTo>
                    <a:pt x="24676" y="23727"/>
                    <a:pt x="24648" y="23769"/>
                    <a:pt x="24648" y="23769"/>
                  </a:cubicBezTo>
                  <a:cubicBezTo>
                    <a:pt x="24620" y="23713"/>
                    <a:pt x="24564" y="23699"/>
                    <a:pt x="24495" y="23657"/>
                  </a:cubicBezTo>
                  <a:close/>
                  <a:moveTo>
                    <a:pt x="24690" y="24606"/>
                  </a:moveTo>
                  <a:cubicBezTo>
                    <a:pt x="24690" y="24592"/>
                    <a:pt x="24676" y="24564"/>
                    <a:pt x="24676" y="24550"/>
                  </a:cubicBezTo>
                  <a:cubicBezTo>
                    <a:pt x="24676" y="24536"/>
                    <a:pt x="24690" y="24522"/>
                    <a:pt x="24704" y="24494"/>
                  </a:cubicBezTo>
                  <a:cubicBezTo>
                    <a:pt x="24704" y="24522"/>
                    <a:pt x="24718" y="24536"/>
                    <a:pt x="24718" y="24550"/>
                  </a:cubicBezTo>
                  <a:cubicBezTo>
                    <a:pt x="24718" y="24592"/>
                    <a:pt x="24704" y="24606"/>
                    <a:pt x="24690" y="24606"/>
                  </a:cubicBezTo>
                  <a:close/>
                  <a:moveTo>
                    <a:pt x="24118" y="28218"/>
                  </a:moveTo>
                  <a:cubicBezTo>
                    <a:pt x="24090" y="28232"/>
                    <a:pt x="24076" y="28246"/>
                    <a:pt x="24062" y="28246"/>
                  </a:cubicBezTo>
                  <a:cubicBezTo>
                    <a:pt x="24007" y="28260"/>
                    <a:pt x="23979" y="28246"/>
                    <a:pt x="23951" y="28177"/>
                  </a:cubicBezTo>
                  <a:cubicBezTo>
                    <a:pt x="23937" y="28107"/>
                    <a:pt x="23923" y="28037"/>
                    <a:pt x="23993" y="27981"/>
                  </a:cubicBezTo>
                  <a:cubicBezTo>
                    <a:pt x="24007" y="27967"/>
                    <a:pt x="24020" y="27981"/>
                    <a:pt x="24048" y="27981"/>
                  </a:cubicBezTo>
                  <a:cubicBezTo>
                    <a:pt x="24132" y="28037"/>
                    <a:pt x="24160" y="28121"/>
                    <a:pt x="24118" y="28218"/>
                  </a:cubicBezTo>
                  <a:close/>
                  <a:moveTo>
                    <a:pt x="24341" y="28776"/>
                  </a:moveTo>
                  <a:lnTo>
                    <a:pt x="24299" y="28721"/>
                  </a:lnTo>
                  <a:lnTo>
                    <a:pt x="24355" y="28749"/>
                  </a:lnTo>
                  <a:lnTo>
                    <a:pt x="24369" y="28804"/>
                  </a:lnTo>
                  <a:close/>
                  <a:moveTo>
                    <a:pt x="9765" y="62923"/>
                  </a:moveTo>
                  <a:lnTo>
                    <a:pt x="9779" y="62909"/>
                  </a:lnTo>
                  <a:cubicBezTo>
                    <a:pt x="9793" y="62951"/>
                    <a:pt x="9821" y="62964"/>
                    <a:pt x="9835" y="62978"/>
                  </a:cubicBezTo>
                  <a:cubicBezTo>
                    <a:pt x="9821" y="62964"/>
                    <a:pt x="9793" y="62951"/>
                    <a:pt x="9765" y="62923"/>
                  </a:cubicBezTo>
                  <a:close/>
                  <a:moveTo>
                    <a:pt x="9932" y="63048"/>
                  </a:moveTo>
                  <a:cubicBezTo>
                    <a:pt x="9918" y="63034"/>
                    <a:pt x="9891" y="63020"/>
                    <a:pt x="9863" y="62992"/>
                  </a:cubicBezTo>
                  <a:cubicBezTo>
                    <a:pt x="9891" y="63020"/>
                    <a:pt x="9918" y="63034"/>
                    <a:pt x="9960" y="63034"/>
                  </a:cubicBezTo>
                  <a:lnTo>
                    <a:pt x="9960" y="63090"/>
                  </a:lnTo>
                  <a:close/>
                  <a:moveTo>
                    <a:pt x="10309" y="63578"/>
                  </a:moveTo>
                  <a:cubicBezTo>
                    <a:pt x="10281" y="63550"/>
                    <a:pt x="10281" y="63536"/>
                    <a:pt x="10281" y="63522"/>
                  </a:cubicBezTo>
                  <a:cubicBezTo>
                    <a:pt x="10309" y="63467"/>
                    <a:pt x="10337" y="63453"/>
                    <a:pt x="10393" y="63481"/>
                  </a:cubicBezTo>
                  <a:cubicBezTo>
                    <a:pt x="10407" y="63508"/>
                    <a:pt x="10407" y="63522"/>
                    <a:pt x="10407" y="63536"/>
                  </a:cubicBezTo>
                  <a:cubicBezTo>
                    <a:pt x="10393" y="63592"/>
                    <a:pt x="10351" y="63606"/>
                    <a:pt x="10309" y="63578"/>
                  </a:cubicBezTo>
                  <a:close/>
                  <a:moveTo>
                    <a:pt x="24774" y="86942"/>
                  </a:moveTo>
                  <a:lnTo>
                    <a:pt x="24774" y="86900"/>
                  </a:lnTo>
                  <a:lnTo>
                    <a:pt x="24830" y="86914"/>
                  </a:lnTo>
                  <a:close/>
                  <a:moveTo>
                    <a:pt x="26768" y="78168"/>
                  </a:moveTo>
                  <a:cubicBezTo>
                    <a:pt x="26727" y="78127"/>
                    <a:pt x="26740" y="78113"/>
                    <a:pt x="26796" y="78113"/>
                  </a:cubicBezTo>
                  <a:cubicBezTo>
                    <a:pt x="26796" y="78127"/>
                    <a:pt x="26810" y="78127"/>
                    <a:pt x="26810" y="78155"/>
                  </a:cubicBezTo>
                  <a:cubicBezTo>
                    <a:pt x="26796" y="78155"/>
                    <a:pt x="26782" y="78168"/>
                    <a:pt x="26768" y="78168"/>
                  </a:cubicBezTo>
                  <a:close/>
                  <a:moveTo>
                    <a:pt x="27466" y="69269"/>
                  </a:moveTo>
                  <a:lnTo>
                    <a:pt x="27438" y="69325"/>
                  </a:lnTo>
                  <a:lnTo>
                    <a:pt x="27424" y="69269"/>
                  </a:lnTo>
                  <a:close/>
                  <a:moveTo>
                    <a:pt x="27145" y="73565"/>
                  </a:moveTo>
                  <a:lnTo>
                    <a:pt x="27047" y="73621"/>
                  </a:lnTo>
                  <a:cubicBezTo>
                    <a:pt x="27047" y="73621"/>
                    <a:pt x="27005" y="73579"/>
                    <a:pt x="27005" y="73565"/>
                  </a:cubicBezTo>
                  <a:cubicBezTo>
                    <a:pt x="27019" y="73482"/>
                    <a:pt x="27089" y="73426"/>
                    <a:pt x="27145" y="73440"/>
                  </a:cubicBezTo>
                  <a:cubicBezTo>
                    <a:pt x="27159" y="73440"/>
                    <a:pt x="27159" y="73482"/>
                    <a:pt x="27173" y="73496"/>
                  </a:cubicBezTo>
                  <a:cubicBezTo>
                    <a:pt x="27159" y="73524"/>
                    <a:pt x="27159" y="73551"/>
                    <a:pt x="27145" y="73565"/>
                  </a:cubicBezTo>
                  <a:close/>
                  <a:moveTo>
                    <a:pt x="27647" y="74751"/>
                  </a:moveTo>
                  <a:cubicBezTo>
                    <a:pt x="27647" y="74765"/>
                    <a:pt x="27633" y="74765"/>
                    <a:pt x="27633" y="74779"/>
                  </a:cubicBezTo>
                  <a:lnTo>
                    <a:pt x="27633" y="74849"/>
                  </a:lnTo>
                  <a:lnTo>
                    <a:pt x="27605" y="74849"/>
                  </a:lnTo>
                  <a:cubicBezTo>
                    <a:pt x="27619" y="74835"/>
                    <a:pt x="27619" y="74807"/>
                    <a:pt x="27633" y="74779"/>
                  </a:cubicBezTo>
                  <a:cubicBezTo>
                    <a:pt x="27633" y="74765"/>
                    <a:pt x="27633" y="74751"/>
                    <a:pt x="27647" y="74751"/>
                  </a:cubicBezTo>
                  <a:lnTo>
                    <a:pt x="27689" y="74737"/>
                  </a:lnTo>
                  <a:close/>
                  <a:moveTo>
                    <a:pt x="28372" y="73203"/>
                  </a:moveTo>
                  <a:cubicBezTo>
                    <a:pt x="28345" y="73203"/>
                    <a:pt x="28317" y="73203"/>
                    <a:pt x="28303" y="73175"/>
                  </a:cubicBezTo>
                  <a:cubicBezTo>
                    <a:pt x="28205" y="73091"/>
                    <a:pt x="28205" y="72994"/>
                    <a:pt x="28247" y="72868"/>
                  </a:cubicBezTo>
                  <a:lnTo>
                    <a:pt x="28233" y="72868"/>
                  </a:lnTo>
                  <a:lnTo>
                    <a:pt x="28233" y="72826"/>
                  </a:lnTo>
                  <a:cubicBezTo>
                    <a:pt x="28107" y="72756"/>
                    <a:pt x="28121" y="72589"/>
                    <a:pt x="28024" y="72505"/>
                  </a:cubicBezTo>
                  <a:cubicBezTo>
                    <a:pt x="27912" y="72394"/>
                    <a:pt x="27801" y="72310"/>
                    <a:pt x="27717" y="72198"/>
                  </a:cubicBezTo>
                  <a:cubicBezTo>
                    <a:pt x="27647" y="72115"/>
                    <a:pt x="27563" y="72003"/>
                    <a:pt x="27549" y="71892"/>
                  </a:cubicBezTo>
                  <a:cubicBezTo>
                    <a:pt x="27508" y="71473"/>
                    <a:pt x="27354" y="71055"/>
                    <a:pt x="27396" y="70622"/>
                  </a:cubicBezTo>
                  <a:cubicBezTo>
                    <a:pt x="27396" y="70580"/>
                    <a:pt x="27438" y="70525"/>
                    <a:pt x="27480" y="70553"/>
                  </a:cubicBezTo>
                  <a:cubicBezTo>
                    <a:pt x="27508" y="70553"/>
                    <a:pt x="27577" y="70580"/>
                    <a:pt x="27577" y="70622"/>
                  </a:cubicBezTo>
                  <a:cubicBezTo>
                    <a:pt x="27647" y="70901"/>
                    <a:pt x="27703" y="71180"/>
                    <a:pt x="27759" y="71459"/>
                  </a:cubicBezTo>
                  <a:cubicBezTo>
                    <a:pt x="27675" y="71738"/>
                    <a:pt x="27759" y="71961"/>
                    <a:pt x="27996" y="72129"/>
                  </a:cubicBezTo>
                  <a:cubicBezTo>
                    <a:pt x="28121" y="72226"/>
                    <a:pt x="28177" y="72352"/>
                    <a:pt x="28191" y="72505"/>
                  </a:cubicBezTo>
                  <a:cubicBezTo>
                    <a:pt x="28205" y="72603"/>
                    <a:pt x="28205" y="72715"/>
                    <a:pt x="28233" y="72812"/>
                  </a:cubicBezTo>
                  <a:lnTo>
                    <a:pt x="28247" y="72826"/>
                  </a:lnTo>
                  <a:lnTo>
                    <a:pt x="28247" y="72854"/>
                  </a:lnTo>
                  <a:cubicBezTo>
                    <a:pt x="28372" y="72896"/>
                    <a:pt x="28386" y="73007"/>
                    <a:pt x="28400" y="73133"/>
                  </a:cubicBezTo>
                  <a:cubicBezTo>
                    <a:pt x="28414" y="73175"/>
                    <a:pt x="28386" y="73203"/>
                    <a:pt x="28372" y="73203"/>
                  </a:cubicBezTo>
                  <a:close/>
                  <a:moveTo>
                    <a:pt x="28526" y="67093"/>
                  </a:moveTo>
                  <a:lnTo>
                    <a:pt x="28512" y="67135"/>
                  </a:lnTo>
                  <a:lnTo>
                    <a:pt x="28512" y="67079"/>
                  </a:lnTo>
                  <a:lnTo>
                    <a:pt x="28554" y="67079"/>
                  </a:lnTo>
                  <a:close/>
                  <a:moveTo>
                    <a:pt x="32250" y="60802"/>
                  </a:moveTo>
                  <a:cubicBezTo>
                    <a:pt x="32292" y="60802"/>
                    <a:pt x="32320" y="60816"/>
                    <a:pt x="32362" y="60830"/>
                  </a:cubicBezTo>
                  <a:cubicBezTo>
                    <a:pt x="32362" y="60886"/>
                    <a:pt x="32348" y="60928"/>
                    <a:pt x="32292" y="60928"/>
                  </a:cubicBezTo>
                  <a:cubicBezTo>
                    <a:pt x="32250" y="60928"/>
                    <a:pt x="32236" y="60872"/>
                    <a:pt x="32208" y="60858"/>
                  </a:cubicBezTo>
                  <a:cubicBezTo>
                    <a:pt x="32236" y="60830"/>
                    <a:pt x="32250" y="60802"/>
                    <a:pt x="32250" y="60802"/>
                  </a:cubicBezTo>
                  <a:close/>
                  <a:moveTo>
                    <a:pt x="29391" y="50592"/>
                  </a:moveTo>
                  <a:cubicBezTo>
                    <a:pt x="29419" y="50620"/>
                    <a:pt x="29446" y="50620"/>
                    <a:pt x="29446" y="50634"/>
                  </a:cubicBezTo>
                  <a:cubicBezTo>
                    <a:pt x="29446" y="50648"/>
                    <a:pt x="29433" y="50676"/>
                    <a:pt x="29433" y="50690"/>
                  </a:cubicBezTo>
                  <a:cubicBezTo>
                    <a:pt x="29419" y="50662"/>
                    <a:pt x="29391" y="50662"/>
                    <a:pt x="29377" y="50648"/>
                  </a:cubicBezTo>
                  <a:cubicBezTo>
                    <a:pt x="29377" y="50634"/>
                    <a:pt x="29391" y="50592"/>
                    <a:pt x="29391" y="50592"/>
                  </a:cubicBezTo>
                  <a:close/>
                  <a:moveTo>
                    <a:pt x="29098" y="50229"/>
                  </a:moveTo>
                  <a:cubicBezTo>
                    <a:pt x="29098" y="50257"/>
                    <a:pt x="29112" y="50257"/>
                    <a:pt x="29112" y="50271"/>
                  </a:cubicBezTo>
                  <a:cubicBezTo>
                    <a:pt x="29140" y="50271"/>
                    <a:pt x="29154" y="50271"/>
                    <a:pt x="29154" y="50285"/>
                  </a:cubicBezTo>
                  <a:cubicBezTo>
                    <a:pt x="29154" y="50327"/>
                    <a:pt x="29140" y="50299"/>
                    <a:pt x="29112" y="50271"/>
                  </a:cubicBezTo>
                  <a:lnTo>
                    <a:pt x="29084" y="50271"/>
                  </a:lnTo>
                  <a:close/>
                  <a:moveTo>
                    <a:pt x="30507" y="74472"/>
                  </a:moveTo>
                  <a:cubicBezTo>
                    <a:pt x="30548" y="74612"/>
                    <a:pt x="30548" y="74751"/>
                    <a:pt x="30618" y="74877"/>
                  </a:cubicBezTo>
                  <a:cubicBezTo>
                    <a:pt x="30702" y="75058"/>
                    <a:pt x="30702" y="75239"/>
                    <a:pt x="30632" y="75435"/>
                  </a:cubicBezTo>
                  <a:cubicBezTo>
                    <a:pt x="30548" y="75602"/>
                    <a:pt x="30548" y="75797"/>
                    <a:pt x="30604" y="75992"/>
                  </a:cubicBezTo>
                  <a:cubicBezTo>
                    <a:pt x="30632" y="76132"/>
                    <a:pt x="30674" y="76271"/>
                    <a:pt x="30688" y="76411"/>
                  </a:cubicBezTo>
                  <a:cubicBezTo>
                    <a:pt x="30688" y="76439"/>
                    <a:pt x="30688" y="76509"/>
                    <a:pt x="30674" y="76523"/>
                  </a:cubicBezTo>
                  <a:cubicBezTo>
                    <a:pt x="30618" y="76564"/>
                    <a:pt x="30604" y="76509"/>
                    <a:pt x="30562" y="76453"/>
                  </a:cubicBezTo>
                  <a:cubicBezTo>
                    <a:pt x="30409" y="76216"/>
                    <a:pt x="30339" y="75937"/>
                    <a:pt x="30283" y="75658"/>
                  </a:cubicBezTo>
                  <a:cubicBezTo>
                    <a:pt x="30269" y="75574"/>
                    <a:pt x="30269" y="75462"/>
                    <a:pt x="30297" y="75379"/>
                  </a:cubicBezTo>
                  <a:cubicBezTo>
                    <a:pt x="30409" y="75114"/>
                    <a:pt x="30395" y="74877"/>
                    <a:pt x="30339" y="74612"/>
                  </a:cubicBezTo>
                  <a:cubicBezTo>
                    <a:pt x="30297" y="74472"/>
                    <a:pt x="30325" y="74333"/>
                    <a:pt x="30297" y="74193"/>
                  </a:cubicBezTo>
                  <a:cubicBezTo>
                    <a:pt x="30297" y="74179"/>
                    <a:pt x="30325" y="74137"/>
                    <a:pt x="30339" y="74123"/>
                  </a:cubicBezTo>
                  <a:cubicBezTo>
                    <a:pt x="30367" y="74137"/>
                    <a:pt x="30437" y="74151"/>
                    <a:pt x="30437" y="74193"/>
                  </a:cubicBezTo>
                  <a:cubicBezTo>
                    <a:pt x="30479" y="74291"/>
                    <a:pt x="30493" y="74388"/>
                    <a:pt x="30507" y="74472"/>
                  </a:cubicBezTo>
                  <a:close/>
                  <a:moveTo>
                    <a:pt x="29809" y="67289"/>
                  </a:moveTo>
                  <a:lnTo>
                    <a:pt x="29865" y="67302"/>
                  </a:lnTo>
                  <a:lnTo>
                    <a:pt x="29809" y="67316"/>
                  </a:lnTo>
                  <a:close/>
                  <a:moveTo>
                    <a:pt x="29990" y="68042"/>
                  </a:moveTo>
                  <a:cubicBezTo>
                    <a:pt x="30186" y="68014"/>
                    <a:pt x="30297" y="68125"/>
                    <a:pt x="30409" y="68265"/>
                  </a:cubicBezTo>
                  <a:cubicBezTo>
                    <a:pt x="30423" y="68293"/>
                    <a:pt x="30437" y="68349"/>
                    <a:pt x="30423" y="68390"/>
                  </a:cubicBezTo>
                  <a:cubicBezTo>
                    <a:pt x="30325" y="68669"/>
                    <a:pt x="30186" y="68893"/>
                    <a:pt x="29990" y="69102"/>
                  </a:cubicBezTo>
                  <a:cubicBezTo>
                    <a:pt x="29921" y="69172"/>
                    <a:pt x="29879" y="69255"/>
                    <a:pt x="29879" y="69367"/>
                  </a:cubicBezTo>
                  <a:cubicBezTo>
                    <a:pt x="29879" y="69395"/>
                    <a:pt x="29879" y="69465"/>
                    <a:pt x="29851" y="69478"/>
                  </a:cubicBezTo>
                  <a:cubicBezTo>
                    <a:pt x="29795" y="69520"/>
                    <a:pt x="29725" y="69548"/>
                    <a:pt x="29656" y="69576"/>
                  </a:cubicBezTo>
                  <a:cubicBezTo>
                    <a:pt x="29614" y="69590"/>
                    <a:pt x="29572" y="69576"/>
                    <a:pt x="29516" y="69576"/>
                  </a:cubicBezTo>
                  <a:cubicBezTo>
                    <a:pt x="29460" y="69576"/>
                    <a:pt x="29433" y="69548"/>
                    <a:pt x="29377" y="69548"/>
                  </a:cubicBezTo>
                  <a:cubicBezTo>
                    <a:pt x="29279" y="69548"/>
                    <a:pt x="29181" y="69576"/>
                    <a:pt x="29098" y="69576"/>
                  </a:cubicBezTo>
                  <a:cubicBezTo>
                    <a:pt x="29070" y="69576"/>
                    <a:pt x="29028" y="69520"/>
                    <a:pt x="29014" y="69465"/>
                  </a:cubicBezTo>
                  <a:cubicBezTo>
                    <a:pt x="29000" y="69437"/>
                    <a:pt x="29000" y="69367"/>
                    <a:pt x="29014" y="69325"/>
                  </a:cubicBezTo>
                  <a:cubicBezTo>
                    <a:pt x="29084" y="69046"/>
                    <a:pt x="29098" y="68767"/>
                    <a:pt x="29098" y="68474"/>
                  </a:cubicBezTo>
                  <a:cubicBezTo>
                    <a:pt x="29098" y="68404"/>
                    <a:pt x="29112" y="68335"/>
                    <a:pt x="29140" y="68265"/>
                  </a:cubicBezTo>
                  <a:cubicBezTo>
                    <a:pt x="29168" y="68209"/>
                    <a:pt x="29223" y="68139"/>
                    <a:pt x="29279" y="68125"/>
                  </a:cubicBezTo>
                  <a:cubicBezTo>
                    <a:pt x="29516" y="68112"/>
                    <a:pt x="29767" y="68070"/>
                    <a:pt x="29990" y="68042"/>
                  </a:cubicBezTo>
                  <a:close/>
                  <a:moveTo>
                    <a:pt x="29502" y="27702"/>
                  </a:moveTo>
                  <a:cubicBezTo>
                    <a:pt x="29502" y="27702"/>
                    <a:pt x="29516" y="27702"/>
                    <a:pt x="29516" y="27730"/>
                  </a:cubicBezTo>
                  <a:lnTo>
                    <a:pt x="29572" y="27730"/>
                  </a:lnTo>
                  <a:lnTo>
                    <a:pt x="29572" y="27758"/>
                  </a:lnTo>
                  <a:cubicBezTo>
                    <a:pt x="29670" y="27884"/>
                    <a:pt x="29795" y="27981"/>
                    <a:pt x="29893" y="28107"/>
                  </a:cubicBezTo>
                  <a:cubicBezTo>
                    <a:pt x="29949" y="28163"/>
                    <a:pt x="29921" y="28260"/>
                    <a:pt x="29865" y="28288"/>
                  </a:cubicBezTo>
                  <a:cubicBezTo>
                    <a:pt x="29739" y="28330"/>
                    <a:pt x="29642" y="28288"/>
                    <a:pt x="29544" y="28191"/>
                  </a:cubicBezTo>
                  <a:cubicBezTo>
                    <a:pt x="29502" y="28149"/>
                    <a:pt x="29488" y="28079"/>
                    <a:pt x="29516" y="28009"/>
                  </a:cubicBezTo>
                  <a:cubicBezTo>
                    <a:pt x="29530" y="27981"/>
                    <a:pt x="29530" y="27953"/>
                    <a:pt x="29530" y="27940"/>
                  </a:cubicBezTo>
                  <a:cubicBezTo>
                    <a:pt x="29544" y="27884"/>
                    <a:pt x="29544" y="27814"/>
                    <a:pt x="29572" y="27758"/>
                  </a:cubicBezTo>
                  <a:lnTo>
                    <a:pt x="29544" y="27744"/>
                  </a:lnTo>
                  <a:cubicBezTo>
                    <a:pt x="29530" y="27744"/>
                    <a:pt x="29530" y="27730"/>
                    <a:pt x="29516" y="27730"/>
                  </a:cubicBezTo>
                  <a:cubicBezTo>
                    <a:pt x="29474" y="27730"/>
                    <a:pt x="29460" y="27730"/>
                    <a:pt x="29446" y="27702"/>
                  </a:cubicBezTo>
                  <a:cubicBezTo>
                    <a:pt x="29419" y="27674"/>
                    <a:pt x="29446" y="27661"/>
                    <a:pt x="29502" y="27702"/>
                  </a:cubicBezTo>
                  <a:close/>
                  <a:moveTo>
                    <a:pt x="29042" y="26419"/>
                  </a:moveTo>
                  <a:lnTo>
                    <a:pt x="29098" y="26419"/>
                  </a:lnTo>
                  <a:cubicBezTo>
                    <a:pt x="29154" y="26475"/>
                    <a:pt x="29154" y="26503"/>
                    <a:pt x="29084" y="26503"/>
                  </a:cubicBezTo>
                  <a:cubicBezTo>
                    <a:pt x="29070" y="26503"/>
                    <a:pt x="29028" y="26489"/>
                    <a:pt x="29028" y="26475"/>
                  </a:cubicBezTo>
                  <a:cubicBezTo>
                    <a:pt x="29028" y="26475"/>
                    <a:pt x="29042" y="26447"/>
                    <a:pt x="29042" y="26419"/>
                  </a:cubicBezTo>
                  <a:close/>
                  <a:moveTo>
                    <a:pt x="29168" y="37034"/>
                  </a:moveTo>
                  <a:cubicBezTo>
                    <a:pt x="29168" y="37048"/>
                    <a:pt x="29154" y="37076"/>
                    <a:pt x="29154" y="37076"/>
                  </a:cubicBezTo>
                  <a:cubicBezTo>
                    <a:pt x="29140" y="37076"/>
                    <a:pt x="29112" y="37076"/>
                    <a:pt x="29098" y="37048"/>
                  </a:cubicBezTo>
                  <a:cubicBezTo>
                    <a:pt x="29098" y="37034"/>
                    <a:pt x="29112" y="37020"/>
                    <a:pt x="29112" y="37020"/>
                  </a:cubicBezTo>
                  <a:cubicBezTo>
                    <a:pt x="29140" y="37020"/>
                    <a:pt x="29154" y="37034"/>
                    <a:pt x="29168" y="37034"/>
                  </a:cubicBezTo>
                  <a:close/>
                  <a:moveTo>
                    <a:pt x="27396" y="24689"/>
                  </a:moveTo>
                  <a:cubicBezTo>
                    <a:pt x="27494" y="24676"/>
                    <a:pt x="27577" y="24662"/>
                    <a:pt x="27647" y="24592"/>
                  </a:cubicBezTo>
                  <a:lnTo>
                    <a:pt x="27759" y="24480"/>
                  </a:lnTo>
                  <a:cubicBezTo>
                    <a:pt x="27759" y="24494"/>
                    <a:pt x="27773" y="24536"/>
                    <a:pt x="27773" y="24550"/>
                  </a:cubicBezTo>
                  <a:cubicBezTo>
                    <a:pt x="27842" y="24815"/>
                    <a:pt x="27982" y="25038"/>
                    <a:pt x="28121" y="25247"/>
                  </a:cubicBezTo>
                  <a:cubicBezTo>
                    <a:pt x="28177" y="25317"/>
                    <a:pt x="28191" y="25415"/>
                    <a:pt x="28205" y="25512"/>
                  </a:cubicBezTo>
                  <a:cubicBezTo>
                    <a:pt x="28177" y="25582"/>
                    <a:pt x="28135" y="25652"/>
                    <a:pt x="28107" y="25694"/>
                  </a:cubicBezTo>
                  <a:cubicBezTo>
                    <a:pt x="28066" y="25736"/>
                    <a:pt x="28038" y="25764"/>
                    <a:pt x="27982" y="25764"/>
                  </a:cubicBezTo>
                  <a:cubicBezTo>
                    <a:pt x="27926" y="25791"/>
                    <a:pt x="27898" y="25750"/>
                    <a:pt x="27898" y="25694"/>
                  </a:cubicBezTo>
                  <a:cubicBezTo>
                    <a:pt x="27884" y="25485"/>
                    <a:pt x="27773" y="25345"/>
                    <a:pt x="27577" y="25247"/>
                  </a:cubicBezTo>
                  <a:cubicBezTo>
                    <a:pt x="27424" y="25178"/>
                    <a:pt x="27326" y="25038"/>
                    <a:pt x="27271" y="24885"/>
                  </a:cubicBezTo>
                  <a:cubicBezTo>
                    <a:pt x="27257" y="24773"/>
                    <a:pt x="27284" y="24703"/>
                    <a:pt x="27396" y="24689"/>
                  </a:cubicBezTo>
                  <a:close/>
                  <a:moveTo>
                    <a:pt x="27828" y="35862"/>
                  </a:moveTo>
                  <a:cubicBezTo>
                    <a:pt x="27815" y="35862"/>
                    <a:pt x="27787" y="35890"/>
                    <a:pt x="27773" y="35890"/>
                  </a:cubicBezTo>
                  <a:cubicBezTo>
                    <a:pt x="27759" y="35890"/>
                    <a:pt x="27759" y="35848"/>
                    <a:pt x="27745" y="35834"/>
                  </a:cubicBezTo>
                  <a:cubicBezTo>
                    <a:pt x="27759" y="35834"/>
                    <a:pt x="27773" y="35820"/>
                    <a:pt x="27787" y="35834"/>
                  </a:cubicBezTo>
                  <a:cubicBezTo>
                    <a:pt x="27815" y="35834"/>
                    <a:pt x="27815" y="35848"/>
                    <a:pt x="27828" y="35862"/>
                  </a:cubicBezTo>
                  <a:close/>
                  <a:moveTo>
                    <a:pt x="27019" y="23099"/>
                  </a:moveTo>
                  <a:cubicBezTo>
                    <a:pt x="27061" y="23127"/>
                    <a:pt x="27117" y="23127"/>
                    <a:pt x="27131" y="23155"/>
                  </a:cubicBezTo>
                  <a:cubicBezTo>
                    <a:pt x="27145" y="23197"/>
                    <a:pt x="27159" y="23225"/>
                    <a:pt x="27187" y="23281"/>
                  </a:cubicBezTo>
                  <a:cubicBezTo>
                    <a:pt x="27187" y="23281"/>
                    <a:pt x="27145" y="23295"/>
                    <a:pt x="27131" y="23309"/>
                  </a:cubicBezTo>
                  <a:cubicBezTo>
                    <a:pt x="27089" y="23295"/>
                    <a:pt x="27047" y="23267"/>
                    <a:pt x="27019" y="23225"/>
                  </a:cubicBezTo>
                  <a:cubicBezTo>
                    <a:pt x="27005" y="23169"/>
                    <a:pt x="27019" y="23141"/>
                    <a:pt x="27019" y="23099"/>
                  </a:cubicBezTo>
                  <a:close/>
                  <a:moveTo>
                    <a:pt x="25485" y="19054"/>
                  </a:moveTo>
                  <a:cubicBezTo>
                    <a:pt x="25513" y="19040"/>
                    <a:pt x="25527" y="19012"/>
                    <a:pt x="25555" y="18985"/>
                  </a:cubicBezTo>
                  <a:cubicBezTo>
                    <a:pt x="25541" y="19026"/>
                    <a:pt x="25527" y="19040"/>
                    <a:pt x="25485" y="19054"/>
                  </a:cubicBezTo>
                  <a:cubicBezTo>
                    <a:pt x="25513" y="19124"/>
                    <a:pt x="25485" y="19124"/>
                    <a:pt x="25457" y="19096"/>
                  </a:cubicBezTo>
                  <a:cubicBezTo>
                    <a:pt x="25457" y="19096"/>
                    <a:pt x="25485" y="19082"/>
                    <a:pt x="25485" y="19054"/>
                  </a:cubicBezTo>
                  <a:close/>
                  <a:moveTo>
                    <a:pt x="25374" y="21119"/>
                  </a:moveTo>
                  <a:lnTo>
                    <a:pt x="25374" y="21147"/>
                  </a:lnTo>
                  <a:cubicBezTo>
                    <a:pt x="25387" y="21147"/>
                    <a:pt x="25387" y="21147"/>
                    <a:pt x="25401" y="21174"/>
                  </a:cubicBezTo>
                  <a:cubicBezTo>
                    <a:pt x="25387" y="21202"/>
                    <a:pt x="25387" y="21188"/>
                    <a:pt x="25374" y="21147"/>
                  </a:cubicBezTo>
                  <a:lnTo>
                    <a:pt x="25374" y="21119"/>
                  </a:lnTo>
                  <a:lnTo>
                    <a:pt x="25332" y="21105"/>
                  </a:lnTo>
                  <a:close/>
                  <a:moveTo>
                    <a:pt x="25262" y="25777"/>
                  </a:moveTo>
                  <a:cubicBezTo>
                    <a:pt x="25248" y="25736"/>
                    <a:pt x="25220" y="25680"/>
                    <a:pt x="25220" y="25638"/>
                  </a:cubicBezTo>
                  <a:cubicBezTo>
                    <a:pt x="25262" y="25457"/>
                    <a:pt x="25346" y="25317"/>
                    <a:pt x="25513" y="25233"/>
                  </a:cubicBezTo>
                  <a:cubicBezTo>
                    <a:pt x="25527" y="25206"/>
                    <a:pt x="25555" y="25206"/>
                    <a:pt x="25583" y="25206"/>
                  </a:cubicBezTo>
                  <a:cubicBezTo>
                    <a:pt x="25611" y="25233"/>
                    <a:pt x="25666" y="25247"/>
                    <a:pt x="25694" y="25261"/>
                  </a:cubicBezTo>
                  <a:cubicBezTo>
                    <a:pt x="25862" y="25387"/>
                    <a:pt x="26001" y="25512"/>
                    <a:pt x="26155" y="25610"/>
                  </a:cubicBezTo>
                  <a:cubicBezTo>
                    <a:pt x="26183" y="25652"/>
                    <a:pt x="26224" y="25666"/>
                    <a:pt x="26252" y="25694"/>
                  </a:cubicBezTo>
                  <a:cubicBezTo>
                    <a:pt x="26573" y="26015"/>
                    <a:pt x="26517" y="26335"/>
                    <a:pt x="26141" y="26559"/>
                  </a:cubicBezTo>
                  <a:cubicBezTo>
                    <a:pt x="26113" y="26573"/>
                    <a:pt x="26099" y="26586"/>
                    <a:pt x="26085" y="26586"/>
                  </a:cubicBezTo>
                  <a:cubicBezTo>
                    <a:pt x="25959" y="26656"/>
                    <a:pt x="25904" y="26642"/>
                    <a:pt x="25834" y="26573"/>
                  </a:cubicBezTo>
                  <a:cubicBezTo>
                    <a:pt x="25597" y="26363"/>
                    <a:pt x="25443" y="26056"/>
                    <a:pt x="25262" y="25777"/>
                  </a:cubicBezTo>
                  <a:close/>
                  <a:moveTo>
                    <a:pt x="26210" y="42446"/>
                  </a:moveTo>
                  <a:cubicBezTo>
                    <a:pt x="26169" y="42488"/>
                    <a:pt x="26099" y="42530"/>
                    <a:pt x="26029" y="42544"/>
                  </a:cubicBezTo>
                  <a:cubicBezTo>
                    <a:pt x="26001" y="42558"/>
                    <a:pt x="25945" y="42544"/>
                    <a:pt x="25890" y="42544"/>
                  </a:cubicBezTo>
                  <a:cubicBezTo>
                    <a:pt x="25834" y="42544"/>
                    <a:pt x="25806" y="42530"/>
                    <a:pt x="25764" y="42530"/>
                  </a:cubicBezTo>
                  <a:lnTo>
                    <a:pt x="25541" y="42530"/>
                  </a:lnTo>
                  <a:cubicBezTo>
                    <a:pt x="25457" y="42530"/>
                    <a:pt x="25387" y="42474"/>
                    <a:pt x="25401" y="42418"/>
                  </a:cubicBezTo>
                  <a:cubicBezTo>
                    <a:pt x="25415" y="42348"/>
                    <a:pt x="25457" y="42279"/>
                    <a:pt x="25513" y="42251"/>
                  </a:cubicBezTo>
                  <a:cubicBezTo>
                    <a:pt x="25694" y="42125"/>
                    <a:pt x="25931" y="42167"/>
                    <a:pt x="26141" y="42181"/>
                  </a:cubicBezTo>
                  <a:cubicBezTo>
                    <a:pt x="26280" y="42195"/>
                    <a:pt x="26308" y="42307"/>
                    <a:pt x="26210" y="42446"/>
                  </a:cubicBezTo>
                  <a:close/>
                  <a:moveTo>
                    <a:pt x="33115" y="41693"/>
                  </a:moveTo>
                  <a:cubicBezTo>
                    <a:pt x="33017" y="41749"/>
                    <a:pt x="32948" y="41790"/>
                    <a:pt x="32864" y="41846"/>
                  </a:cubicBezTo>
                  <a:cubicBezTo>
                    <a:pt x="32710" y="41930"/>
                    <a:pt x="32571" y="41986"/>
                    <a:pt x="32390" y="41916"/>
                  </a:cubicBezTo>
                  <a:cubicBezTo>
                    <a:pt x="32180" y="41846"/>
                    <a:pt x="31971" y="41874"/>
                    <a:pt x="31762" y="41958"/>
                  </a:cubicBezTo>
                  <a:cubicBezTo>
                    <a:pt x="31622" y="42000"/>
                    <a:pt x="31483" y="41986"/>
                    <a:pt x="31344" y="41930"/>
                  </a:cubicBezTo>
                  <a:cubicBezTo>
                    <a:pt x="31065" y="41846"/>
                    <a:pt x="30813" y="41763"/>
                    <a:pt x="30534" y="41679"/>
                  </a:cubicBezTo>
                  <a:cubicBezTo>
                    <a:pt x="30465" y="41651"/>
                    <a:pt x="30409" y="41609"/>
                    <a:pt x="30353" y="41553"/>
                  </a:cubicBezTo>
                  <a:cubicBezTo>
                    <a:pt x="30311" y="41512"/>
                    <a:pt x="30283" y="41470"/>
                    <a:pt x="30242" y="41470"/>
                  </a:cubicBezTo>
                  <a:cubicBezTo>
                    <a:pt x="29990" y="41442"/>
                    <a:pt x="29739" y="41330"/>
                    <a:pt x="29502" y="41274"/>
                  </a:cubicBezTo>
                  <a:cubicBezTo>
                    <a:pt x="29014" y="41177"/>
                    <a:pt x="28540" y="41288"/>
                    <a:pt x="28093" y="41442"/>
                  </a:cubicBezTo>
                  <a:cubicBezTo>
                    <a:pt x="27912" y="41512"/>
                    <a:pt x="27759" y="41637"/>
                    <a:pt x="27633" y="41790"/>
                  </a:cubicBezTo>
                  <a:cubicBezTo>
                    <a:pt x="27549" y="41902"/>
                    <a:pt x="27438" y="41930"/>
                    <a:pt x="27326" y="41902"/>
                  </a:cubicBezTo>
                  <a:cubicBezTo>
                    <a:pt x="27061" y="41818"/>
                    <a:pt x="26796" y="41860"/>
                    <a:pt x="26531" y="41860"/>
                  </a:cubicBezTo>
                  <a:cubicBezTo>
                    <a:pt x="26169" y="41846"/>
                    <a:pt x="25890" y="41707"/>
                    <a:pt x="25736" y="41358"/>
                  </a:cubicBezTo>
                  <a:cubicBezTo>
                    <a:pt x="25680" y="41246"/>
                    <a:pt x="25625" y="41149"/>
                    <a:pt x="25583" y="41023"/>
                  </a:cubicBezTo>
                  <a:cubicBezTo>
                    <a:pt x="25555" y="40954"/>
                    <a:pt x="25555" y="40884"/>
                    <a:pt x="25583" y="40814"/>
                  </a:cubicBezTo>
                  <a:cubicBezTo>
                    <a:pt x="25625" y="40661"/>
                    <a:pt x="25625" y="40479"/>
                    <a:pt x="25764" y="40368"/>
                  </a:cubicBezTo>
                  <a:cubicBezTo>
                    <a:pt x="25904" y="40242"/>
                    <a:pt x="25959" y="40103"/>
                    <a:pt x="25959" y="39921"/>
                  </a:cubicBezTo>
                  <a:cubicBezTo>
                    <a:pt x="25959" y="39782"/>
                    <a:pt x="25973" y="39642"/>
                    <a:pt x="26001" y="39489"/>
                  </a:cubicBezTo>
                  <a:cubicBezTo>
                    <a:pt x="26015" y="39391"/>
                    <a:pt x="26071" y="39322"/>
                    <a:pt x="26169" y="39280"/>
                  </a:cubicBezTo>
                  <a:cubicBezTo>
                    <a:pt x="26364" y="39210"/>
                    <a:pt x="26434" y="39084"/>
                    <a:pt x="26448" y="38903"/>
                  </a:cubicBezTo>
                  <a:cubicBezTo>
                    <a:pt x="26461" y="38805"/>
                    <a:pt x="26503" y="38708"/>
                    <a:pt x="26559" y="38638"/>
                  </a:cubicBezTo>
                  <a:cubicBezTo>
                    <a:pt x="26699" y="38429"/>
                    <a:pt x="26866" y="38220"/>
                    <a:pt x="27019" y="37996"/>
                  </a:cubicBezTo>
                  <a:cubicBezTo>
                    <a:pt x="27089" y="37899"/>
                    <a:pt x="27229" y="37871"/>
                    <a:pt x="27354" y="37927"/>
                  </a:cubicBezTo>
                  <a:cubicBezTo>
                    <a:pt x="27368" y="37941"/>
                    <a:pt x="27410" y="37941"/>
                    <a:pt x="27424" y="37941"/>
                  </a:cubicBezTo>
                  <a:cubicBezTo>
                    <a:pt x="27675" y="38150"/>
                    <a:pt x="27954" y="38275"/>
                    <a:pt x="28261" y="38275"/>
                  </a:cubicBezTo>
                  <a:cubicBezTo>
                    <a:pt x="28331" y="38275"/>
                    <a:pt x="28386" y="38373"/>
                    <a:pt x="28331" y="38429"/>
                  </a:cubicBezTo>
                  <a:cubicBezTo>
                    <a:pt x="28261" y="38499"/>
                    <a:pt x="28191" y="38568"/>
                    <a:pt x="28135" y="38638"/>
                  </a:cubicBezTo>
                  <a:cubicBezTo>
                    <a:pt x="28093" y="38694"/>
                    <a:pt x="28107" y="38778"/>
                    <a:pt x="28177" y="38805"/>
                  </a:cubicBezTo>
                  <a:cubicBezTo>
                    <a:pt x="28205" y="38833"/>
                    <a:pt x="28261" y="38847"/>
                    <a:pt x="28317" y="38861"/>
                  </a:cubicBezTo>
                  <a:cubicBezTo>
                    <a:pt x="28456" y="38931"/>
                    <a:pt x="28526" y="39043"/>
                    <a:pt x="28554" y="39196"/>
                  </a:cubicBezTo>
                  <a:cubicBezTo>
                    <a:pt x="28596" y="39391"/>
                    <a:pt x="28763" y="39461"/>
                    <a:pt x="28930" y="39405"/>
                  </a:cubicBezTo>
                  <a:cubicBezTo>
                    <a:pt x="29000" y="39363"/>
                    <a:pt x="29070" y="39349"/>
                    <a:pt x="29112" y="39322"/>
                  </a:cubicBezTo>
                  <a:cubicBezTo>
                    <a:pt x="29237" y="39252"/>
                    <a:pt x="29377" y="39196"/>
                    <a:pt x="29502" y="39126"/>
                  </a:cubicBezTo>
                  <a:cubicBezTo>
                    <a:pt x="29670" y="39015"/>
                    <a:pt x="29851" y="38987"/>
                    <a:pt x="30046" y="38973"/>
                  </a:cubicBezTo>
                  <a:cubicBezTo>
                    <a:pt x="30074" y="38973"/>
                    <a:pt x="30130" y="38931"/>
                    <a:pt x="30158" y="38917"/>
                  </a:cubicBezTo>
                  <a:cubicBezTo>
                    <a:pt x="30214" y="38903"/>
                    <a:pt x="30256" y="38805"/>
                    <a:pt x="30228" y="38722"/>
                  </a:cubicBezTo>
                  <a:cubicBezTo>
                    <a:pt x="30214" y="38652"/>
                    <a:pt x="30144" y="38596"/>
                    <a:pt x="30074" y="38596"/>
                  </a:cubicBezTo>
                  <a:lnTo>
                    <a:pt x="30004" y="38596"/>
                  </a:lnTo>
                  <a:cubicBezTo>
                    <a:pt x="29460" y="38666"/>
                    <a:pt x="29460" y="38666"/>
                    <a:pt x="29154" y="38234"/>
                  </a:cubicBezTo>
                  <a:lnTo>
                    <a:pt x="29098" y="38248"/>
                  </a:lnTo>
                  <a:lnTo>
                    <a:pt x="29140" y="38220"/>
                  </a:lnTo>
                  <a:lnTo>
                    <a:pt x="29154" y="38234"/>
                  </a:lnTo>
                  <a:lnTo>
                    <a:pt x="29154" y="38234"/>
                  </a:lnTo>
                  <a:cubicBezTo>
                    <a:pt x="29349" y="38010"/>
                    <a:pt x="29558" y="37857"/>
                    <a:pt x="29851" y="37801"/>
                  </a:cubicBezTo>
                  <a:cubicBezTo>
                    <a:pt x="30018" y="37787"/>
                    <a:pt x="30158" y="37717"/>
                    <a:pt x="30297" y="37592"/>
                  </a:cubicBezTo>
                  <a:cubicBezTo>
                    <a:pt x="30548" y="37383"/>
                    <a:pt x="30841" y="37327"/>
                    <a:pt x="31162" y="37369"/>
                  </a:cubicBezTo>
                  <a:lnTo>
                    <a:pt x="31260" y="37369"/>
                  </a:lnTo>
                  <a:lnTo>
                    <a:pt x="31274" y="37341"/>
                  </a:lnTo>
                  <a:lnTo>
                    <a:pt x="31316" y="37327"/>
                  </a:lnTo>
                  <a:lnTo>
                    <a:pt x="31302" y="37383"/>
                  </a:lnTo>
                  <a:lnTo>
                    <a:pt x="31260" y="37383"/>
                  </a:lnTo>
                  <a:lnTo>
                    <a:pt x="30925" y="37717"/>
                  </a:lnTo>
                  <a:cubicBezTo>
                    <a:pt x="30841" y="37801"/>
                    <a:pt x="30841" y="37885"/>
                    <a:pt x="30897" y="37969"/>
                  </a:cubicBezTo>
                  <a:cubicBezTo>
                    <a:pt x="30925" y="38038"/>
                    <a:pt x="30953" y="38108"/>
                    <a:pt x="30897" y="38178"/>
                  </a:cubicBezTo>
                  <a:cubicBezTo>
                    <a:pt x="30772" y="38387"/>
                    <a:pt x="30688" y="38596"/>
                    <a:pt x="30479" y="38736"/>
                  </a:cubicBezTo>
                  <a:cubicBezTo>
                    <a:pt x="30465" y="38764"/>
                    <a:pt x="30437" y="38847"/>
                    <a:pt x="30465" y="38861"/>
                  </a:cubicBezTo>
                  <a:cubicBezTo>
                    <a:pt x="30604" y="39057"/>
                    <a:pt x="30758" y="39224"/>
                    <a:pt x="30995" y="39294"/>
                  </a:cubicBezTo>
                  <a:cubicBezTo>
                    <a:pt x="31302" y="39391"/>
                    <a:pt x="31581" y="39545"/>
                    <a:pt x="31790" y="39768"/>
                  </a:cubicBezTo>
                  <a:cubicBezTo>
                    <a:pt x="32069" y="40047"/>
                    <a:pt x="32390" y="40242"/>
                    <a:pt x="32738" y="40396"/>
                  </a:cubicBezTo>
                  <a:cubicBezTo>
                    <a:pt x="33087" y="40577"/>
                    <a:pt x="33268" y="40884"/>
                    <a:pt x="33282" y="41274"/>
                  </a:cubicBezTo>
                  <a:cubicBezTo>
                    <a:pt x="33282" y="41470"/>
                    <a:pt x="33227" y="41609"/>
                    <a:pt x="33115" y="41693"/>
                  </a:cubicBezTo>
                  <a:close/>
                  <a:moveTo>
                    <a:pt x="36002" y="30520"/>
                  </a:moveTo>
                  <a:lnTo>
                    <a:pt x="36016" y="30464"/>
                  </a:lnTo>
                  <a:lnTo>
                    <a:pt x="36044" y="30478"/>
                  </a:lnTo>
                  <a:close/>
                  <a:moveTo>
                    <a:pt x="40801" y="44789"/>
                  </a:moveTo>
                  <a:cubicBezTo>
                    <a:pt x="40480" y="44831"/>
                    <a:pt x="40187" y="44859"/>
                    <a:pt x="39880" y="44901"/>
                  </a:cubicBezTo>
                  <a:cubicBezTo>
                    <a:pt x="39810" y="44901"/>
                    <a:pt x="39741" y="44915"/>
                    <a:pt x="39671" y="44915"/>
                  </a:cubicBezTo>
                  <a:cubicBezTo>
                    <a:pt x="39336" y="44887"/>
                    <a:pt x="38987" y="44859"/>
                    <a:pt x="38736" y="44580"/>
                  </a:cubicBezTo>
                  <a:cubicBezTo>
                    <a:pt x="38653" y="44497"/>
                    <a:pt x="38555" y="44441"/>
                    <a:pt x="38429" y="44427"/>
                  </a:cubicBezTo>
                  <a:cubicBezTo>
                    <a:pt x="38346" y="44413"/>
                    <a:pt x="38234" y="44399"/>
                    <a:pt x="38150" y="44357"/>
                  </a:cubicBezTo>
                  <a:cubicBezTo>
                    <a:pt x="38081" y="44343"/>
                    <a:pt x="38011" y="44287"/>
                    <a:pt x="37969" y="44231"/>
                  </a:cubicBezTo>
                  <a:cubicBezTo>
                    <a:pt x="37830" y="43925"/>
                    <a:pt x="37718" y="43632"/>
                    <a:pt x="37858" y="43283"/>
                  </a:cubicBezTo>
                  <a:cubicBezTo>
                    <a:pt x="37927" y="43116"/>
                    <a:pt x="37969" y="42962"/>
                    <a:pt x="37997" y="42809"/>
                  </a:cubicBezTo>
                  <a:cubicBezTo>
                    <a:pt x="38011" y="42558"/>
                    <a:pt x="38150" y="42418"/>
                    <a:pt x="38346" y="42307"/>
                  </a:cubicBezTo>
                  <a:cubicBezTo>
                    <a:pt x="38374" y="42265"/>
                    <a:pt x="38374" y="42209"/>
                    <a:pt x="38346" y="42181"/>
                  </a:cubicBezTo>
                  <a:cubicBezTo>
                    <a:pt x="38304" y="42139"/>
                    <a:pt x="38276" y="42111"/>
                    <a:pt x="38220" y="42097"/>
                  </a:cubicBezTo>
                  <a:cubicBezTo>
                    <a:pt x="37969" y="42000"/>
                    <a:pt x="37802" y="41846"/>
                    <a:pt x="37690" y="41623"/>
                  </a:cubicBezTo>
                  <a:cubicBezTo>
                    <a:pt x="37592" y="41358"/>
                    <a:pt x="37411" y="41177"/>
                    <a:pt x="37188" y="41023"/>
                  </a:cubicBezTo>
                  <a:cubicBezTo>
                    <a:pt x="36881" y="40814"/>
                    <a:pt x="36686" y="40507"/>
                    <a:pt x="36616" y="40158"/>
                  </a:cubicBezTo>
                  <a:cubicBezTo>
                    <a:pt x="36546" y="39838"/>
                    <a:pt x="36407" y="39587"/>
                    <a:pt x="36156" y="39377"/>
                  </a:cubicBezTo>
                  <a:cubicBezTo>
                    <a:pt x="36044" y="39266"/>
                    <a:pt x="36016" y="39126"/>
                    <a:pt x="36058" y="38987"/>
                  </a:cubicBezTo>
                  <a:cubicBezTo>
                    <a:pt x="36086" y="38847"/>
                    <a:pt x="36142" y="38708"/>
                    <a:pt x="36198" y="38582"/>
                  </a:cubicBezTo>
                  <a:cubicBezTo>
                    <a:pt x="36239" y="38457"/>
                    <a:pt x="36323" y="38373"/>
                    <a:pt x="36435" y="38345"/>
                  </a:cubicBezTo>
                  <a:cubicBezTo>
                    <a:pt x="36700" y="38261"/>
                    <a:pt x="36909" y="38122"/>
                    <a:pt x="37062" y="37885"/>
                  </a:cubicBezTo>
                  <a:cubicBezTo>
                    <a:pt x="37104" y="37843"/>
                    <a:pt x="37160" y="37787"/>
                    <a:pt x="37216" y="37745"/>
                  </a:cubicBezTo>
                  <a:cubicBezTo>
                    <a:pt x="37481" y="37592"/>
                    <a:pt x="37760" y="37439"/>
                    <a:pt x="38025" y="37285"/>
                  </a:cubicBezTo>
                  <a:cubicBezTo>
                    <a:pt x="38081" y="37243"/>
                    <a:pt x="38178" y="37229"/>
                    <a:pt x="38234" y="37243"/>
                  </a:cubicBezTo>
                  <a:cubicBezTo>
                    <a:pt x="38457" y="37341"/>
                    <a:pt x="38694" y="37369"/>
                    <a:pt x="38932" y="37313"/>
                  </a:cubicBezTo>
                  <a:cubicBezTo>
                    <a:pt x="39057" y="37299"/>
                    <a:pt x="39155" y="37383"/>
                    <a:pt x="39211" y="37508"/>
                  </a:cubicBezTo>
                  <a:cubicBezTo>
                    <a:pt x="39266" y="37606"/>
                    <a:pt x="39294" y="37731"/>
                    <a:pt x="39280" y="37857"/>
                  </a:cubicBezTo>
                  <a:cubicBezTo>
                    <a:pt x="39266" y="37996"/>
                    <a:pt x="39224" y="38136"/>
                    <a:pt x="39211" y="38275"/>
                  </a:cubicBezTo>
                  <a:cubicBezTo>
                    <a:pt x="39211" y="38359"/>
                    <a:pt x="39155" y="38387"/>
                    <a:pt x="39085" y="38415"/>
                  </a:cubicBezTo>
                  <a:cubicBezTo>
                    <a:pt x="38959" y="38429"/>
                    <a:pt x="38848" y="38429"/>
                    <a:pt x="38722" y="38429"/>
                  </a:cubicBezTo>
                  <a:cubicBezTo>
                    <a:pt x="38415" y="38457"/>
                    <a:pt x="38332" y="38568"/>
                    <a:pt x="38374" y="38917"/>
                  </a:cubicBezTo>
                  <a:cubicBezTo>
                    <a:pt x="38388" y="39084"/>
                    <a:pt x="38388" y="39084"/>
                    <a:pt x="38248" y="39126"/>
                  </a:cubicBezTo>
                  <a:cubicBezTo>
                    <a:pt x="38234" y="39126"/>
                    <a:pt x="38206" y="39126"/>
                    <a:pt x="38178" y="39140"/>
                  </a:cubicBezTo>
                  <a:cubicBezTo>
                    <a:pt x="37969" y="39210"/>
                    <a:pt x="37941" y="39252"/>
                    <a:pt x="38053" y="39349"/>
                  </a:cubicBezTo>
                  <a:cubicBezTo>
                    <a:pt x="38220" y="39489"/>
                    <a:pt x="38374" y="39670"/>
                    <a:pt x="38457" y="39852"/>
                  </a:cubicBezTo>
                  <a:cubicBezTo>
                    <a:pt x="38639" y="40200"/>
                    <a:pt x="38918" y="40396"/>
                    <a:pt x="39266" y="40507"/>
                  </a:cubicBezTo>
                  <a:cubicBezTo>
                    <a:pt x="39364" y="40535"/>
                    <a:pt x="39420" y="40605"/>
                    <a:pt x="39420" y="40716"/>
                  </a:cubicBezTo>
                  <a:cubicBezTo>
                    <a:pt x="39420" y="40772"/>
                    <a:pt x="39420" y="40800"/>
                    <a:pt x="39406" y="40856"/>
                  </a:cubicBezTo>
                  <a:cubicBezTo>
                    <a:pt x="39378" y="41079"/>
                    <a:pt x="39420" y="41288"/>
                    <a:pt x="39559" y="41470"/>
                  </a:cubicBezTo>
                  <a:cubicBezTo>
                    <a:pt x="39713" y="41679"/>
                    <a:pt x="39768" y="41874"/>
                    <a:pt x="39727" y="42139"/>
                  </a:cubicBezTo>
                  <a:cubicBezTo>
                    <a:pt x="39713" y="42223"/>
                    <a:pt x="39727" y="42334"/>
                    <a:pt x="39768" y="42418"/>
                  </a:cubicBezTo>
                  <a:cubicBezTo>
                    <a:pt x="39796" y="42558"/>
                    <a:pt x="39894" y="42683"/>
                    <a:pt x="40061" y="42697"/>
                  </a:cubicBezTo>
                  <a:cubicBezTo>
                    <a:pt x="40131" y="42697"/>
                    <a:pt x="40201" y="42697"/>
                    <a:pt x="40257" y="42767"/>
                  </a:cubicBezTo>
                  <a:cubicBezTo>
                    <a:pt x="40312" y="42837"/>
                    <a:pt x="40271" y="42906"/>
                    <a:pt x="40243" y="42962"/>
                  </a:cubicBezTo>
                  <a:cubicBezTo>
                    <a:pt x="40243" y="42976"/>
                    <a:pt x="40215" y="43018"/>
                    <a:pt x="40215" y="43032"/>
                  </a:cubicBezTo>
                  <a:cubicBezTo>
                    <a:pt x="40257" y="43088"/>
                    <a:pt x="40312" y="43157"/>
                    <a:pt x="40354" y="43185"/>
                  </a:cubicBezTo>
                  <a:cubicBezTo>
                    <a:pt x="40536" y="43311"/>
                    <a:pt x="40619" y="43464"/>
                    <a:pt x="40605" y="43674"/>
                  </a:cubicBezTo>
                  <a:cubicBezTo>
                    <a:pt x="40591" y="44036"/>
                    <a:pt x="40745" y="44371"/>
                    <a:pt x="40843" y="44720"/>
                  </a:cubicBezTo>
                  <a:cubicBezTo>
                    <a:pt x="40884" y="44720"/>
                    <a:pt x="40856" y="44789"/>
                    <a:pt x="40801" y="44789"/>
                  </a:cubicBezTo>
                  <a:close/>
                  <a:moveTo>
                    <a:pt x="42391" y="14284"/>
                  </a:moveTo>
                  <a:lnTo>
                    <a:pt x="42349" y="14270"/>
                  </a:lnTo>
                  <a:lnTo>
                    <a:pt x="42405" y="14242"/>
                  </a:lnTo>
                  <a:close/>
                  <a:moveTo>
                    <a:pt x="43604" y="38903"/>
                  </a:moveTo>
                  <a:cubicBezTo>
                    <a:pt x="43549" y="39029"/>
                    <a:pt x="43325" y="39140"/>
                    <a:pt x="43186" y="39112"/>
                  </a:cubicBezTo>
                  <a:cubicBezTo>
                    <a:pt x="43032" y="39071"/>
                    <a:pt x="42879" y="39029"/>
                    <a:pt x="42712" y="38959"/>
                  </a:cubicBezTo>
                  <a:cubicBezTo>
                    <a:pt x="42614" y="38917"/>
                    <a:pt x="42600" y="38819"/>
                    <a:pt x="42572" y="38722"/>
                  </a:cubicBezTo>
                  <a:cubicBezTo>
                    <a:pt x="42530" y="38275"/>
                    <a:pt x="43018" y="37843"/>
                    <a:pt x="43409" y="37885"/>
                  </a:cubicBezTo>
                  <a:cubicBezTo>
                    <a:pt x="43521" y="37913"/>
                    <a:pt x="43590" y="37941"/>
                    <a:pt x="43646" y="38024"/>
                  </a:cubicBezTo>
                  <a:cubicBezTo>
                    <a:pt x="43688" y="38136"/>
                    <a:pt x="43730" y="38234"/>
                    <a:pt x="43786" y="38359"/>
                  </a:cubicBezTo>
                  <a:cubicBezTo>
                    <a:pt x="43730" y="38540"/>
                    <a:pt x="43674" y="38722"/>
                    <a:pt x="43604" y="38903"/>
                  </a:cubicBezTo>
                  <a:close/>
                  <a:moveTo>
                    <a:pt x="46645" y="16125"/>
                  </a:moveTo>
                  <a:cubicBezTo>
                    <a:pt x="46617" y="16153"/>
                    <a:pt x="46603" y="16153"/>
                    <a:pt x="46589" y="16153"/>
                  </a:cubicBezTo>
                  <a:cubicBezTo>
                    <a:pt x="46436" y="15888"/>
                    <a:pt x="46227" y="15679"/>
                    <a:pt x="46031" y="15414"/>
                  </a:cubicBezTo>
                  <a:cubicBezTo>
                    <a:pt x="46017" y="15400"/>
                    <a:pt x="46017" y="15358"/>
                    <a:pt x="46031" y="15344"/>
                  </a:cubicBezTo>
                  <a:cubicBezTo>
                    <a:pt x="46059" y="15330"/>
                    <a:pt x="46115" y="15274"/>
                    <a:pt x="46129" y="15288"/>
                  </a:cubicBezTo>
                  <a:cubicBezTo>
                    <a:pt x="46227" y="15316"/>
                    <a:pt x="46324" y="15344"/>
                    <a:pt x="46380" y="15400"/>
                  </a:cubicBezTo>
                  <a:cubicBezTo>
                    <a:pt x="46478" y="15483"/>
                    <a:pt x="46575" y="15609"/>
                    <a:pt x="46659" y="15707"/>
                  </a:cubicBezTo>
                  <a:cubicBezTo>
                    <a:pt x="46757" y="15832"/>
                    <a:pt x="46729" y="16027"/>
                    <a:pt x="46645" y="16125"/>
                  </a:cubicBezTo>
                  <a:close/>
                  <a:moveTo>
                    <a:pt x="46854" y="16725"/>
                  </a:moveTo>
                  <a:cubicBezTo>
                    <a:pt x="46826" y="16711"/>
                    <a:pt x="46799" y="16711"/>
                    <a:pt x="46799" y="16683"/>
                  </a:cubicBezTo>
                  <a:cubicBezTo>
                    <a:pt x="46799" y="16641"/>
                    <a:pt x="46813" y="16641"/>
                    <a:pt x="46868" y="16669"/>
                  </a:cubicBezTo>
                  <a:cubicBezTo>
                    <a:pt x="46854" y="16711"/>
                    <a:pt x="46854" y="16711"/>
                    <a:pt x="46854" y="16725"/>
                  </a:cubicBezTo>
                  <a:close/>
                  <a:moveTo>
                    <a:pt x="47914" y="41498"/>
                  </a:moveTo>
                  <a:lnTo>
                    <a:pt x="47901" y="41442"/>
                  </a:lnTo>
                  <a:lnTo>
                    <a:pt x="47942" y="41442"/>
                  </a:lnTo>
                  <a:close/>
                  <a:moveTo>
                    <a:pt x="48263" y="13182"/>
                  </a:moveTo>
                  <a:cubicBezTo>
                    <a:pt x="48207" y="13252"/>
                    <a:pt x="48138" y="13293"/>
                    <a:pt x="48124" y="13224"/>
                  </a:cubicBezTo>
                  <a:cubicBezTo>
                    <a:pt x="48124" y="13196"/>
                    <a:pt x="48110" y="13182"/>
                    <a:pt x="48124" y="13168"/>
                  </a:cubicBezTo>
                  <a:cubicBezTo>
                    <a:pt x="48152" y="13084"/>
                    <a:pt x="48207" y="13042"/>
                    <a:pt x="48263" y="13084"/>
                  </a:cubicBezTo>
                  <a:cubicBezTo>
                    <a:pt x="48277" y="13084"/>
                    <a:pt x="48277" y="13112"/>
                    <a:pt x="48291" y="13126"/>
                  </a:cubicBezTo>
                  <a:cubicBezTo>
                    <a:pt x="48291" y="13154"/>
                    <a:pt x="48277" y="13168"/>
                    <a:pt x="48263" y="13182"/>
                  </a:cubicBezTo>
                  <a:close/>
                  <a:moveTo>
                    <a:pt x="51290" y="3223"/>
                  </a:moveTo>
                  <a:cubicBezTo>
                    <a:pt x="51346" y="3278"/>
                    <a:pt x="51402" y="3320"/>
                    <a:pt x="51457" y="3362"/>
                  </a:cubicBezTo>
                  <a:lnTo>
                    <a:pt x="51471" y="3404"/>
                  </a:lnTo>
                  <a:lnTo>
                    <a:pt x="51457" y="3390"/>
                  </a:lnTo>
                  <a:cubicBezTo>
                    <a:pt x="51402" y="3334"/>
                    <a:pt x="51346" y="3292"/>
                    <a:pt x="51290" y="3250"/>
                  </a:cubicBezTo>
                  <a:cubicBezTo>
                    <a:pt x="51276" y="3223"/>
                    <a:pt x="51276" y="3209"/>
                    <a:pt x="51262" y="3209"/>
                  </a:cubicBezTo>
                  <a:cubicBezTo>
                    <a:pt x="51276" y="3209"/>
                    <a:pt x="51290" y="3209"/>
                    <a:pt x="51290" y="3223"/>
                  </a:cubicBezTo>
                  <a:close/>
                  <a:moveTo>
                    <a:pt x="51262" y="29781"/>
                  </a:moveTo>
                  <a:cubicBezTo>
                    <a:pt x="51262" y="29781"/>
                    <a:pt x="51276" y="29823"/>
                    <a:pt x="51290" y="29837"/>
                  </a:cubicBezTo>
                  <a:cubicBezTo>
                    <a:pt x="51276" y="29850"/>
                    <a:pt x="51262" y="29864"/>
                    <a:pt x="51248" y="29864"/>
                  </a:cubicBezTo>
                  <a:lnTo>
                    <a:pt x="51109" y="29864"/>
                  </a:lnTo>
                  <a:cubicBezTo>
                    <a:pt x="51081" y="29864"/>
                    <a:pt x="51081" y="29850"/>
                    <a:pt x="51067" y="29837"/>
                  </a:cubicBezTo>
                  <a:cubicBezTo>
                    <a:pt x="51137" y="29823"/>
                    <a:pt x="51192" y="29795"/>
                    <a:pt x="51262" y="29781"/>
                  </a:cubicBezTo>
                  <a:close/>
                  <a:moveTo>
                    <a:pt x="51430" y="37118"/>
                  </a:moveTo>
                  <a:cubicBezTo>
                    <a:pt x="51276" y="37285"/>
                    <a:pt x="51206" y="37466"/>
                    <a:pt x="51137" y="37676"/>
                  </a:cubicBezTo>
                  <a:cubicBezTo>
                    <a:pt x="51123" y="37717"/>
                    <a:pt x="51067" y="37731"/>
                    <a:pt x="51039" y="37745"/>
                  </a:cubicBezTo>
                  <a:cubicBezTo>
                    <a:pt x="50983" y="37773"/>
                    <a:pt x="50899" y="37676"/>
                    <a:pt x="50899" y="37606"/>
                  </a:cubicBezTo>
                  <a:lnTo>
                    <a:pt x="50899" y="37564"/>
                  </a:lnTo>
                  <a:cubicBezTo>
                    <a:pt x="50872" y="37355"/>
                    <a:pt x="50927" y="37173"/>
                    <a:pt x="51067" y="37034"/>
                  </a:cubicBezTo>
                  <a:cubicBezTo>
                    <a:pt x="51151" y="36950"/>
                    <a:pt x="51220" y="36867"/>
                    <a:pt x="51332" y="36797"/>
                  </a:cubicBezTo>
                  <a:cubicBezTo>
                    <a:pt x="51388" y="36755"/>
                    <a:pt x="51471" y="36741"/>
                    <a:pt x="51527" y="36741"/>
                  </a:cubicBezTo>
                  <a:cubicBezTo>
                    <a:pt x="51555" y="36741"/>
                    <a:pt x="51611" y="36811"/>
                    <a:pt x="51611" y="36811"/>
                  </a:cubicBezTo>
                  <a:cubicBezTo>
                    <a:pt x="51555" y="36908"/>
                    <a:pt x="51499" y="37034"/>
                    <a:pt x="51430" y="37118"/>
                  </a:cubicBezTo>
                  <a:close/>
                  <a:moveTo>
                    <a:pt x="52322" y="879"/>
                  </a:moveTo>
                  <a:lnTo>
                    <a:pt x="52322" y="837"/>
                  </a:lnTo>
                  <a:lnTo>
                    <a:pt x="52378" y="851"/>
                  </a:lnTo>
                  <a:close/>
                  <a:moveTo>
                    <a:pt x="53912" y="4966"/>
                  </a:moveTo>
                  <a:lnTo>
                    <a:pt x="53898" y="4966"/>
                  </a:lnTo>
                  <a:cubicBezTo>
                    <a:pt x="53857" y="5134"/>
                    <a:pt x="53843" y="5273"/>
                    <a:pt x="53801" y="5426"/>
                  </a:cubicBezTo>
                  <a:cubicBezTo>
                    <a:pt x="53787" y="5510"/>
                    <a:pt x="53717" y="5524"/>
                    <a:pt x="53661" y="5524"/>
                  </a:cubicBezTo>
                  <a:cubicBezTo>
                    <a:pt x="53494" y="5552"/>
                    <a:pt x="53494" y="5691"/>
                    <a:pt x="53452" y="5803"/>
                  </a:cubicBezTo>
                  <a:cubicBezTo>
                    <a:pt x="53452" y="5803"/>
                    <a:pt x="53480" y="5803"/>
                    <a:pt x="53480" y="5831"/>
                  </a:cubicBezTo>
                  <a:cubicBezTo>
                    <a:pt x="53522" y="5873"/>
                    <a:pt x="53564" y="5929"/>
                    <a:pt x="53605" y="5970"/>
                  </a:cubicBezTo>
                  <a:cubicBezTo>
                    <a:pt x="53661" y="5998"/>
                    <a:pt x="53717" y="6054"/>
                    <a:pt x="53773" y="6082"/>
                  </a:cubicBezTo>
                  <a:lnTo>
                    <a:pt x="53787" y="6124"/>
                  </a:lnTo>
                  <a:lnTo>
                    <a:pt x="53773" y="6110"/>
                  </a:lnTo>
                  <a:cubicBezTo>
                    <a:pt x="53717" y="6068"/>
                    <a:pt x="53661" y="6012"/>
                    <a:pt x="53605" y="5984"/>
                  </a:cubicBezTo>
                  <a:lnTo>
                    <a:pt x="53480" y="5845"/>
                  </a:lnTo>
                  <a:lnTo>
                    <a:pt x="53480" y="5803"/>
                  </a:lnTo>
                  <a:cubicBezTo>
                    <a:pt x="53354" y="5705"/>
                    <a:pt x="53173" y="5705"/>
                    <a:pt x="53089" y="5552"/>
                  </a:cubicBezTo>
                  <a:cubicBezTo>
                    <a:pt x="53020" y="5426"/>
                    <a:pt x="53006" y="5287"/>
                    <a:pt x="52964" y="5161"/>
                  </a:cubicBezTo>
                  <a:cubicBezTo>
                    <a:pt x="52950" y="5106"/>
                    <a:pt x="52950" y="5036"/>
                    <a:pt x="52936" y="4966"/>
                  </a:cubicBezTo>
                  <a:cubicBezTo>
                    <a:pt x="52936" y="4966"/>
                    <a:pt x="52908" y="4966"/>
                    <a:pt x="52908" y="4952"/>
                  </a:cubicBezTo>
                  <a:lnTo>
                    <a:pt x="52880" y="4938"/>
                  </a:lnTo>
                  <a:lnTo>
                    <a:pt x="52936" y="4952"/>
                  </a:lnTo>
                  <a:lnTo>
                    <a:pt x="52936" y="4966"/>
                  </a:lnTo>
                  <a:cubicBezTo>
                    <a:pt x="53006" y="5022"/>
                    <a:pt x="53075" y="5078"/>
                    <a:pt x="53145" y="5106"/>
                  </a:cubicBezTo>
                  <a:cubicBezTo>
                    <a:pt x="53299" y="5175"/>
                    <a:pt x="53452" y="5203"/>
                    <a:pt x="53592" y="5092"/>
                  </a:cubicBezTo>
                  <a:cubicBezTo>
                    <a:pt x="53675" y="5022"/>
                    <a:pt x="53773" y="4966"/>
                    <a:pt x="53884" y="4994"/>
                  </a:cubicBezTo>
                  <a:cubicBezTo>
                    <a:pt x="53898" y="4966"/>
                    <a:pt x="53898" y="4966"/>
                    <a:pt x="53912" y="4966"/>
                  </a:cubicBezTo>
                  <a:cubicBezTo>
                    <a:pt x="53912" y="4952"/>
                    <a:pt x="53926" y="4938"/>
                    <a:pt x="53926" y="4938"/>
                  </a:cubicBezTo>
                  <a:cubicBezTo>
                    <a:pt x="53926" y="4952"/>
                    <a:pt x="53912" y="4966"/>
                    <a:pt x="53912" y="4966"/>
                  </a:cubicBezTo>
                  <a:close/>
                  <a:moveTo>
                    <a:pt x="54763" y="4436"/>
                  </a:moveTo>
                  <a:cubicBezTo>
                    <a:pt x="54568" y="4534"/>
                    <a:pt x="54401" y="4645"/>
                    <a:pt x="54247" y="4785"/>
                  </a:cubicBezTo>
                  <a:cubicBezTo>
                    <a:pt x="54205" y="4813"/>
                    <a:pt x="54136" y="4799"/>
                    <a:pt x="54066" y="4813"/>
                  </a:cubicBezTo>
                  <a:cubicBezTo>
                    <a:pt x="54066" y="4813"/>
                    <a:pt x="54066" y="4827"/>
                    <a:pt x="54052" y="4827"/>
                  </a:cubicBezTo>
                  <a:cubicBezTo>
                    <a:pt x="54038" y="4827"/>
                    <a:pt x="54038" y="4855"/>
                    <a:pt x="54010" y="4855"/>
                  </a:cubicBezTo>
                  <a:cubicBezTo>
                    <a:pt x="54010" y="4827"/>
                    <a:pt x="54038" y="4827"/>
                    <a:pt x="54038" y="4813"/>
                  </a:cubicBezTo>
                  <a:lnTo>
                    <a:pt x="54066" y="4813"/>
                  </a:lnTo>
                  <a:cubicBezTo>
                    <a:pt x="54122" y="4743"/>
                    <a:pt x="54149" y="4673"/>
                    <a:pt x="54205" y="4603"/>
                  </a:cubicBezTo>
                  <a:cubicBezTo>
                    <a:pt x="54289" y="4478"/>
                    <a:pt x="54401" y="4380"/>
                    <a:pt x="54498" y="4255"/>
                  </a:cubicBezTo>
                  <a:lnTo>
                    <a:pt x="54498" y="4255"/>
                  </a:lnTo>
                  <a:lnTo>
                    <a:pt x="54484" y="4241"/>
                  </a:lnTo>
                  <a:cubicBezTo>
                    <a:pt x="54331" y="4241"/>
                    <a:pt x="54191" y="4199"/>
                    <a:pt x="54136" y="4032"/>
                  </a:cubicBezTo>
                  <a:cubicBezTo>
                    <a:pt x="54136" y="3990"/>
                    <a:pt x="54177" y="3962"/>
                    <a:pt x="54191" y="3920"/>
                  </a:cubicBezTo>
                  <a:cubicBezTo>
                    <a:pt x="54191" y="3920"/>
                    <a:pt x="54247" y="3920"/>
                    <a:pt x="54261" y="3948"/>
                  </a:cubicBezTo>
                  <a:cubicBezTo>
                    <a:pt x="54289" y="3976"/>
                    <a:pt x="54331" y="3990"/>
                    <a:pt x="54359" y="4032"/>
                  </a:cubicBezTo>
                  <a:cubicBezTo>
                    <a:pt x="54415" y="4101"/>
                    <a:pt x="54456" y="4171"/>
                    <a:pt x="54484" y="4241"/>
                  </a:cubicBezTo>
                  <a:lnTo>
                    <a:pt x="54526" y="4241"/>
                  </a:lnTo>
                  <a:lnTo>
                    <a:pt x="54498" y="4255"/>
                  </a:lnTo>
                  <a:cubicBezTo>
                    <a:pt x="54568" y="4269"/>
                    <a:pt x="54638" y="4269"/>
                    <a:pt x="54707" y="4311"/>
                  </a:cubicBezTo>
                  <a:cubicBezTo>
                    <a:pt x="54749" y="4325"/>
                    <a:pt x="54777" y="4366"/>
                    <a:pt x="54805" y="4394"/>
                  </a:cubicBezTo>
                  <a:cubicBezTo>
                    <a:pt x="54805" y="4380"/>
                    <a:pt x="54777" y="4408"/>
                    <a:pt x="54763" y="4436"/>
                  </a:cubicBezTo>
                  <a:close/>
                  <a:moveTo>
                    <a:pt x="55781" y="4338"/>
                  </a:moveTo>
                  <a:lnTo>
                    <a:pt x="55726" y="4325"/>
                  </a:lnTo>
                  <a:lnTo>
                    <a:pt x="55781" y="4311"/>
                  </a:lnTo>
                  <a:close/>
                  <a:moveTo>
                    <a:pt x="56800" y="35555"/>
                  </a:moveTo>
                  <a:cubicBezTo>
                    <a:pt x="56758" y="35625"/>
                    <a:pt x="56688" y="35653"/>
                    <a:pt x="56618" y="35625"/>
                  </a:cubicBezTo>
                  <a:cubicBezTo>
                    <a:pt x="56381" y="35542"/>
                    <a:pt x="56172" y="35430"/>
                    <a:pt x="55963" y="35346"/>
                  </a:cubicBezTo>
                  <a:cubicBezTo>
                    <a:pt x="55879" y="35304"/>
                    <a:pt x="55865" y="35235"/>
                    <a:pt x="55879" y="35095"/>
                  </a:cubicBezTo>
                  <a:cubicBezTo>
                    <a:pt x="55893" y="35025"/>
                    <a:pt x="55879" y="34942"/>
                    <a:pt x="55935" y="34900"/>
                  </a:cubicBezTo>
                  <a:cubicBezTo>
                    <a:pt x="56005" y="34858"/>
                    <a:pt x="56033" y="34956"/>
                    <a:pt x="56074" y="34998"/>
                  </a:cubicBezTo>
                  <a:cubicBezTo>
                    <a:pt x="56172" y="35137"/>
                    <a:pt x="56298" y="35221"/>
                    <a:pt x="56465" y="35276"/>
                  </a:cubicBezTo>
                  <a:cubicBezTo>
                    <a:pt x="56577" y="35304"/>
                    <a:pt x="56674" y="35360"/>
                    <a:pt x="56786" y="35416"/>
                  </a:cubicBezTo>
                  <a:cubicBezTo>
                    <a:pt x="56800" y="35416"/>
                    <a:pt x="56800" y="35444"/>
                    <a:pt x="56814" y="35458"/>
                  </a:cubicBezTo>
                  <a:cubicBezTo>
                    <a:pt x="56828" y="35500"/>
                    <a:pt x="56828" y="35542"/>
                    <a:pt x="56800" y="35555"/>
                  </a:cubicBezTo>
                  <a:close/>
                  <a:moveTo>
                    <a:pt x="56800" y="7156"/>
                  </a:moveTo>
                  <a:lnTo>
                    <a:pt x="56786" y="7128"/>
                  </a:lnTo>
                  <a:lnTo>
                    <a:pt x="56772" y="7100"/>
                  </a:lnTo>
                  <a:lnTo>
                    <a:pt x="56800" y="7114"/>
                  </a:lnTo>
                  <a:lnTo>
                    <a:pt x="56800" y="7156"/>
                  </a:lnTo>
                  <a:cubicBezTo>
                    <a:pt x="56828" y="7156"/>
                    <a:pt x="56828" y="7170"/>
                    <a:pt x="56842" y="7170"/>
                  </a:cubicBezTo>
                  <a:cubicBezTo>
                    <a:pt x="56828" y="7184"/>
                    <a:pt x="56800" y="7170"/>
                    <a:pt x="56800" y="7156"/>
                  </a:cubicBezTo>
                  <a:close/>
                  <a:moveTo>
                    <a:pt x="60636" y="33254"/>
                  </a:moveTo>
                  <a:cubicBezTo>
                    <a:pt x="60594" y="33296"/>
                    <a:pt x="60482" y="33296"/>
                    <a:pt x="60468" y="33226"/>
                  </a:cubicBezTo>
                  <a:cubicBezTo>
                    <a:pt x="60454" y="33156"/>
                    <a:pt x="60426" y="33100"/>
                    <a:pt x="60426" y="33045"/>
                  </a:cubicBezTo>
                  <a:cubicBezTo>
                    <a:pt x="60426" y="33003"/>
                    <a:pt x="60482" y="32975"/>
                    <a:pt x="60524" y="32933"/>
                  </a:cubicBezTo>
                  <a:cubicBezTo>
                    <a:pt x="60566" y="32905"/>
                    <a:pt x="60650" y="32933"/>
                    <a:pt x="60691" y="33003"/>
                  </a:cubicBezTo>
                  <a:cubicBezTo>
                    <a:pt x="60705" y="33045"/>
                    <a:pt x="60705" y="33087"/>
                    <a:pt x="60733" y="33142"/>
                  </a:cubicBezTo>
                  <a:cubicBezTo>
                    <a:pt x="60705" y="33184"/>
                    <a:pt x="60677" y="33212"/>
                    <a:pt x="60636" y="33254"/>
                  </a:cubicBezTo>
                  <a:close/>
                  <a:moveTo>
                    <a:pt x="60956" y="35011"/>
                  </a:moveTo>
                  <a:cubicBezTo>
                    <a:pt x="60956" y="35025"/>
                    <a:pt x="60942" y="35067"/>
                    <a:pt x="60942" y="35081"/>
                  </a:cubicBezTo>
                  <a:cubicBezTo>
                    <a:pt x="60915" y="35151"/>
                    <a:pt x="60873" y="35151"/>
                    <a:pt x="60831" y="35095"/>
                  </a:cubicBezTo>
                  <a:cubicBezTo>
                    <a:pt x="60817" y="35081"/>
                    <a:pt x="60817" y="35067"/>
                    <a:pt x="60803" y="35053"/>
                  </a:cubicBezTo>
                  <a:cubicBezTo>
                    <a:pt x="60803" y="35025"/>
                    <a:pt x="60803" y="34998"/>
                    <a:pt x="60817" y="34984"/>
                  </a:cubicBezTo>
                  <a:cubicBezTo>
                    <a:pt x="60845" y="34886"/>
                    <a:pt x="60956" y="34816"/>
                    <a:pt x="60970" y="34886"/>
                  </a:cubicBezTo>
                  <a:cubicBezTo>
                    <a:pt x="60970" y="34928"/>
                    <a:pt x="60956" y="34984"/>
                    <a:pt x="60956" y="35011"/>
                  </a:cubicBezTo>
                  <a:close/>
                  <a:moveTo>
                    <a:pt x="61221" y="34105"/>
                  </a:moveTo>
                  <a:lnTo>
                    <a:pt x="61221" y="34077"/>
                  </a:lnTo>
                  <a:lnTo>
                    <a:pt x="61235" y="34105"/>
                  </a:lnTo>
                  <a:lnTo>
                    <a:pt x="61263" y="34119"/>
                  </a:lnTo>
                  <a:close/>
                  <a:moveTo>
                    <a:pt x="64109" y="27674"/>
                  </a:moveTo>
                  <a:cubicBezTo>
                    <a:pt x="64095" y="27688"/>
                    <a:pt x="64053" y="27688"/>
                    <a:pt x="64053" y="27674"/>
                  </a:cubicBezTo>
                  <a:cubicBezTo>
                    <a:pt x="63941" y="27563"/>
                    <a:pt x="63802" y="27465"/>
                    <a:pt x="63760" y="27284"/>
                  </a:cubicBezTo>
                  <a:lnTo>
                    <a:pt x="63760" y="27214"/>
                  </a:lnTo>
                  <a:cubicBezTo>
                    <a:pt x="63774" y="27144"/>
                    <a:pt x="63816" y="27130"/>
                    <a:pt x="63844" y="27200"/>
                  </a:cubicBezTo>
                  <a:cubicBezTo>
                    <a:pt x="63886" y="27270"/>
                    <a:pt x="63914" y="27326"/>
                    <a:pt x="63955" y="27382"/>
                  </a:cubicBezTo>
                  <a:cubicBezTo>
                    <a:pt x="64025" y="27465"/>
                    <a:pt x="64081" y="27535"/>
                    <a:pt x="64123" y="27605"/>
                  </a:cubicBezTo>
                  <a:cubicBezTo>
                    <a:pt x="64151" y="27619"/>
                    <a:pt x="64123" y="27661"/>
                    <a:pt x="64109" y="27674"/>
                  </a:cubicBezTo>
                  <a:close/>
                  <a:moveTo>
                    <a:pt x="64109" y="26977"/>
                  </a:moveTo>
                  <a:cubicBezTo>
                    <a:pt x="64067" y="26935"/>
                    <a:pt x="64095" y="26921"/>
                    <a:pt x="64151" y="26921"/>
                  </a:cubicBezTo>
                  <a:cubicBezTo>
                    <a:pt x="64151" y="26921"/>
                    <a:pt x="64165" y="26935"/>
                    <a:pt x="64165" y="26963"/>
                  </a:cubicBezTo>
                  <a:cubicBezTo>
                    <a:pt x="64151" y="26977"/>
                    <a:pt x="64123" y="26977"/>
                    <a:pt x="64109" y="26977"/>
                  </a:cubicBezTo>
                  <a:close/>
                  <a:moveTo>
                    <a:pt x="64667" y="32068"/>
                  </a:moveTo>
                  <a:cubicBezTo>
                    <a:pt x="64653" y="32096"/>
                    <a:pt x="64653" y="32110"/>
                    <a:pt x="64639" y="32152"/>
                  </a:cubicBezTo>
                  <a:cubicBezTo>
                    <a:pt x="64611" y="32110"/>
                    <a:pt x="64597" y="32068"/>
                    <a:pt x="64583" y="32026"/>
                  </a:cubicBezTo>
                  <a:cubicBezTo>
                    <a:pt x="64569" y="31999"/>
                    <a:pt x="64569" y="31943"/>
                    <a:pt x="64541" y="31887"/>
                  </a:cubicBezTo>
                  <a:cubicBezTo>
                    <a:pt x="64541" y="31873"/>
                    <a:pt x="64569" y="31845"/>
                    <a:pt x="64583" y="31845"/>
                  </a:cubicBezTo>
                  <a:cubicBezTo>
                    <a:pt x="64639" y="31817"/>
                    <a:pt x="64667" y="31859"/>
                    <a:pt x="64667" y="31915"/>
                  </a:cubicBezTo>
                  <a:close/>
                  <a:moveTo>
                    <a:pt x="66592" y="31287"/>
                  </a:moveTo>
                  <a:cubicBezTo>
                    <a:pt x="66592" y="31287"/>
                    <a:pt x="66606" y="31231"/>
                    <a:pt x="66606" y="31217"/>
                  </a:cubicBezTo>
                  <a:cubicBezTo>
                    <a:pt x="66661" y="31106"/>
                    <a:pt x="66703" y="31008"/>
                    <a:pt x="66773" y="30897"/>
                  </a:cubicBezTo>
                  <a:cubicBezTo>
                    <a:pt x="66773" y="30897"/>
                    <a:pt x="66759" y="30897"/>
                    <a:pt x="66759" y="30883"/>
                  </a:cubicBezTo>
                  <a:cubicBezTo>
                    <a:pt x="66703" y="30897"/>
                    <a:pt x="66689" y="30897"/>
                    <a:pt x="66745" y="30841"/>
                  </a:cubicBezTo>
                  <a:cubicBezTo>
                    <a:pt x="66759" y="30869"/>
                    <a:pt x="66773" y="30869"/>
                    <a:pt x="66773" y="30883"/>
                  </a:cubicBezTo>
                  <a:lnTo>
                    <a:pt x="66773" y="30883"/>
                  </a:lnTo>
                  <a:cubicBezTo>
                    <a:pt x="66843" y="30952"/>
                    <a:pt x="66940" y="30980"/>
                    <a:pt x="67024" y="30938"/>
                  </a:cubicBezTo>
                  <a:cubicBezTo>
                    <a:pt x="67080" y="30897"/>
                    <a:pt x="67150" y="30841"/>
                    <a:pt x="67164" y="30799"/>
                  </a:cubicBezTo>
                  <a:cubicBezTo>
                    <a:pt x="67247" y="30562"/>
                    <a:pt x="67331" y="30353"/>
                    <a:pt x="67470" y="30143"/>
                  </a:cubicBezTo>
                  <a:cubicBezTo>
                    <a:pt x="67526" y="30074"/>
                    <a:pt x="67554" y="29976"/>
                    <a:pt x="67596" y="29892"/>
                  </a:cubicBezTo>
                  <a:cubicBezTo>
                    <a:pt x="67652" y="29725"/>
                    <a:pt x="67708" y="29571"/>
                    <a:pt x="67777" y="29418"/>
                  </a:cubicBezTo>
                  <a:cubicBezTo>
                    <a:pt x="68084" y="28749"/>
                    <a:pt x="68168" y="28037"/>
                    <a:pt x="68056" y="27326"/>
                  </a:cubicBezTo>
                  <a:cubicBezTo>
                    <a:pt x="68056" y="27270"/>
                    <a:pt x="68070" y="27228"/>
                    <a:pt x="68070" y="27186"/>
                  </a:cubicBezTo>
                  <a:cubicBezTo>
                    <a:pt x="68070" y="27158"/>
                    <a:pt x="68098" y="27130"/>
                    <a:pt x="68098" y="27130"/>
                  </a:cubicBezTo>
                  <a:cubicBezTo>
                    <a:pt x="68154" y="27130"/>
                    <a:pt x="68210" y="27144"/>
                    <a:pt x="68224" y="27186"/>
                  </a:cubicBezTo>
                  <a:cubicBezTo>
                    <a:pt x="68335" y="27437"/>
                    <a:pt x="68377" y="27730"/>
                    <a:pt x="68419" y="28023"/>
                  </a:cubicBezTo>
                  <a:cubicBezTo>
                    <a:pt x="68433" y="28191"/>
                    <a:pt x="68433" y="28344"/>
                    <a:pt x="68517" y="28511"/>
                  </a:cubicBezTo>
                  <a:cubicBezTo>
                    <a:pt x="68628" y="28679"/>
                    <a:pt x="68558" y="28818"/>
                    <a:pt x="68433" y="28958"/>
                  </a:cubicBezTo>
                  <a:cubicBezTo>
                    <a:pt x="68363" y="29028"/>
                    <a:pt x="68335" y="29139"/>
                    <a:pt x="68377" y="29223"/>
                  </a:cubicBezTo>
                  <a:cubicBezTo>
                    <a:pt x="68433" y="29306"/>
                    <a:pt x="68447" y="29362"/>
                    <a:pt x="68405" y="29460"/>
                  </a:cubicBezTo>
                  <a:cubicBezTo>
                    <a:pt x="68224" y="29837"/>
                    <a:pt x="67945" y="30143"/>
                    <a:pt x="67638" y="30408"/>
                  </a:cubicBezTo>
                  <a:cubicBezTo>
                    <a:pt x="67498" y="30534"/>
                    <a:pt x="67401" y="30632"/>
                    <a:pt x="67387" y="30827"/>
                  </a:cubicBezTo>
                  <a:cubicBezTo>
                    <a:pt x="67373" y="30980"/>
                    <a:pt x="67289" y="31092"/>
                    <a:pt x="67150" y="31162"/>
                  </a:cubicBezTo>
                  <a:cubicBezTo>
                    <a:pt x="67010" y="31245"/>
                    <a:pt x="66843" y="31315"/>
                    <a:pt x="66675" y="31301"/>
                  </a:cubicBezTo>
                  <a:cubicBezTo>
                    <a:pt x="66675" y="31329"/>
                    <a:pt x="66620" y="31301"/>
                    <a:pt x="66592" y="3128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41" name="Google Shape;1741;p56"/>
            <p:cNvSpPr/>
            <p:nvPr/>
          </p:nvSpPr>
          <p:spPr>
            <a:xfrm>
              <a:off x="5149925" y="3324250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0"/>
                  </a:moveTo>
                  <a:lnTo>
                    <a:pt x="1" y="0"/>
                  </a:lnTo>
                  <a:cubicBezTo>
                    <a:pt x="14" y="14"/>
                    <a:pt x="14" y="1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42" name="Google Shape;1742;p56"/>
            <p:cNvSpPr/>
            <p:nvPr/>
          </p:nvSpPr>
          <p:spPr>
            <a:xfrm>
              <a:off x="3957325" y="2866025"/>
              <a:ext cx="375" cy="725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14" y="29"/>
                  </a:moveTo>
                  <a:lnTo>
                    <a:pt x="0" y="1"/>
                  </a:lnTo>
                  <a:lnTo>
                    <a:pt x="0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43" name="Google Shape;1743;p56"/>
            <p:cNvSpPr/>
            <p:nvPr/>
          </p:nvSpPr>
          <p:spPr>
            <a:xfrm>
              <a:off x="2936975" y="3464775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5" y="14"/>
                  </a:moveTo>
                  <a:lnTo>
                    <a:pt x="15" y="1"/>
                  </a:lnTo>
                  <a:lnTo>
                    <a:pt x="1" y="1"/>
                  </a:lnTo>
                  <a:lnTo>
                    <a:pt x="15" y="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44" name="Google Shape;1744;p56"/>
            <p:cNvSpPr/>
            <p:nvPr/>
          </p:nvSpPr>
          <p:spPr>
            <a:xfrm>
              <a:off x="2547475" y="2080725"/>
              <a:ext cx="1050" cy="375"/>
            </a:xfrm>
            <a:custGeom>
              <a:avLst/>
              <a:gdLst/>
              <a:ahLst/>
              <a:cxnLst/>
              <a:rect l="l" t="t" r="r" b="b"/>
              <a:pathLst>
                <a:path w="42" h="15" extrusionOk="0">
                  <a:moveTo>
                    <a:pt x="14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42" y="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45" name="Google Shape;1745;p56"/>
            <p:cNvSpPr/>
            <p:nvPr/>
          </p:nvSpPr>
          <p:spPr>
            <a:xfrm>
              <a:off x="2583375" y="2211850"/>
              <a:ext cx="80925" cy="80225"/>
            </a:xfrm>
            <a:custGeom>
              <a:avLst/>
              <a:gdLst/>
              <a:ahLst/>
              <a:cxnLst/>
              <a:rect l="l" t="t" r="r" b="b"/>
              <a:pathLst>
                <a:path w="3237" h="3209" extrusionOk="0">
                  <a:moveTo>
                    <a:pt x="1047" y="223"/>
                  </a:moveTo>
                  <a:cubicBezTo>
                    <a:pt x="1019" y="251"/>
                    <a:pt x="1019" y="251"/>
                    <a:pt x="1047" y="223"/>
                  </a:cubicBezTo>
                  <a:lnTo>
                    <a:pt x="1047" y="223"/>
                  </a:lnTo>
                  <a:cubicBezTo>
                    <a:pt x="1005" y="363"/>
                    <a:pt x="963" y="488"/>
                    <a:pt x="921" y="628"/>
                  </a:cubicBezTo>
                  <a:cubicBezTo>
                    <a:pt x="782" y="1060"/>
                    <a:pt x="517" y="1451"/>
                    <a:pt x="419" y="1883"/>
                  </a:cubicBezTo>
                  <a:cubicBezTo>
                    <a:pt x="405" y="1995"/>
                    <a:pt x="308" y="2037"/>
                    <a:pt x="224" y="2092"/>
                  </a:cubicBezTo>
                  <a:cubicBezTo>
                    <a:pt x="168" y="2134"/>
                    <a:pt x="126" y="2176"/>
                    <a:pt x="71" y="2232"/>
                  </a:cubicBezTo>
                  <a:cubicBezTo>
                    <a:pt x="1" y="2316"/>
                    <a:pt x="29" y="2497"/>
                    <a:pt x="140" y="2553"/>
                  </a:cubicBezTo>
                  <a:cubicBezTo>
                    <a:pt x="168" y="2567"/>
                    <a:pt x="224" y="2581"/>
                    <a:pt x="280" y="2595"/>
                  </a:cubicBezTo>
                  <a:cubicBezTo>
                    <a:pt x="377" y="2636"/>
                    <a:pt x="433" y="2706"/>
                    <a:pt x="419" y="2804"/>
                  </a:cubicBezTo>
                  <a:cubicBezTo>
                    <a:pt x="419" y="2860"/>
                    <a:pt x="405" y="2901"/>
                    <a:pt x="405" y="2943"/>
                  </a:cubicBezTo>
                  <a:cubicBezTo>
                    <a:pt x="405" y="3125"/>
                    <a:pt x="503" y="3208"/>
                    <a:pt x="684" y="3153"/>
                  </a:cubicBezTo>
                  <a:cubicBezTo>
                    <a:pt x="768" y="3139"/>
                    <a:pt x="893" y="3125"/>
                    <a:pt x="935" y="3055"/>
                  </a:cubicBezTo>
                  <a:cubicBezTo>
                    <a:pt x="1172" y="2790"/>
                    <a:pt x="1563" y="2692"/>
                    <a:pt x="1702" y="2344"/>
                  </a:cubicBezTo>
                  <a:cubicBezTo>
                    <a:pt x="1730" y="2316"/>
                    <a:pt x="1800" y="2302"/>
                    <a:pt x="1828" y="2302"/>
                  </a:cubicBezTo>
                  <a:cubicBezTo>
                    <a:pt x="1968" y="2385"/>
                    <a:pt x="2121" y="2483"/>
                    <a:pt x="2121" y="2664"/>
                  </a:cubicBezTo>
                  <a:cubicBezTo>
                    <a:pt x="2121" y="2762"/>
                    <a:pt x="2163" y="2804"/>
                    <a:pt x="2233" y="2846"/>
                  </a:cubicBezTo>
                  <a:cubicBezTo>
                    <a:pt x="2400" y="2915"/>
                    <a:pt x="2581" y="2985"/>
                    <a:pt x="2777" y="3041"/>
                  </a:cubicBezTo>
                  <a:cubicBezTo>
                    <a:pt x="2804" y="3055"/>
                    <a:pt x="2874" y="3041"/>
                    <a:pt x="2916" y="2999"/>
                  </a:cubicBezTo>
                  <a:cubicBezTo>
                    <a:pt x="3000" y="2929"/>
                    <a:pt x="3083" y="2846"/>
                    <a:pt x="3167" y="2762"/>
                  </a:cubicBezTo>
                  <a:cubicBezTo>
                    <a:pt x="3237" y="2664"/>
                    <a:pt x="3195" y="2511"/>
                    <a:pt x="3083" y="2455"/>
                  </a:cubicBezTo>
                  <a:cubicBezTo>
                    <a:pt x="3069" y="2441"/>
                    <a:pt x="3028" y="2441"/>
                    <a:pt x="3014" y="2441"/>
                  </a:cubicBezTo>
                  <a:cubicBezTo>
                    <a:pt x="2860" y="2385"/>
                    <a:pt x="2777" y="2302"/>
                    <a:pt x="2777" y="2134"/>
                  </a:cubicBezTo>
                  <a:cubicBezTo>
                    <a:pt x="2777" y="1925"/>
                    <a:pt x="2707" y="1758"/>
                    <a:pt x="2567" y="1604"/>
                  </a:cubicBezTo>
                  <a:cubicBezTo>
                    <a:pt x="2470" y="1521"/>
                    <a:pt x="2386" y="1437"/>
                    <a:pt x="2330" y="1325"/>
                  </a:cubicBezTo>
                  <a:cubicBezTo>
                    <a:pt x="2233" y="1046"/>
                    <a:pt x="1898" y="949"/>
                    <a:pt x="1772" y="684"/>
                  </a:cubicBezTo>
                  <a:cubicBezTo>
                    <a:pt x="1758" y="642"/>
                    <a:pt x="1689" y="642"/>
                    <a:pt x="1633" y="628"/>
                  </a:cubicBezTo>
                  <a:cubicBezTo>
                    <a:pt x="1493" y="572"/>
                    <a:pt x="1493" y="558"/>
                    <a:pt x="1591" y="460"/>
                  </a:cubicBezTo>
                  <a:cubicBezTo>
                    <a:pt x="1675" y="363"/>
                    <a:pt x="1744" y="279"/>
                    <a:pt x="1814" y="195"/>
                  </a:cubicBezTo>
                  <a:cubicBezTo>
                    <a:pt x="1828" y="154"/>
                    <a:pt x="1814" y="112"/>
                    <a:pt x="1800" y="56"/>
                  </a:cubicBezTo>
                  <a:cubicBezTo>
                    <a:pt x="1772" y="0"/>
                    <a:pt x="1730" y="0"/>
                    <a:pt x="1675" y="42"/>
                  </a:cubicBezTo>
                  <a:cubicBezTo>
                    <a:pt x="1591" y="84"/>
                    <a:pt x="1521" y="126"/>
                    <a:pt x="1410" y="84"/>
                  </a:cubicBezTo>
                  <a:cubicBezTo>
                    <a:pt x="1326" y="56"/>
                    <a:pt x="1214" y="70"/>
                    <a:pt x="1131" y="70"/>
                  </a:cubicBezTo>
                  <a:cubicBezTo>
                    <a:pt x="1131" y="140"/>
                    <a:pt x="1075" y="195"/>
                    <a:pt x="1047" y="2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46" name="Google Shape;1746;p56"/>
            <p:cNvSpPr/>
            <p:nvPr/>
          </p:nvSpPr>
          <p:spPr>
            <a:xfrm>
              <a:off x="2706125" y="4405250"/>
              <a:ext cx="725" cy="375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1" y="1"/>
                  </a:moveTo>
                  <a:cubicBezTo>
                    <a:pt x="1" y="15"/>
                    <a:pt x="1" y="15"/>
                    <a:pt x="1" y="1"/>
                  </a:cubicBezTo>
                  <a:cubicBezTo>
                    <a:pt x="1" y="15"/>
                    <a:pt x="29" y="15"/>
                    <a:pt x="29" y="15"/>
                  </a:cubicBezTo>
                  <a:lnTo>
                    <a:pt x="1" y="1"/>
                  </a:lnTo>
                  <a:cubicBezTo>
                    <a:pt x="29" y="1"/>
                    <a:pt x="29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47" name="Google Shape;1747;p56"/>
            <p:cNvSpPr/>
            <p:nvPr/>
          </p:nvSpPr>
          <p:spPr>
            <a:xfrm>
              <a:off x="2688350" y="2098500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15"/>
                  </a:moveTo>
                  <a:lnTo>
                    <a:pt x="14" y="15"/>
                  </a:lnTo>
                  <a:cubicBezTo>
                    <a:pt x="14" y="15"/>
                    <a:pt x="0" y="1"/>
                    <a:pt x="0" y="15"/>
                  </a:cubicBezTo>
                  <a:cubicBezTo>
                    <a:pt x="0" y="1"/>
                    <a:pt x="0" y="1"/>
                    <a:pt x="0" y="15"/>
                  </a:cubicBezTo>
                  <a:cubicBezTo>
                    <a:pt x="0" y="1"/>
                    <a:pt x="0" y="15"/>
                    <a:pt x="0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48" name="Google Shape;1748;p56"/>
            <p:cNvSpPr/>
            <p:nvPr/>
          </p:nvSpPr>
          <p:spPr>
            <a:xfrm>
              <a:off x="2803425" y="2707375"/>
              <a:ext cx="1075" cy="1050"/>
            </a:xfrm>
            <a:custGeom>
              <a:avLst/>
              <a:gdLst/>
              <a:ahLst/>
              <a:cxnLst/>
              <a:rect l="l" t="t" r="r" b="b"/>
              <a:pathLst>
                <a:path w="43" h="42" extrusionOk="0">
                  <a:moveTo>
                    <a:pt x="14" y="42"/>
                  </a:moveTo>
                  <a:cubicBezTo>
                    <a:pt x="14" y="28"/>
                    <a:pt x="42" y="28"/>
                    <a:pt x="42" y="0"/>
                  </a:cubicBezTo>
                  <a:lnTo>
                    <a:pt x="14" y="0"/>
                  </a:lnTo>
                  <a:cubicBezTo>
                    <a:pt x="14" y="28"/>
                    <a:pt x="0" y="28"/>
                    <a:pt x="14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49" name="Google Shape;1749;p56"/>
            <p:cNvSpPr/>
            <p:nvPr/>
          </p:nvSpPr>
          <p:spPr>
            <a:xfrm>
              <a:off x="2735075" y="4427225"/>
              <a:ext cx="375" cy="25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4" y="1"/>
                  </a:moveTo>
                  <a:cubicBezTo>
                    <a:pt x="0" y="1"/>
                    <a:pt x="0" y="1"/>
                    <a:pt x="14" y="1"/>
                  </a:cubicBezTo>
                  <a:cubicBezTo>
                    <a:pt x="0" y="1"/>
                    <a:pt x="0" y="1"/>
                    <a:pt x="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50" name="Google Shape;1750;p56"/>
            <p:cNvSpPr/>
            <p:nvPr/>
          </p:nvSpPr>
          <p:spPr>
            <a:xfrm>
              <a:off x="1758675" y="2224400"/>
              <a:ext cx="25" cy="1075"/>
            </a:xfrm>
            <a:custGeom>
              <a:avLst/>
              <a:gdLst/>
              <a:ahLst/>
              <a:cxnLst/>
              <a:rect l="l" t="t" r="r" b="b"/>
              <a:pathLst>
                <a:path w="1" h="43" extrusionOk="0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0"/>
                  </a:lnTo>
                  <a:cubicBezTo>
                    <a:pt x="0" y="28"/>
                    <a:pt x="0" y="2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51" name="Google Shape;1751;p56"/>
            <p:cNvSpPr/>
            <p:nvPr/>
          </p:nvSpPr>
          <p:spPr>
            <a:xfrm>
              <a:off x="1449350" y="1814650"/>
              <a:ext cx="1708400" cy="2616800"/>
            </a:xfrm>
            <a:custGeom>
              <a:avLst/>
              <a:gdLst/>
              <a:ahLst/>
              <a:cxnLst/>
              <a:rect l="l" t="t" r="r" b="b"/>
              <a:pathLst>
                <a:path w="68336" h="104672" extrusionOk="0">
                  <a:moveTo>
                    <a:pt x="68028" y="69353"/>
                  </a:moveTo>
                  <a:cubicBezTo>
                    <a:pt x="68014" y="69297"/>
                    <a:pt x="67945" y="69228"/>
                    <a:pt x="67875" y="69214"/>
                  </a:cubicBezTo>
                  <a:cubicBezTo>
                    <a:pt x="67763" y="69158"/>
                    <a:pt x="67638" y="69102"/>
                    <a:pt x="67526" y="69116"/>
                  </a:cubicBezTo>
                  <a:cubicBezTo>
                    <a:pt x="67317" y="69144"/>
                    <a:pt x="67136" y="69074"/>
                    <a:pt x="66996" y="68949"/>
                  </a:cubicBezTo>
                  <a:cubicBezTo>
                    <a:pt x="66801" y="68795"/>
                    <a:pt x="66550" y="68739"/>
                    <a:pt x="66424" y="68530"/>
                  </a:cubicBezTo>
                  <a:cubicBezTo>
                    <a:pt x="66201" y="68181"/>
                    <a:pt x="65852" y="68042"/>
                    <a:pt x="65518" y="67847"/>
                  </a:cubicBezTo>
                  <a:cubicBezTo>
                    <a:pt x="65364" y="67763"/>
                    <a:pt x="65197" y="67721"/>
                    <a:pt x="65029" y="67721"/>
                  </a:cubicBezTo>
                  <a:cubicBezTo>
                    <a:pt x="64457" y="67749"/>
                    <a:pt x="63872" y="67638"/>
                    <a:pt x="63314" y="67498"/>
                  </a:cubicBezTo>
                  <a:cubicBezTo>
                    <a:pt x="63244" y="67484"/>
                    <a:pt x="63174" y="67498"/>
                    <a:pt x="63104" y="67512"/>
                  </a:cubicBezTo>
                  <a:cubicBezTo>
                    <a:pt x="63021" y="67554"/>
                    <a:pt x="62937" y="67610"/>
                    <a:pt x="62853" y="67638"/>
                  </a:cubicBezTo>
                  <a:cubicBezTo>
                    <a:pt x="62784" y="67679"/>
                    <a:pt x="62714" y="67638"/>
                    <a:pt x="62686" y="67554"/>
                  </a:cubicBezTo>
                  <a:cubicBezTo>
                    <a:pt x="62658" y="67442"/>
                    <a:pt x="62616" y="67331"/>
                    <a:pt x="62574" y="67219"/>
                  </a:cubicBezTo>
                  <a:cubicBezTo>
                    <a:pt x="62519" y="67149"/>
                    <a:pt x="62435" y="67052"/>
                    <a:pt x="62365" y="67052"/>
                  </a:cubicBezTo>
                  <a:cubicBezTo>
                    <a:pt x="62030" y="67024"/>
                    <a:pt x="61779" y="66842"/>
                    <a:pt x="61500" y="66717"/>
                  </a:cubicBezTo>
                  <a:cubicBezTo>
                    <a:pt x="61277" y="66633"/>
                    <a:pt x="61054" y="66563"/>
                    <a:pt x="60803" y="66536"/>
                  </a:cubicBezTo>
                  <a:cubicBezTo>
                    <a:pt x="60594" y="66522"/>
                    <a:pt x="60426" y="66577"/>
                    <a:pt x="60315" y="66773"/>
                  </a:cubicBezTo>
                  <a:cubicBezTo>
                    <a:pt x="60301" y="66787"/>
                    <a:pt x="60287" y="66801"/>
                    <a:pt x="60273" y="66801"/>
                  </a:cubicBezTo>
                  <a:cubicBezTo>
                    <a:pt x="60217" y="66801"/>
                    <a:pt x="60203" y="66773"/>
                    <a:pt x="60217" y="66703"/>
                  </a:cubicBezTo>
                  <a:cubicBezTo>
                    <a:pt x="60231" y="66647"/>
                    <a:pt x="60231" y="66605"/>
                    <a:pt x="60245" y="66563"/>
                  </a:cubicBezTo>
                  <a:cubicBezTo>
                    <a:pt x="60301" y="66368"/>
                    <a:pt x="60175" y="66257"/>
                    <a:pt x="60064" y="66215"/>
                  </a:cubicBezTo>
                  <a:cubicBezTo>
                    <a:pt x="59882" y="66145"/>
                    <a:pt x="59715" y="66089"/>
                    <a:pt x="59520" y="66033"/>
                  </a:cubicBezTo>
                  <a:cubicBezTo>
                    <a:pt x="59520" y="66075"/>
                    <a:pt x="59506" y="66117"/>
                    <a:pt x="59506" y="66159"/>
                  </a:cubicBezTo>
                  <a:lnTo>
                    <a:pt x="59520" y="66159"/>
                  </a:lnTo>
                  <a:lnTo>
                    <a:pt x="59534" y="66173"/>
                  </a:lnTo>
                  <a:lnTo>
                    <a:pt x="59506" y="66159"/>
                  </a:lnTo>
                  <a:lnTo>
                    <a:pt x="59506" y="66145"/>
                  </a:lnTo>
                  <a:cubicBezTo>
                    <a:pt x="59296" y="66103"/>
                    <a:pt x="59101" y="66117"/>
                    <a:pt x="58948" y="66284"/>
                  </a:cubicBezTo>
                  <a:cubicBezTo>
                    <a:pt x="58892" y="66159"/>
                    <a:pt x="58780" y="66159"/>
                    <a:pt x="58669" y="66145"/>
                  </a:cubicBezTo>
                  <a:cubicBezTo>
                    <a:pt x="58822" y="65978"/>
                    <a:pt x="59017" y="65908"/>
                    <a:pt x="59227" y="65866"/>
                  </a:cubicBezTo>
                  <a:cubicBezTo>
                    <a:pt x="59269" y="65685"/>
                    <a:pt x="59324" y="65489"/>
                    <a:pt x="59366" y="65322"/>
                  </a:cubicBezTo>
                  <a:cubicBezTo>
                    <a:pt x="59380" y="65196"/>
                    <a:pt x="59380" y="65071"/>
                    <a:pt x="59296" y="64973"/>
                  </a:cubicBezTo>
                  <a:cubicBezTo>
                    <a:pt x="59199" y="64862"/>
                    <a:pt x="59157" y="64722"/>
                    <a:pt x="59045" y="64625"/>
                  </a:cubicBezTo>
                  <a:cubicBezTo>
                    <a:pt x="58850" y="64415"/>
                    <a:pt x="58711" y="64150"/>
                    <a:pt x="58669" y="63871"/>
                  </a:cubicBezTo>
                  <a:cubicBezTo>
                    <a:pt x="58641" y="63732"/>
                    <a:pt x="58571" y="63592"/>
                    <a:pt x="58473" y="63495"/>
                  </a:cubicBezTo>
                  <a:cubicBezTo>
                    <a:pt x="58083" y="63104"/>
                    <a:pt x="57706" y="62686"/>
                    <a:pt x="57106" y="62588"/>
                  </a:cubicBezTo>
                  <a:cubicBezTo>
                    <a:pt x="57037" y="62560"/>
                    <a:pt x="56967" y="62532"/>
                    <a:pt x="56925" y="62490"/>
                  </a:cubicBezTo>
                  <a:cubicBezTo>
                    <a:pt x="56674" y="62379"/>
                    <a:pt x="56409" y="62337"/>
                    <a:pt x="56158" y="62351"/>
                  </a:cubicBezTo>
                  <a:lnTo>
                    <a:pt x="55363" y="62351"/>
                  </a:lnTo>
                  <a:cubicBezTo>
                    <a:pt x="55293" y="62351"/>
                    <a:pt x="55223" y="62323"/>
                    <a:pt x="55154" y="62281"/>
                  </a:cubicBezTo>
                  <a:cubicBezTo>
                    <a:pt x="54917" y="62142"/>
                    <a:pt x="54721" y="61919"/>
                    <a:pt x="54428" y="61849"/>
                  </a:cubicBezTo>
                  <a:cubicBezTo>
                    <a:pt x="54387" y="61849"/>
                    <a:pt x="54359" y="61779"/>
                    <a:pt x="54345" y="61751"/>
                  </a:cubicBezTo>
                  <a:cubicBezTo>
                    <a:pt x="54303" y="61626"/>
                    <a:pt x="54247" y="61514"/>
                    <a:pt x="54163" y="61430"/>
                  </a:cubicBezTo>
                  <a:cubicBezTo>
                    <a:pt x="54010" y="61277"/>
                    <a:pt x="53870" y="61124"/>
                    <a:pt x="53689" y="60984"/>
                  </a:cubicBezTo>
                  <a:cubicBezTo>
                    <a:pt x="53591" y="60886"/>
                    <a:pt x="53452" y="60817"/>
                    <a:pt x="53312" y="60775"/>
                  </a:cubicBezTo>
                  <a:cubicBezTo>
                    <a:pt x="53201" y="60733"/>
                    <a:pt x="53061" y="60733"/>
                    <a:pt x="52964" y="60719"/>
                  </a:cubicBezTo>
                  <a:cubicBezTo>
                    <a:pt x="52894" y="60705"/>
                    <a:pt x="52824" y="60663"/>
                    <a:pt x="52824" y="60580"/>
                  </a:cubicBezTo>
                  <a:cubicBezTo>
                    <a:pt x="52838" y="60356"/>
                    <a:pt x="52713" y="60231"/>
                    <a:pt x="52531" y="60147"/>
                  </a:cubicBezTo>
                  <a:cubicBezTo>
                    <a:pt x="52350" y="60077"/>
                    <a:pt x="52183" y="59980"/>
                    <a:pt x="52001" y="59896"/>
                  </a:cubicBezTo>
                  <a:cubicBezTo>
                    <a:pt x="51946" y="59868"/>
                    <a:pt x="51862" y="59812"/>
                    <a:pt x="51862" y="59757"/>
                  </a:cubicBezTo>
                  <a:cubicBezTo>
                    <a:pt x="51848" y="59673"/>
                    <a:pt x="51932" y="59673"/>
                    <a:pt x="52001" y="59631"/>
                  </a:cubicBezTo>
                  <a:cubicBezTo>
                    <a:pt x="52015" y="59631"/>
                    <a:pt x="52057" y="59617"/>
                    <a:pt x="52071" y="59617"/>
                  </a:cubicBezTo>
                  <a:cubicBezTo>
                    <a:pt x="52127" y="59603"/>
                    <a:pt x="52141" y="59547"/>
                    <a:pt x="52127" y="59519"/>
                  </a:cubicBezTo>
                  <a:cubicBezTo>
                    <a:pt x="52113" y="59492"/>
                    <a:pt x="52085" y="59478"/>
                    <a:pt x="52071" y="59478"/>
                  </a:cubicBezTo>
                  <a:cubicBezTo>
                    <a:pt x="51862" y="59408"/>
                    <a:pt x="51639" y="59450"/>
                    <a:pt x="51429" y="59450"/>
                  </a:cubicBezTo>
                  <a:cubicBezTo>
                    <a:pt x="51304" y="59450"/>
                    <a:pt x="51206" y="59408"/>
                    <a:pt x="51109" y="59310"/>
                  </a:cubicBezTo>
                  <a:cubicBezTo>
                    <a:pt x="51081" y="59268"/>
                    <a:pt x="51011" y="59282"/>
                    <a:pt x="50997" y="59338"/>
                  </a:cubicBezTo>
                  <a:cubicBezTo>
                    <a:pt x="50955" y="59408"/>
                    <a:pt x="50955" y="59492"/>
                    <a:pt x="50927" y="59533"/>
                  </a:cubicBezTo>
                  <a:cubicBezTo>
                    <a:pt x="50718" y="59729"/>
                    <a:pt x="50341" y="59882"/>
                    <a:pt x="50062" y="59673"/>
                  </a:cubicBezTo>
                  <a:cubicBezTo>
                    <a:pt x="49895" y="59547"/>
                    <a:pt x="49714" y="59533"/>
                    <a:pt x="49532" y="59561"/>
                  </a:cubicBezTo>
                  <a:cubicBezTo>
                    <a:pt x="49323" y="59589"/>
                    <a:pt x="49086" y="59603"/>
                    <a:pt x="48877" y="59617"/>
                  </a:cubicBezTo>
                  <a:cubicBezTo>
                    <a:pt x="48779" y="59617"/>
                    <a:pt x="48709" y="59561"/>
                    <a:pt x="48668" y="59464"/>
                  </a:cubicBezTo>
                  <a:cubicBezTo>
                    <a:pt x="48668" y="59450"/>
                    <a:pt x="48654" y="59408"/>
                    <a:pt x="48654" y="59394"/>
                  </a:cubicBezTo>
                  <a:cubicBezTo>
                    <a:pt x="48626" y="59240"/>
                    <a:pt x="48528" y="59129"/>
                    <a:pt x="48375" y="59101"/>
                  </a:cubicBezTo>
                  <a:cubicBezTo>
                    <a:pt x="48291" y="59073"/>
                    <a:pt x="48179" y="59059"/>
                    <a:pt x="48096" y="59045"/>
                  </a:cubicBezTo>
                  <a:cubicBezTo>
                    <a:pt x="47900" y="59031"/>
                    <a:pt x="47803" y="58920"/>
                    <a:pt x="47747" y="58752"/>
                  </a:cubicBezTo>
                  <a:cubicBezTo>
                    <a:pt x="47733" y="58682"/>
                    <a:pt x="47677" y="58627"/>
                    <a:pt x="47594" y="58627"/>
                  </a:cubicBezTo>
                  <a:cubicBezTo>
                    <a:pt x="47524" y="58613"/>
                    <a:pt x="47398" y="58696"/>
                    <a:pt x="47370" y="58766"/>
                  </a:cubicBezTo>
                  <a:cubicBezTo>
                    <a:pt x="47342" y="58794"/>
                    <a:pt x="47329" y="58850"/>
                    <a:pt x="47315" y="58906"/>
                  </a:cubicBezTo>
                  <a:cubicBezTo>
                    <a:pt x="47301" y="59073"/>
                    <a:pt x="47203" y="59171"/>
                    <a:pt x="47050" y="59199"/>
                  </a:cubicBezTo>
                  <a:cubicBezTo>
                    <a:pt x="46924" y="59240"/>
                    <a:pt x="46826" y="59282"/>
                    <a:pt x="46715" y="59338"/>
                  </a:cubicBezTo>
                  <a:cubicBezTo>
                    <a:pt x="46645" y="59380"/>
                    <a:pt x="46603" y="59338"/>
                    <a:pt x="46547" y="59254"/>
                  </a:cubicBezTo>
                  <a:cubicBezTo>
                    <a:pt x="46506" y="59185"/>
                    <a:pt x="46478" y="59129"/>
                    <a:pt x="46533" y="59059"/>
                  </a:cubicBezTo>
                  <a:cubicBezTo>
                    <a:pt x="46631" y="58961"/>
                    <a:pt x="46743" y="58864"/>
                    <a:pt x="46826" y="58766"/>
                  </a:cubicBezTo>
                  <a:cubicBezTo>
                    <a:pt x="46882" y="58710"/>
                    <a:pt x="46840" y="58557"/>
                    <a:pt x="46757" y="58515"/>
                  </a:cubicBezTo>
                  <a:cubicBezTo>
                    <a:pt x="46687" y="58487"/>
                    <a:pt x="46617" y="58473"/>
                    <a:pt x="46547" y="58487"/>
                  </a:cubicBezTo>
                  <a:cubicBezTo>
                    <a:pt x="46366" y="58515"/>
                    <a:pt x="46227" y="58585"/>
                    <a:pt x="46115" y="58710"/>
                  </a:cubicBezTo>
                  <a:cubicBezTo>
                    <a:pt x="45948" y="58864"/>
                    <a:pt x="45780" y="58989"/>
                    <a:pt x="45571" y="59045"/>
                  </a:cubicBezTo>
                  <a:cubicBezTo>
                    <a:pt x="45348" y="59087"/>
                    <a:pt x="45097" y="59087"/>
                    <a:pt x="44901" y="59268"/>
                  </a:cubicBezTo>
                  <a:cubicBezTo>
                    <a:pt x="44888" y="59282"/>
                    <a:pt x="44818" y="59268"/>
                    <a:pt x="44762" y="59268"/>
                  </a:cubicBezTo>
                  <a:cubicBezTo>
                    <a:pt x="44609" y="59254"/>
                    <a:pt x="44483" y="59324"/>
                    <a:pt x="44385" y="59436"/>
                  </a:cubicBezTo>
                  <a:cubicBezTo>
                    <a:pt x="44260" y="59575"/>
                    <a:pt x="44120" y="59743"/>
                    <a:pt x="44106" y="59924"/>
                  </a:cubicBezTo>
                  <a:cubicBezTo>
                    <a:pt x="44092" y="60105"/>
                    <a:pt x="44023" y="60245"/>
                    <a:pt x="43855" y="60328"/>
                  </a:cubicBezTo>
                  <a:cubicBezTo>
                    <a:pt x="43716" y="60412"/>
                    <a:pt x="43604" y="60538"/>
                    <a:pt x="43479" y="60663"/>
                  </a:cubicBezTo>
                  <a:cubicBezTo>
                    <a:pt x="43423" y="60719"/>
                    <a:pt x="43409" y="60817"/>
                    <a:pt x="43395" y="60900"/>
                  </a:cubicBezTo>
                  <a:lnTo>
                    <a:pt x="43409" y="60900"/>
                  </a:lnTo>
                  <a:lnTo>
                    <a:pt x="43409" y="60942"/>
                  </a:lnTo>
                  <a:lnTo>
                    <a:pt x="43395" y="60928"/>
                  </a:lnTo>
                  <a:lnTo>
                    <a:pt x="43395" y="60900"/>
                  </a:lnTo>
                  <a:cubicBezTo>
                    <a:pt x="43353" y="60886"/>
                    <a:pt x="43297" y="60886"/>
                    <a:pt x="43269" y="60858"/>
                  </a:cubicBezTo>
                  <a:cubicBezTo>
                    <a:pt x="43144" y="60747"/>
                    <a:pt x="43018" y="60621"/>
                    <a:pt x="42907" y="60524"/>
                  </a:cubicBezTo>
                  <a:cubicBezTo>
                    <a:pt x="42739" y="60370"/>
                    <a:pt x="42558" y="60273"/>
                    <a:pt x="42349" y="60231"/>
                  </a:cubicBezTo>
                  <a:cubicBezTo>
                    <a:pt x="42042" y="60161"/>
                    <a:pt x="41763" y="60161"/>
                    <a:pt x="41512" y="60314"/>
                  </a:cubicBezTo>
                  <a:cubicBezTo>
                    <a:pt x="41414" y="60370"/>
                    <a:pt x="41331" y="60384"/>
                    <a:pt x="41247" y="60440"/>
                  </a:cubicBezTo>
                  <a:cubicBezTo>
                    <a:pt x="41052" y="60552"/>
                    <a:pt x="40856" y="60621"/>
                    <a:pt x="40633" y="60482"/>
                  </a:cubicBezTo>
                  <a:cubicBezTo>
                    <a:pt x="40229" y="60454"/>
                    <a:pt x="39992" y="60189"/>
                    <a:pt x="39782" y="59896"/>
                  </a:cubicBezTo>
                  <a:cubicBezTo>
                    <a:pt x="39657" y="59715"/>
                    <a:pt x="39559" y="59533"/>
                    <a:pt x="39434" y="59352"/>
                  </a:cubicBezTo>
                  <a:cubicBezTo>
                    <a:pt x="39392" y="59296"/>
                    <a:pt x="39378" y="59213"/>
                    <a:pt x="39378" y="59143"/>
                  </a:cubicBezTo>
                  <a:cubicBezTo>
                    <a:pt x="39378" y="58906"/>
                    <a:pt x="39378" y="58669"/>
                    <a:pt x="39531" y="58459"/>
                  </a:cubicBezTo>
                  <a:cubicBezTo>
                    <a:pt x="39587" y="58390"/>
                    <a:pt x="39629" y="58292"/>
                    <a:pt x="39629" y="58208"/>
                  </a:cubicBezTo>
                  <a:cubicBezTo>
                    <a:pt x="39629" y="57957"/>
                    <a:pt x="39699" y="57734"/>
                    <a:pt x="39768" y="57511"/>
                  </a:cubicBezTo>
                  <a:cubicBezTo>
                    <a:pt x="39838" y="57274"/>
                    <a:pt x="39810" y="57037"/>
                    <a:pt x="39810" y="56785"/>
                  </a:cubicBezTo>
                  <a:cubicBezTo>
                    <a:pt x="39810" y="56758"/>
                    <a:pt x="39782" y="56702"/>
                    <a:pt x="39740" y="56688"/>
                  </a:cubicBezTo>
                  <a:cubicBezTo>
                    <a:pt x="39657" y="56632"/>
                    <a:pt x="39573" y="56618"/>
                    <a:pt x="39489" y="56576"/>
                  </a:cubicBezTo>
                  <a:lnTo>
                    <a:pt x="39489" y="56576"/>
                  </a:lnTo>
                  <a:lnTo>
                    <a:pt x="39503" y="56604"/>
                  </a:lnTo>
                  <a:lnTo>
                    <a:pt x="39461" y="56618"/>
                  </a:lnTo>
                  <a:lnTo>
                    <a:pt x="39489" y="56576"/>
                  </a:lnTo>
                  <a:cubicBezTo>
                    <a:pt x="39322" y="56437"/>
                    <a:pt x="39155" y="56339"/>
                    <a:pt x="38931" y="56325"/>
                  </a:cubicBezTo>
                  <a:cubicBezTo>
                    <a:pt x="38722" y="56325"/>
                    <a:pt x="38485" y="56283"/>
                    <a:pt x="38276" y="56228"/>
                  </a:cubicBezTo>
                  <a:cubicBezTo>
                    <a:pt x="38039" y="56186"/>
                    <a:pt x="37816" y="56297"/>
                    <a:pt x="37564" y="56283"/>
                  </a:cubicBezTo>
                  <a:cubicBezTo>
                    <a:pt x="37369" y="56283"/>
                    <a:pt x="37188" y="56325"/>
                    <a:pt x="36993" y="56325"/>
                  </a:cubicBezTo>
                  <a:cubicBezTo>
                    <a:pt x="36867" y="56325"/>
                    <a:pt x="36742" y="56283"/>
                    <a:pt x="36644" y="56269"/>
                  </a:cubicBezTo>
                  <a:cubicBezTo>
                    <a:pt x="36588" y="56255"/>
                    <a:pt x="36560" y="56200"/>
                    <a:pt x="36588" y="56158"/>
                  </a:cubicBezTo>
                  <a:cubicBezTo>
                    <a:pt x="36811" y="55949"/>
                    <a:pt x="36909" y="55697"/>
                    <a:pt x="36881" y="55377"/>
                  </a:cubicBezTo>
                  <a:cubicBezTo>
                    <a:pt x="36867" y="55237"/>
                    <a:pt x="36909" y="55098"/>
                    <a:pt x="36937" y="54944"/>
                  </a:cubicBezTo>
                  <a:cubicBezTo>
                    <a:pt x="36951" y="54875"/>
                    <a:pt x="36993" y="54805"/>
                    <a:pt x="37076" y="54805"/>
                  </a:cubicBezTo>
                  <a:cubicBezTo>
                    <a:pt x="37258" y="54805"/>
                    <a:pt x="37341" y="54693"/>
                    <a:pt x="37355" y="54540"/>
                  </a:cubicBezTo>
                  <a:cubicBezTo>
                    <a:pt x="37397" y="54386"/>
                    <a:pt x="37425" y="54205"/>
                    <a:pt x="37425" y="54052"/>
                  </a:cubicBezTo>
                  <a:cubicBezTo>
                    <a:pt x="37411" y="53828"/>
                    <a:pt x="37481" y="53633"/>
                    <a:pt x="37634" y="53466"/>
                  </a:cubicBezTo>
                  <a:cubicBezTo>
                    <a:pt x="37718" y="53354"/>
                    <a:pt x="37816" y="53229"/>
                    <a:pt x="37899" y="53131"/>
                  </a:cubicBezTo>
                  <a:cubicBezTo>
                    <a:pt x="37927" y="53075"/>
                    <a:pt x="37955" y="52991"/>
                    <a:pt x="37983" y="52936"/>
                  </a:cubicBezTo>
                  <a:cubicBezTo>
                    <a:pt x="38025" y="52810"/>
                    <a:pt x="37899" y="52629"/>
                    <a:pt x="37774" y="52629"/>
                  </a:cubicBezTo>
                  <a:cubicBezTo>
                    <a:pt x="37495" y="52629"/>
                    <a:pt x="37202" y="52573"/>
                    <a:pt x="36923" y="52699"/>
                  </a:cubicBezTo>
                  <a:cubicBezTo>
                    <a:pt x="36700" y="52796"/>
                    <a:pt x="36463" y="52810"/>
                    <a:pt x="36225" y="52810"/>
                  </a:cubicBezTo>
                  <a:cubicBezTo>
                    <a:pt x="36016" y="52810"/>
                    <a:pt x="35877" y="52936"/>
                    <a:pt x="35793" y="53131"/>
                  </a:cubicBezTo>
                  <a:cubicBezTo>
                    <a:pt x="35737" y="53229"/>
                    <a:pt x="35695" y="53354"/>
                    <a:pt x="35667" y="53466"/>
                  </a:cubicBezTo>
                  <a:cubicBezTo>
                    <a:pt x="35584" y="53814"/>
                    <a:pt x="35444" y="54135"/>
                    <a:pt x="35165" y="54386"/>
                  </a:cubicBezTo>
                  <a:cubicBezTo>
                    <a:pt x="35068" y="54665"/>
                    <a:pt x="34900" y="54665"/>
                    <a:pt x="34649" y="54582"/>
                  </a:cubicBezTo>
                  <a:cubicBezTo>
                    <a:pt x="34552" y="54540"/>
                    <a:pt x="34412" y="54554"/>
                    <a:pt x="34301" y="54596"/>
                  </a:cubicBezTo>
                  <a:cubicBezTo>
                    <a:pt x="34077" y="54651"/>
                    <a:pt x="33854" y="54749"/>
                    <a:pt x="33631" y="54805"/>
                  </a:cubicBezTo>
                  <a:cubicBezTo>
                    <a:pt x="33436" y="54833"/>
                    <a:pt x="33240" y="54861"/>
                    <a:pt x="33101" y="54679"/>
                  </a:cubicBezTo>
                  <a:cubicBezTo>
                    <a:pt x="33003" y="54540"/>
                    <a:pt x="32836" y="54470"/>
                    <a:pt x="32682" y="54414"/>
                  </a:cubicBezTo>
                  <a:cubicBezTo>
                    <a:pt x="32487" y="54344"/>
                    <a:pt x="32376" y="54205"/>
                    <a:pt x="32278" y="54038"/>
                  </a:cubicBezTo>
                  <a:cubicBezTo>
                    <a:pt x="32180" y="53787"/>
                    <a:pt x="32055" y="53563"/>
                    <a:pt x="31887" y="53354"/>
                  </a:cubicBezTo>
                  <a:cubicBezTo>
                    <a:pt x="31790" y="53270"/>
                    <a:pt x="31762" y="53145"/>
                    <a:pt x="31748" y="53019"/>
                  </a:cubicBezTo>
                  <a:cubicBezTo>
                    <a:pt x="31706" y="52810"/>
                    <a:pt x="31650" y="52601"/>
                    <a:pt x="31636" y="52392"/>
                  </a:cubicBezTo>
                  <a:cubicBezTo>
                    <a:pt x="31622" y="52252"/>
                    <a:pt x="31608" y="52113"/>
                    <a:pt x="31608" y="51959"/>
                  </a:cubicBezTo>
                  <a:cubicBezTo>
                    <a:pt x="31636" y="51457"/>
                    <a:pt x="31692" y="50955"/>
                    <a:pt x="31790" y="50467"/>
                  </a:cubicBezTo>
                  <a:cubicBezTo>
                    <a:pt x="31818" y="50369"/>
                    <a:pt x="31846" y="50271"/>
                    <a:pt x="31901" y="50202"/>
                  </a:cubicBezTo>
                  <a:cubicBezTo>
                    <a:pt x="32069" y="50006"/>
                    <a:pt x="32111" y="49783"/>
                    <a:pt x="32069" y="49532"/>
                  </a:cubicBezTo>
                  <a:cubicBezTo>
                    <a:pt x="32041" y="49183"/>
                    <a:pt x="32111" y="48877"/>
                    <a:pt x="32236" y="48542"/>
                  </a:cubicBezTo>
                  <a:cubicBezTo>
                    <a:pt x="32334" y="48263"/>
                    <a:pt x="32529" y="47998"/>
                    <a:pt x="32808" y="47956"/>
                  </a:cubicBezTo>
                  <a:cubicBezTo>
                    <a:pt x="33157" y="47886"/>
                    <a:pt x="33450" y="47761"/>
                    <a:pt x="33701" y="47538"/>
                  </a:cubicBezTo>
                  <a:cubicBezTo>
                    <a:pt x="33882" y="47356"/>
                    <a:pt x="34133" y="47342"/>
                    <a:pt x="34342" y="47259"/>
                  </a:cubicBezTo>
                  <a:cubicBezTo>
                    <a:pt x="34510" y="47189"/>
                    <a:pt x="34719" y="47217"/>
                    <a:pt x="34900" y="47286"/>
                  </a:cubicBezTo>
                  <a:cubicBezTo>
                    <a:pt x="35040" y="47342"/>
                    <a:pt x="35179" y="47370"/>
                    <a:pt x="35319" y="47300"/>
                  </a:cubicBezTo>
                  <a:cubicBezTo>
                    <a:pt x="35472" y="47231"/>
                    <a:pt x="35612" y="47273"/>
                    <a:pt x="35695" y="47398"/>
                  </a:cubicBezTo>
                  <a:cubicBezTo>
                    <a:pt x="35877" y="47677"/>
                    <a:pt x="36142" y="47677"/>
                    <a:pt x="36393" y="47621"/>
                  </a:cubicBezTo>
                  <a:cubicBezTo>
                    <a:pt x="36532" y="47607"/>
                    <a:pt x="36658" y="47510"/>
                    <a:pt x="36783" y="47468"/>
                  </a:cubicBezTo>
                  <a:cubicBezTo>
                    <a:pt x="36811" y="47328"/>
                    <a:pt x="36867" y="47203"/>
                    <a:pt x="36881" y="47063"/>
                  </a:cubicBezTo>
                  <a:cubicBezTo>
                    <a:pt x="36909" y="46910"/>
                    <a:pt x="36993" y="46854"/>
                    <a:pt x="37118" y="46812"/>
                  </a:cubicBezTo>
                  <a:cubicBezTo>
                    <a:pt x="37202" y="46784"/>
                    <a:pt x="37299" y="46784"/>
                    <a:pt x="37397" y="46770"/>
                  </a:cubicBezTo>
                  <a:cubicBezTo>
                    <a:pt x="37718" y="46715"/>
                    <a:pt x="38053" y="46798"/>
                    <a:pt x="38401" y="46784"/>
                  </a:cubicBezTo>
                  <a:cubicBezTo>
                    <a:pt x="38792" y="46770"/>
                    <a:pt x="39113" y="46854"/>
                    <a:pt x="39378" y="47147"/>
                  </a:cubicBezTo>
                  <a:cubicBezTo>
                    <a:pt x="39461" y="47259"/>
                    <a:pt x="39587" y="47231"/>
                    <a:pt x="39713" y="47189"/>
                  </a:cubicBezTo>
                  <a:cubicBezTo>
                    <a:pt x="39796" y="47147"/>
                    <a:pt x="39880" y="47091"/>
                    <a:pt x="39978" y="47077"/>
                  </a:cubicBezTo>
                  <a:cubicBezTo>
                    <a:pt x="40075" y="47049"/>
                    <a:pt x="40159" y="47077"/>
                    <a:pt x="40229" y="47147"/>
                  </a:cubicBezTo>
                  <a:cubicBezTo>
                    <a:pt x="40396" y="47328"/>
                    <a:pt x="40536" y="47510"/>
                    <a:pt x="40689" y="47705"/>
                  </a:cubicBezTo>
                  <a:cubicBezTo>
                    <a:pt x="40773" y="47817"/>
                    <a:pt x="40773" y="47914"/>
                    <a:pt x="40745" y="48040"/>
                  </a:cubicBezTo>
                  <a:cubicBezTo>
                    <a:pt x="40717" y="48109"/>
                    <a:pt x="40703" y="48179"/>
                    <a:pt x="40675" y="48249"/>
                  </a:cubicBezTo>
                  <a:cubicBezTo>
                    <a:pt x="40605" y="48388"/>
                    <a:pt x="40605" y="48528"/>
                    <a:pt x="40703" y="48653"/>
                  </a:cubicBezTo>
                  <a:cubicBezTo>
                    <a:pt x="40815" y="49044"/>
                    <a:pt x="41038" y="49393"/>
                    <a:pt x="41177" y="49769"/>
                  </a:cubicBezTo>
                  <a:cubicBezTo>
                    <a:pt x="41247" y="49937"/>
                    <a:pt x="41386" y="50076"/>
                    <a:pt x="41512" y="50216"/>
                  </a:cubicBezTo>
                  <a:cubicBezTo>
                    <a:pt x="41610" y="50355"/>
                    <a:pt x="41861" y="50327"/>
                    <a:pt x="41944" y="50188"/>
                  </a:cubicBezTo>
                  <a:cubicBezTo>
                    <a:pt x="42112" y="49881"/>
                    <a:pt x="42223" y="49574"/>
                    <a:pt x="42251" y="49239"/>
                  </a:cubicBezTo>
                  <a:lnTo>
                    <a:pt x="42251" y="49100"/>
                  </a:lnTo>
                  <a:cubicBezTo>
                    <a:pt x="42209" y="48932"/>
                    <a:pt x="42112" y="48737"/>
                    <a:pt x="42084" y="48556"/>
                  </a:cubicBezTo>
                  <a:cubicBezTo>
                    <a:pt x="42042" y="48374"/>
                    <a:pt x="42042" y="48179"/>
                    <a:pt x="42014" y="47998"/>
                  </a:cubicBezTo>
                  <a:cubicBezTo>
                    <a:pt x="42014" y="47984"/>
                    <a:pt x="42000" y="47956"/>
                    <a:pt x="42000" y="47928"/>
                  </a:cubicBezTo>
                  <a:cubicBezTo>
                    <a:pt x="41763" y="47370"/>
                    <a:pt x="41805" y="46798"/>
                    <a:pt x="41861" y="46226"/>
                  </a:cubicBezTo>
                  <a:cubicBezTo>
                    <a:pt x="41875" y="46143"/>
                    <a:pt x="41889" y="46031"/>
                    <a:pt x="41958" y="45961"/>
                  </a:cubicBezTo>
                  <a:cubicBezTo>
                    <a:pt x="42209" y="45682"/>
                    <a:pt x="42447" y="45376"/>
                    <a:pt x="42851" y="45264"/>
                  </a:cubicBezTo>
                  <a:cubicBezTo>
                    <a:pt x="42907" y="45250"/>
                    <a:pt x="42935" y="45236"/>
                    <a:pt x="42990" y="45222"/>
                  </a:cubicBezTo>
                  <a:cubicBezTo>
                    <a:pt x="43130" y="45166"/>
                    <a:pt x="43228" y="45083"/>
                    <a:pt x="43339" y="44971"/>
                  </a:cubicBezTo>
                  <a:cubicBezTo>
                    <a:pt x="43423" y="44887"/>
                    <a:pt x="43479" y="44776"/>
                    <a:pt x="43562" y="44692"/>
                  </a:cubicBezTo>
                  <a:cubicBezTo>
                    <a:pt x="43632" y="44622"/>
                    <a:pt x="43702" y="44539"/>
                    <a:pt x="43786" y="44525"/>
                  </a:cubicBezTo>
                  <a:cubicBezTo>
                    <a:pt x="43967" y="44469"/>
                    <a:pt x="44092" y="44357"/>
                    <a:pt x="44204" y="44260"/>
                  </a:cubicBezTo>
                  <a:cubicBezTo>
                    <a:pt x="44399" y="44064"/>
                    <a:pt x="44622" y="43925"/>
                    <a:pt x="44888" y="43869"/>
                  </a:cubicBezTo>
                  <a:cubicBezTo>
                    <a:pt x="45013" y="43855"/>
                    <a:pt x="45097" y="43744"/>
                    <a:pt x="45097" y="43604"/>
                  </a:cubicBezTo>
                  <a:cubicBezTo>
                    <a:pt x="45097" y="43520"/>
                    <a:pt x="45166" y="43506"/>
                    <a:pt x="45222" y="43451"/>
                  </a:cubicBezTo>
                  <a:cubicBezTo>
                    <a:pt x="45306" y="43409"/>
                    <a:pt x="45376" y="43353"/>
                    <a:pt x="45445" y="43283"/>
                  </a:cubicBezTo>
                  <a:cubicBezTo>
                    <a:pt x="45501" y="43227"/>
                    <a:pt x="45529" y="43158"/>
                    <a:pt x="45501" y="43088"/>
                  </a:cubicBezTo>
                  <a:cubicBezTo>
                    <a:pt x="45432" y="42976"/>
                    <a:pt x="45376" y="42893"/>
                    <a:pt x="45445" y="42753"/>
                  </a:cubicBezTo>
                  <a:cubicBezTo>
                    <a:pt x="45529" y="42586"/>
                    <a:pt x="45571" y="42391"/>
                    <a:pt x="45445" y="42209"/>
                  </a:cubicBezTo>
                  <a:cubicBezTo>
                    <a:pt x="45418" y="42167"/>
                    <a:pt x="45390" y="42084"/>
                    <a:pt x="45390" y="42000"/>
                  </a:cubicBezTo>
                  <a:cubicBezTo>
                    <a:pt x="45390" y="41791"/>
                    <a:pt x="45432" y="41581"/>
                    <a:pt x="45445" y="41358"/>
                  </a:cubicBezTo>
                  <a:cubicBezTo>
                    <a:pt x="45445" y="41344"/>
                    <a:pt x="45487" y="41330"/>
                    <a:pt x="45501" y="41330"/>
                  </a:cubicBezTo>
                  <a:cubicBezTo>
                    <a:pt x="45515" y="41330"/>
                    <a:pt x="45557" y="41344"/>
                    <a:pt x="45571" y="41344"/>
                  </a:cubicBezTo>
                  <a:cubicBezTo>
                    <a:pt x="45669" y="41428"/>
                    <a:pt x="45641" y="41554"/>
                    <a:pt x="45655" y="41679"/>
                  </a:cubicBezTo>
                  <a:cubicBezTo>
                    <a:pt x="45655" y="41707"/>
                    <a:pt x="45710" y="41749"/>
                    <a:pt x="45738" y="41777"/>
                  </a:cubicBezTo>
                  <a:cubicBezTo>
                    <a:pt x="45738" y="41777"/>
                    <a:pt x="45794" y="41763"/>
                    <a:pt x="45808" y="41749"/>
                  </a:cubicBezTo>
                  <a:cubicBezTo>
                    <a:pt x="45934" y="41568"/>
                    <a:pt x="46073" y="41400"/>
                    <a:pt x="46185" y="41219"/>
                  </a:cubicBezTo>
                  <a:cubicBezTo>
                    <a:pt x="46227" y="41149"/>
                    <a:pt x="46227" y="41051"/>
                    <a:pt x="46254" y="40940"/>
                  </a:cubicBezTo>
                  <a:cubicBezTo>
                    <a:pt x="46268" y="40870"/>
                    <a:pt x="46254" y="40800"/>
                    <a:pt x="46254" y="40731"/>
                  </a:cubicBezTo>
                  <a:cubicBezTo>
                    <a:pt x="46254" y="40675"/>
                    <a:pt x="46282" y="40647"/>
                    <a:pt x="46352" y="40647"/>
                  </a:cubicBezTo>
                  <a:cubicBezTo>
                    <a:pt x="46492" y="40647"/>
                    <a:pt x="46575" y="40577"/>
                    <a:pt x="46673" y="40494"/>
                  </a:cubicBezTo>
                  <a:cubicBezTo>
                    <a:pt x="46882" y="40284"/>
                    <a:pt x="47036" y="40033"/>
                    <a:pt x="47063" y="39740"/>
                  </a:cubicBezTo>
                  <a:cubicBezTo>
                    <a:pt x="47105" y="39475"/>
                    <a:pt x="47259" y="39419"/>
                    <a:pt x="47468" y="39419"/>
                  </a:cubicBezTo>
                  <a:cubicBezTo>
                    <a:pt x="47607" y="39406"/>
                    <a:pt x="47747" y="39392"/>
                    <a:pt x="47886" y="39350"/>
                  </a:cubicBezTo>
                  <a:cubicBezTo>
                    <a:pt x="47956" y="39336"/>
                    <a:pt x="48012" y="39308"/>
                    <a:pt x="48082" y="39252"/>
                  </a:cubicBezTo>
                  <a:cubicBezTo>
                    <a:pt x="48096" y="39238"/>
                    <a:pt x="48110" y="39210"/>
                    <a:pt x="48110" y="39196"/>
                  </a:cubicBezTo>
                  <a:cubicBezTo>
                    <a:pt x="48110" y="39182"/>
                    <a:pt x="48096" y="39140"/>
                    <a:pt x="48082" y="39140"/>
                  </a:cubicBezTo>
                  <a:cubicBezTo>
                    <a:pt x="48040" y="39127"/>
                    <a:pt x="47998" y="39113"/>
                    <a:pt x="47942" y="39113"/>
                  </a:cubicBezTo>
                  <a:cubicBezTo>
                    <a:pt x="47873" y="39113"/>
                    <a:pt x="47831" y="39099"/>
                    <a:pt x="47873" y="39043"/>
                  </a:cubicBezTo>
                  <a:cubicBezTo>
                    <a:pt x="47873" y="39029"/>
                    <a:pt x="47900" y="39029"/>
                    <a:pt x="47942" y="39029"/>
                  </a:cubicBezTo>
                  <a:lnTo>
                    <a:pt x="48012" y="39029"/>
                  </a:lnTo>
                  <a:cubicBezTo>
                    <a:pt x="48430" y="39071"/>
                    <a:pt x="48807" y="38889"/>
                    <a:pt x="49212" y="38889"/>
                  </a:cubicBezTo>
                  <a:cubicBezTo>
                    <a:pt x="49267" y="38889"/>
                    <a:pt x="49337" y="38820"/>
                    <a:pt x="49393" y="38778"/>
                  </a:cubicBezTo>
                  <a:cubicBezTo>
                    <a:pt x="49546" y="38652"/>
                    <a:pt x="49532" y="38610"/>
                    <a:pt x="49351" y="38485"/>
                  </a:cubicBezTo>
                  <a:cubicBezTo>
                    <a:pt x="49212" y="38401"/>
                    <a:pt x="49142" y="38234"/>
                    <a:pt x="49184" y="38136"/>
                  </a:cubicBezTo>
                  <a:cubicBezTo>
                    <a:pt x="49226" y="37983"/>
                    <a:pt x="49267" y="37801"/>
                    <a:pt x="49337" y="37662"/>
                  </a:cubicBezTo>
                  <a:cubicBezTo>
                    <a:pt x="49463" y="37397"/>
                    <a:pt x="49644" y="37174"/>
                    <a:pt x="49923" y="37076"/>
                  </a:cubicBezTo>
                  <a:cubicBezTo>
                    <a:pt x="50090" y="37006"/>
                    <a:pt x="50244" y="36951"/>
                    <a:pt x="50369" y="36825"/>
                  </a:cubicBezTo>
                  <a:cubicBezTo>
                    <a:pt x="50453" y="36741"/>
                    <a:pt x="50579" y="36699"/>
                    <a:pt x="50690" y="36699"/>
                  </a:cubicBezTo>
                  <a:cubicBezTo>
                    <a:pt x="51025" y="36741"/>
                    <a:pt x="51304" y="36588"/>
                    <a:pt x="51597" y="36532"/>
                  </a:cubicBezTo>
                  <a:cubicBezTo>
                    <a:pt x="51708" y="36518"/>
                    <a:pt x="51722" y="36407"/>
                    <a:pt x="51764" y="36323"/>
                  </a:cubicBezTo>
                  <a:cubicBezTo>
                    <a:pt x="51778" y="36267"/>
                    <a:pt x="51848" y="36197"/>
                    <a:pt x="51918" y="36183"/>
                  </a:cubicBezTo>
                  <a:cubicBezTo>
                    <a:pt x="52141" y="36114"/>
                    <a:pt x="52392" y="36072"/>
                    <a:pt x="52615" y="36030"/>
                  </a:cubicBezTo>
                  <a:cubicBezTo>
                    <a:pt x="52629" y="36030"/>
                    <a:pt x="52671" y="36044"/>
                    <a:pt x="52671" y="36044"/>
                  </a:cubicBezTo>
                  <a:cubicBezTo>
                    <a:pt x="52643" y="36072"/>
                    <a:pt x="52643" y="36142"/>
                    <a:pt x="52629" y="36169"/>
                  </a:cubicBezTo>
                  <a:cubicBezTo>
                    <a:pt x="52545" y="36211"/>
                    <a:pt x="52462" y="36239"/>
                    <a:pt x="52364" y="36267"/>
                  </a:cubicBezTo>
                  <a:cubicBezTo>
                    <a:pt x="52183" y="36379"/>
                    <a:pt x="52015" y="36518"/>
                    <a:pt x="51932" y="36727"/>
                  </a:cubicBezTo>
                  <a:cubicBezTo>
                    <a:pt x="51904" y="36811"/>
                    <a:pt x="51876" y="36923"/>
                    <a:pt x="51904" y="37006"/>
                  </a:cubicBezTo>
                  <a:cubicBezTo>
                    <a:pt x="51932" y="37146"/>
                    <a:pt x="52015" y="37271"/>
                    <a:pt x="52141" y="37327"/>
                  </a:cubicBezTo>
                  <a:cubicBezTo>
                    <a:pt x="52183" y="37355"/>
                    <a:pt x="52252" y="37369"/>
                    <a:pt x="52280" y="37355"/>
                  </a:cubicBezTo>
                  <a:cubicBezTo>
                    <a:pt x="52559" y="37230"/>
                    <a:pt x="52838" y="37048"/>
                    <a:pt x="53033" y="36811"/>
                  </a:cubicBezTo>
                  <a:cubicBezTo>
                    <a:pt x="53131" y="36658"/>
                    <a:pt x="53271" y="36588"/>
                    <a:pt x="53452" y="36630"/>
                  </a:cubicBezTo>
                  <a:cubicBezTo>
                    <a:pt x="53815" y="36518"/>
                    <a:pt x="54177" y="36407"/>
                    <a:pt x="54554" y="36281"/>
                  </a:cubicBezTo>
                  <a:cubicBezTo>
                    <a:pt x="54652" y="36253"/>
                    <a:pt x="54777" y="36225"/>
                    <a:pt x="54875" y="36169"/>
                  </a:cubicBezTo>
                  <a:cubicBezTo>
                    <a:pt x="54931" y="35904"/>
                    <a:pt x="55196" y="35988"/>
                    <a:pt x="55349" y="35890"/>
                  </a:cubicBezTo>
                  <a:cubicBezTo>
                    <a:pt x="55405" y="35849"/>
                    <a:pt x="55488" y="35835"/>
                    <a:pt x="55544" y="35793"/>
                  </a:cubicBezTo>
                  <a:cubicBezTo>
                    <a:pt x="55572" y="35779"/>
                    <a:pt x="55628" y="35751"/>
                    <a:pt x="55670" y="35709"/>
                  </a:cubicBezTo>
                  <a:cubicBezTo>
                    <a:pt x="55712" y="35681"/>
                    <a:pt x="55753" y="35556"/>
                    <a:pt x="55698" y="35514"/>
                  </a:cubicBezTo>
                  <a:cubicBezTo>
                    <a:pt x="55544" y="35374"/>
                    <a:pt x="55419" y="35263"/>
                    <a:pt x="55502" y="35026"/>
                  </a:cubicBezTo>
                  <a:cubicBezTo>
                    <a:pt x="55502" y="35012"/>
                    <a:pt x="55488" y="34984"/>
                    <a:pt x="55488" y="34956"/>
                  </a:cubicBezTo>
                  <a:cubicBezTo>
                    <a:pt x="55475" y="34914"/>
                    <a:pt x="55349" y="34858"/>
                    <a:pt x="55321" y="34886"/>
                  </a:cubicBezTo>
                  <a:cubicBezTo>
                    <a:pt x="55070" y="35109"/>
                    <a:pt x="54903" y="35346"/>
                    <a:pt x="54721" y="35611"/>
                  </a:cubicBezTo>
                  <a:cubicBezTo>
                    <a:pt x="54652" y="35709"/>
                    <a:pt x="54596" y="35737"/>
                    <a:pt x="54498" y="35709"/>
                  </a:cubicBezTo>
                  <a:cubicBezTo>
                    <a:pt x="54428" y="35695"/>
                    <a:pt x="54359" y="35681"/>
                    <a:pt x="54289" y="35681"/>
                  </a:cubicBezTo>
                  <a:cubicBezTo>
                    <a:pt x="54247" y="35723"/>
                    <a:pt x="54219" y="35751"/>
                    <a:pt x="54163" y="35751"/>
                  </a:cubicBezTo>
                  <a:cubicBezTo>
                    <a:pt x="54108" y="35723"/>
                    <a:pt x="54066" y="35695"/>
                    <a:pt x="54010" y="35681"/>
                  </a:cubicBezTo>
                  <a:cubicBezTo>
                    <a:pt x="53940" y="35653"/>
                    <a:pt x="53870" y="35653"/>
                    <a:pt x="53801" y="35639"/>
                  </a:cubicBezTo>
                  <a:cubicBezTo>
                    <a:pt x="53619" y="35625"/>
                    <a:pt x="53577" y="35514"/>
                    <a:pt x="53550" y="35374"/>
                  </a:cubicBezTo>
                  <a:cubicBezTo>
                    <a:pt x="53299" y="35360"/>
                    <a:pt x="53159" y="35207"/>
                    <a:pt x="53117" y="34942"/>
                  </a:cubicBezTo>
                  <a:cubicBezTo>
                    <a:pt x="53089" y="34705"/>
                    <a:pt x="53089" y="34468"/>
                    <a:pt x="53187" y="34258"/>
                  </a:cubicBezTo>
                  <a:cubicBezTo>
                    <a:pt x="53243" y="34175"/>
                    <a:pt x="53173" y="34091"/>
                    <a:pt x="53047" y="34077"/>
                  </a:cubicBezTo>
                  <a:cubicBezTo>
                    <a:pt x="52992" y="34049"/>
                    <a:pt x="52964" y="34077"/>
                    <a:pt x="52908" y="34049"/>
                  </a:cubicBezTo>
                  <a:cubicBezTo>
                    <a:pt x="52894" y="34049"/>
                    <a:pt x="52880" y="34035"/>
                    <a:pt x="52838" y="34021"/>
                  </a:cubicBezTo>
                  <a:cubicBezTo>
                    <a:pt x="52880" y="34007"/>
                    <a:pt x="52922" y="34007"/>
                    <a:pt x="52964" y="33979"/>
                  </a:cubicBezTo>
                  <a:cubicBezTo>
                    <a:pt x="53131" y="33910"/>
                    <a:pt x="53312" y="33826"/>
                    <a:pt x="53452" y="33701"/>
                  </a:cubicBezTo>
                  <a:cubicBezTo>
                    <a:pt x="53522" y="33631"/>
                    <a:pt x="53577" y="33477"/>
                    <a:pt x="53522" y="33380"/>
                  </a:cubicBezTo>
                  <a:cubicBezTo>
                    <a:pt x="53466" y="33282"/>
                    <a:pt x="53438" y="33198"/>
                    <a:pt x="53340" y="33143"/>
                  </a:cubicBezTo>
                  <a:cubicBezTo>
                    <a:pt x="53159" y="33003"/>
                    <a:pt x="52908" y="32919"/>
                    <a:pt x="52671" y="32989"/>
                  </a:cubicBezTo>
                  <a:cubicBezTo>
                    <a:pt x="52015" y="33143"/>
                    <a:pt x="51374" y="33282"/>
                    <a:pt x="50816" y="33673"/>
                  </a:cubicBezTo>
                  <a:lnTo>
                    <a:pt x="50816" y="33701"/>
                  </a:lnTo>
                  <a:lnTo>
                    <a:pt x="50788" y="33701"/>
                  </a:lnTo>
                  <a:cubicBezTo>
                    <a:pt x="50718" y="33798"/>
                    <a:pt x="50620" y="33868"/>
                    <a:pt x="50551" y="33952"/>
                  </a:cubicBezTo>
                  <a:lnTo>
                    <a:pt x="50551" y="33979"/>
                  </a:lnTo>
                  <a:cubicBezTo>
                    <a:pt x="50453" y="34021"/>
                    <a:pt x="50341" y="34049"/>
                    <a:pt x="50244" y="34105"/>
                  </a:cubicBezTo>
                  <a:cubicBezTo>
                    <a:pt x="50188" y="34161"/>
                    <a:pt x="50132" y="34189"/>
                    <a:pt x="50062" y="34231"/>
                  </a:cubicBezTo>
                  <a:lnTo>
                    <a:pt x="50048" y="34272"/>
                  </a:lnTo>
                  <a:lnTo>
                    <a:pt x="50062" y="34217"/>
                  </a:lnTo>
                  <a:cubicBezTo>
                    <a:pt x="50118" y="34175"/>
                    <a:pt x="50174" y="34133"/>
                    <a:pt x="50230" y="34091"/>
                  </a:cubicBezTo>
                  <a:lnTo>
                    <a:pt x="50537" y="33993"/>
                  </a:lnTo>
                  <a:lnTo>
                    <a:pt x="50551" y="33966"/>
                  </a:lnTo>
                  <a:cubicBezTo>
                    <a:pt x="50592" y="33784"/>
                    <a:pt x="50606" y="33756"/>
                    <a:pt x="50788" y="33728"/>
                  </a:cubicBezTo>
                  <a:lnTo>
                    <a:pt x="50802" y="33714"/>
                  </a:lnTo>
                  <a:cubicBezTo>
                    <a:pt x="50802" y="33714"/>
                    <a:pt x="50816" y="33714"/>
                    <a:pt x="50816" y="33687"/>
                  </a:cubicBezTo>
                  <a:cubicBezTo>
                    <a:pt x="50802" y="33561"/>
                    <a:pt x="50871" y="33477"/>
                    <a:pt x="50955" y="33408"/>
                  </a:cubicBezTo>
                  <a:cubicBezTo>
                    <a:pt x="51178" y="33198"/>
                    <a:pt x="51457" y="33045"/>
                    <a:pt x="51764" y="32961"/>
                  </a:cubicBezTo>
                  <a:cubicBezTo>
                    <a:pt x="51946" y="32905"/>
                    <a:pt x="52127" y="32822"/>
                    <a:pt x="52197" y="32626"/>
                  </a:cubicBezTo>
                  <a:cubicBezTo>
                    <a:pt x="52211" y="32585"/>
                    <a:pt x="52252" y="32543"/>
                    <a:pt x="52280" y="32501"/>
                  </a:cubicBezTo>
                  <a:cubicBezTo>
                    <a:pt x="52420" y="32375"/>
                    <a:pt x="52559" y="32236"/>
                    <a:pt x="52713" y="32138"/>
                  </a:cubicBezTo>
                  <a:cubicBezTo>
                    <a:pt x="52880" y="32055"/>
                    <a:pt x="53047" y="32138"/>
                    <a:pt x="53201" y="32152"/>
                  </a:cubicBezTo>
                  <a:cubicBezTo>
                    <a:pt x="53870" y="32166"/>
                    <a:pt x="54526" y="32264"/>
                    <a:pt x="55196" y="32348"/>
                  </a:cubicBezTo>
                  <a:cubicBezTo>
                    <a:pt x="55488" y="32389"/>
                    <a:pt x="55753" y="32264"/>
                    <a:pt x="56046" y="32306"/>
                  </a:cubicBezTo>
                  <a:cubicBezTo>
                    <a:pt x="56116" y="32334"/>
                    <a:pt x="56186" y="32292"/>
                    <a:pt x="56256" y="32278"/>
                  </a:cubicBezTo>
                  <a:cubicBezTo>
                    <a:pt x="56325" y="32264"/>
                    <a:pt x="56395" y="32222"/>
                    <a:pt x="56451" y="32194"/>
                  </a:cubicBezTo>
                  <a:cubicBezTo>
                    <a:pt x="56646" y="32082"/>
                    <a:pt x="56800" y="31957"/>
                    <a:pt x="56939" y="31776"/>
                  </a:cubicBezTo>
                  <a:cubicBezTo>
                    <a:pt x="57037" y="31636"/>
                    <a:pt x="57176" y="31538"/>
                    <a:pt x="57358" y="31525"/>
                  </a:cubicBezTo>
                  <a:cubicBezTo>
                    <a:pt x="57483" y="31511"/>
                    <a:pt x="57595" y="31469"/>
                    <a:pt x="57706" y="31469"/>
                  </a:cubicBezTo>
                  <a:cubicBezTo>
                    <a:pt x="58055" y="31455"/>
                    <a:pt x="58334" y="31287"/>
                    <a:pt x="58613" y="31078"/>
                  </a:cubicBezTo>
                  <a:cubicBezTo>
                    <a:pt x="58752" y="30967"/>
                    <a:pt x="58836" y="30813"/>
                    <a:pt x="58766" y="30646"/>
                  </a:cubicBezTo>
                  <a:cubicBezTo>
                    <a:pt x="58711" y="30520"/>
                    <a:pt x="58697" y="30409"/>
                    <a:pt x="58752" y="30311"/>
                  </a:cubicBezTo>
                  <a:cubicBezTo>
                    <a:pt x="58780" y="30227"/>
                    <a:pt x="58836" y="30130"/>
                    <a:pt x="58836" y="30046"/>
                  </a:cubicBezTo>
                  <a:cubicBezTo>
                    <a:pt x="58850" y="29976"/>
                    <a:pt x="58836" y="29893"/>
                    <a:pt x="58808" y="29837"/>
                  </a:cubicBezTo>
                  <a:cubicBezTo>
                    <a:pt x="58697" y="29641"/>
                    <a:pt x="58543" y="29502"/>
                    <a:pt x="58292" y="29544"/>
                  </a:cubicBezTo>
                  <a:lnTo>
                    <a:pt x="58292" y="29544"/>
                  </a:lnTo>
                  <a:lnTo>
                    <a:pt x="58250" y="29558"/>
                  </a:lnTo>
                  <a:lnTo>
                    <a:pt x="58278" y="29516"/>
                  </a:lnTo>
                  <a:lnTo>
                    <a:pt x="58292" y="29516"/>
                  </a:lnTo>
                  <a:cubicBezTo>
                    <a:pt x="58278" y="29446"/>
                    <a:pt x="58278" y="29376"/>
                    <a:pt x="58264" y="29307"/>
                  </a:cubicBezTo>
                  <a:cubicBezTo>
                    <a:pt x="58222" y="29195"/>
                    <a:pt x="58153" y="29097"/>
                    <a:pt x="58013" y="29084"/>
                  </a:cubicBezTo>
                  <a:cubicBezTo>
                    <a:pt x="57943" y="29070"/>
                    <a:pt x="57874" y="29070"/>
                    <a:pt x="57804" y="29070"/>
                  </a:cubicBezTo>
                  <a:cubicBezTo>
                    <a:pt x="57790" y="29070"/>
                    <a:pt x="57762" y="29056"/>
                    <a:pt x="57734" y="29056"/>
                  </a:cubicBezTo>
                  <a:cubicBezTo>
                    <a:pt x="57776" y="29028"/>
                    <a:pt x="57790" y="29000"/>
                    <a:pt x="57832" y="28986"/>
                  </a:cubicBezTo>
                  <a:cubicBezTo>
                    <a:pt x="57902" y="28944"/>
                    <a:pt x="57971" y="28944"/>
                    <a:pt x="58013" y="28916"/>
                  </a:cubicBezTo>
                  <a:cubicBezTo>
                    <a:pt x="58111" y="28860"/>
                    <a:pt x="58125" y="28749"/>
                    <a:pt x="58055" y="28665"/>
                  </a:cubicBezTo>
                  <a:cubicBezTo>
                    <a:pt x="57985" y="28567"/>
                    <a:pt x="57916" y="28470"/>
                    <a:pt x="57776" y="28498"/>
                  </a:cubicBezTo>
                  <a:cubicBezTo>
                    <a:pt x="57720" y="28498"/>
                    <a:pt x="57650" y="28512"/>
                    <a:pt x="57637" y="28470"/>
                  </a:cubicBezTo>
                  <a:cubicBezTo>
                    <a:pt x="57455" y="28247"/>
                    <a:pt x="57204" y="28177"/>
                    <a:pt x="56967" y="28079"/>
                  </a:cubicBezTo>
                  <a:cubicBezTo>
                    <a:pt x="56939" y="28051"/>
                    <a:pt x="56883" y="28009"/>
                    <a:pt x="56883" y="27968"/>
                  </a:cubicBezTo>
                  <a:cubicBezTo>
                    <a:pt x="56828" y="27703"/>
                    <a:pt x="56646" y="27563"/>
                    <a:pt x="56465" y="27410"/>
                  </a:cubicBezTo>
                  <a:cubicBezTo>
                    <a:pt x="56381" y="27326"/>
                    <a:pt x="56311" y="27242"/>
                    <a:pt x="56242" y="27131"/>
                  </a:cubicBezTo>
                  <a:cubicBezTo>
                    <a:pt x="56172" y="27047"/>
                    <a:pt x="56172" y="26935"/>
                    <a:pt x="56242" y="26866"/>
                  </a:cubicBezTo>
                  <a:cubicBezTo>
                    <a:pt x="56325" y="26782"/>
                    <a:pt x="56409" y="26698"/>
                    <a:pt x="56479" y="26615"/>
                  </a:cubicBezTo>
                  <a:cubicBezTo>
                    <a:pt x="56549" y="26517"/>
                    <a:pt x="56576" y="26433"/>
                    <a:pt x="56507" y="26350"/>
                  </a:cubicBezTo>
                  <a:cubicBezTo>
                    <a:pt x="56395" y="26196"/>
                    <a:pt x="56325" y="26015"/>
                    <a:pt x="56367" y="25806"/>
                  </a:cubicBezTo>
                  <a:cubicBezTo>
                    <a:pt x="56381" y="25750"/>
                    <a:pt x="56311" y="25666"/>
                    <a:pt x="56256" y="25638"/>
                  </a:cubicBezTo>
                  <a:cubicBezTo>
                    <a:pt x="56172" y="25541"/>
                    <a:pt x="56228" y="25401"/>
                    <a:pt x="56102" y="25317"/>
                  </a:cubicBezTo>
                  <a:cubicBezTo>
                    <a:pt x="56019" y="25262"/>
                    <a:pt x="56088" y="25150"/>
                    <a:pt x="56060" y="25052"/>
                  </a:cubicBezTo>
                  <a:cubicBezTo>
                    <a:pt x="56032" y="24955"/>
                    <a:pt x="56046" y="24829"/>
                    <a:pt x="56032" y="24704"/>
                  </a:cubicBezTo>
                  <a:cubicBezTo>
                    <a:pt x="56019" y="24564"/>
                    <a:pt x="55977" y="24425"/>
                    <a:pt x="55921" y="24285"/>
                  </a:cubicBezTo>
                  <a:cubicBezTo>
                    <a:pt x="55809" y="23978"/>
                    <a:pt x="55753" y="23644"/>
                    <a:pt x="55712" y="23309"/>
                  </a:cubicBezTo>
                  <a:cubicBezTo>
                    <a:pt x="55698" y="23225"/>
                    <a:pt x="55698" y="23127"/>
                    <a:pt x="55670" y="23030"/>
                  </a:cubicBezTo>
                  <a:cubicBezTo>
                    <a:pt x="55642" y="23002"/>
                    <a:pt x="55600" y="22988"/>
                    <a:pt x="55558" y="22960"/>
                  </a:cubicBezTo>
                  <a:cubicBezTo>
                    <a:pt x="55544" y="22960"/>
                    <a:pt x="55502" y="22960"/>
                    <a:pt x="55488" y="22988"/>
                  </a:cubicBezTo>
                  <a:cubicBezTo>
                    <a:pt x="55321" y="23267"/>
                    <a:pt x="55084" y="23504"/>
                    <a:pt x="54944" y="23825"/>
                  </a:cubicBezTo>
                  <a:cubicBezTo>
                    <a:pt x="54805" y="24132"/>
                    <a:pt x="54638" y="24411"/>
                    <a:pt x="54289" y="24536"/>
                  </a:cubicBezTo>
                  <a:cubicBezTo>
                    <a:pt x="54205" y="24564"/>
                    <a:pt x="54149" y="24662"/>
                    <a:pt x="54066" y="24704"/>
                  </a:cubicBezTo>
                  <a:cubicBezTo>
                    <a:pt x="53954" y="24773"/>
                    <a:pt x="53856" y="24829"/>
                    <a:pt x="53745" y="24871"/>
                  </a:cubicBezTo>
                  <a:cubicBezTo>
                    <a:pt x="53619" y="24913"/>
                    <a:pt x="53522" y="24871"/>
                    <a:pt x="53410" y="24773"/>
                  </a:cubicBezTo>
                  <a:cubicBezTo>
                    <a:pt x="53326" y="24732"/>
                    <a:pt x="53271" y="24634"/>
                    <a:pt x="53257" y="24550"/>
                  </a:cubicBezTo>
                  <a:cubicBezTo>
                    <a:pt x="53229" y="24425"/>
                    <a:pt x="53131" y="24355"/>
                    <a:pt x="53020" y="24285"/>
                  </a:cubicBezTo>
                  <a:cubicBezTo>
                    <a:pt x="52852" y="24202"/>
                    <a:pt x="52838" y="24062"/>
                    <a:pt x="52852" y="23923"/>
                  </a:cubicBezTo>
                  <a:cubicBezTo>
                    <a:pt x="52880" y="23699"/>
                    <a:pt x="53033" y="23476"/>
                    <a:pt x="52922" y="23225"/>
                  </a:cubicBezTo>
                  <a:cubicBezTo>
                    <a:pt x="52908" y="23169"/>
                    <a:pt x="52964" y="23086"/>
                    <a:pt x="52992" y="23030"/>
                  </a:cubicBezTo>
                  <a:cubicBezTo>
                    <a:pt x="53089" y="22807"/>
                    <a:pt x="53159" y="22583"/>
                    <a:pt x="53299" y="22388"/>
                  </a:cubicBezTo>
                  <a:cubicBezTo>
                    <a:pt x="53326" y="22332"/>
                    <a:pt x="53299" y="22221"/>
                    <a:pt x="53229" y="22221"/>
                  </a:cubicBezTo>
                  <a:cubicBezTo>
                    <a:pt x="53020" y="22179"/>
                    <a:pt x="52880" y="21970"/>
                    <a:pt x="52643" y="21970"/>
                  </a:cubicBezTo>
                  <a:cubicBezTo>
                    <a:pt x="52559" y="21970"/>
                    <a:pt x="52476" y="21900"/>
                    <a:pt x="52392" y="21844"/>
                  </a:cubicBezTo>
                  <a:cubicBezTo>
                    <a:pt x="52322" y="21816"/>
                    <a:pt x="52294" y="21747"/>
                    <a:pt x="52294" y="21677"/>
                  </a:cubicBezTo>
                  <a:cubicBezTo>
                    <a:pt x="52294" y="21607"/>
                    <a:pt x="52322" y="21537"/>
                    <a:pt x="52266" y="21468"/>
                  </a:cubicBezTo>
                  <a:cubicBezTo>
                    <a:pt x="52141" y="21328"/>
                    <a:pt x="52043" y="21175"/>
                    <a:pt x="51987" y="20979"/>
                  </a:cubicBezTo>
                  <a:cubicBezTo>
                    <a:pt x="51946" y="20868"/>
                    <a:pt x="51862" y="20770"/>
                    <a:pt x="51792" y="20686"/>
                  </a:cubicBezTo>
                  <a:cubicBezTo>
                    <a:pt x="51667" y="20505"/>
                    <a:pt x="51527" y="20421"/>
                    <a:pt x="51304" y="20505"/>
                  </a:cubicBezTo>
                  <a:cubicBezTo>
                    <a:pt x="51220" y="20547"/>
                    <a:pt x="51109" y="20561"/>
                    <a:pt x="51025" y="20547"/>
                  </a:cubicBezTo>
                  <a:cubicBezTo>
                    <a:pt x="50746" y="20477"/>
                    <a:pt x="50453" y="20491"/>
                    <a:pt x="50202" y="20296"/>
                  </a:cubicBezTo>
                  <a:cubicBezTo>
                    <a:pt x="50118" y="20226"/>
                    <a:pt x="49993" y="20198"/>
                    <a:pt x="49881" y="20156"/>
                  </a:cubicBezTo>
                  <a:cubicBezTo>
                    <a:pt x="49602" y="20073"/>
                    <a:pt x="49281" y="20240"/>
                    <a:pt x="49184" y="20519"/>
                  </a:cubicBezTo>
                  <a:cubicBezTo>
                    <a:pt x="49114" y="20700"/>
                    <a:pt x="49114" y="20854"/>
                    <a:pt x="49198" y="21007"/>
                  </a:cubicBezTo>
                  <a:cubicBezTo>
                    <a:pt x="49267" y="21119"/>
                    <a:pt x="49281" y="21244"/>
                    <a:pt x="49198" y="21342"/>
                  </a:cubicBezTo>
                  <a:cubicBezTo>
                    <a:pt x="49086" y="21495"/>
                    <a:pt x="48933" y="21635"/>
                    <a:pt x="48863" y="21816"/>
                  </a:cubicBezTo>
                  <a:cubicBezTo>
                    <a:pt x="48779" y="22012"/>
                    <a:pt x="48974" y="22221"/>
                    <a:pt x="48919" y="22444"/>
                  </a:cubicBezTo>
                  <a:cubicBezTo>
                    <a:pt x="48905" y="22528"/>
                    <a:pt x="48919" y="22639"/>
                    <a:pt x="48947" y="22723"/>
                  </a:cubicBezTo>
                  <a:cubicBezTo>
                    <a:pt x="49002" y="22890"/>
                    <a:pt x="48919" y="22988"/>
                    <a:pt x="48779" y="23072"/>
                  </a:cubicBezTo>
                  <a:cubicBezTo>
                    <a:pt x="48709" y="23100"/>
                    <a:pt x="48626" y="23141"/>
                    <a:pt x="48598" y="23197"/>
                  </a:cubicBezTo>
                  <a:cubicBezTo>
                    <a:pt x="48458" y="23490"/>
                    <a:pt x="48207" y="23658"/>
                    <a:pt x="47998" y="23909"/>
                  </a:cubicBezTo>
                  <a:cubicBezTo>
                    <a:pt x="47886" y="24034"/>
                    <a:pt x="47886" y="24174"/>
                    <a:pt x="47998" y="24313"/>
                  </a:cubicBezTo>
                  <a:cubicBezTo>
                    <a:pt x="48068" y="24411"/>
                    <a:pt x="48151" y="24480"/>
                    <a:pt x="48221" y="24592"/>
                  </a:cubicBezTo>
                  <a:cubicBezTo>
                    <a:pt x="48277" y="24662"/>
                    <a:pt x="48319" y="24759"/>
                    <a:pt x="48347" y="24843"/>
                  </a:cubicBezTo>
                  <a:cubicBezTo>
                    <a:pt x="48389" y="25108"/>
                    <a:pt x="48417" y="25373"/>
                    <a:pt x="48458" y="25638"/>
                  </a:cubicBezTo>
                  <a:cubicBezTo>
                    <a:pt x="48514" y="25931"/>
                    <a:pt x="48319" y="26196"/>
                    <a:pt x="48417" y="26489"/>
                  </a:cubicBezTo>
                  <a:cubicBezTo>
                    <a:pt x="48430" y="26503"/>
                    <a:pt x="48375" y="26573"/>
                    <a:pt x="48347" y="26587"/>
                  </a:cubicBezTo>
                  <a:cubicBezTo>
                    <a:pt x="48249" y="26656"/>
                    <a:pt x="48138" y="26712"/>
                    <a:pt x="48040" y="26810"/>
                  </a:cubicBezTo>
                  <a:cubicBezTo>
                    <a:pt x="47747" y="27103"/>
                    <a:pt x="47398" y="27284"/>
                    <a:pt x="47022" y="27452"/>
                  </a:cubicBezTo>
                  <a:cubicBezTo>
                    <a:pt x="46840" y="27521"/>
                    <a:pt x="46673" y="27591"/>
                    <a:pt x="46478" y="27661"/>
                  </a:cubicBezTo>
                  <a:cubicBezTo>
                    <a:pt x="46352" y="27717"/>
                    <a:pt x="46282" y="27814"/>
                    <a:pt x="46296" y="27940"/>
                  </a:cubicBezTo>
                  <a:cubicBezTo>
                    <a:pt x="46324" y="28233"/>
                    <a:pt x="46338" y="28512"/>
                    <a:pt x="46282" y="28791"/>
                  </a:cubicBezTo>
                  <a:cubicBezTo>
                    <a:pt x="46254" y="28986"/>
                    <a:pt x="46227" y="29181"/>
                    <a:pt x="46213" y="29363"/>
                  </a:cubicBezTo>
                  <a:cubicBezTo>
                    <a:pt x="46213" y="29558"/>
                    <a:pt x="46227" y="29753"/>
                    <a:pt x="46254" y="29920"/>
                  </a:cubicBezTo>
                  <a:cubicBezTo>
                    <a:pt x="46254" y="29990"/>
                    <a:pt x="46254" y="30060"/>
                    <a:pt x="46213" y="30130"/>
                  </a:cubicBezTo>
                  <a:cubicBezTo>
                    <a:pt x="46157" y="30255"/>
                    <a:pt x="46073" y="30395"/>
                    <a:pt x="46003" y="30520"/>
                  </a:cubicBezTo>
                  <a:cubicBezTo>
                    <a:pt x="45989" y="30548"/>
                    <a:pt x="45920" y="30590"/>
                    <a:pt x="45906" y="30576"/>
                  </a:cubicBezTo>
                  <a:cubicBezTo>
                    <a:pt x="45724" y="30534"/>
                    <a:pt x="45641" y="30674"/>
                    <a:pt x="45529" y="30743"/>
                  </a:cubicBezTo>
                  <a:cubicBezTo>
                    <a:pt x="45459" y="30799"/>
                    <a:pt x="45320" y="30757"/>
                    <a:pt x="45292" y="30688"/>
                  </a:cubicBezTo>
                  <a:cubicBezTo>
                    <a:pt x="45250" y="30618"/>
                    <a:pt x="45236" y="30548"/>
                    <a:pt x="45208" y="30506"/>
                  </a:cubicBezTo>
                  <a:cubicBezTo>
                    <a:pt x="45153" y="30395"/>
                    <a:pt x="45139" y="30255"/>
                    <a:pt x="45041" y="30185"/>
                  </a:cubicBezTo>
                  <a:cubicBezTo>
                    <a:pt x="44804" y="29976"/>
                    <a:pt x="44734" y="29669"/>
                    <a:pt x="44553" y="29404"/>
                  </a:cubicBezTo>
                  <a:cubicBezTo>
                    <a:pt x="44511" y="29321"/>
                    <a:pt x="44525" y="29223"/>
                    <a:pt x="44553" y="29125"/>
                  </a:cubicBezTo>
                  <a:cubicBezTo>
                    <a:pt x="44720" y="28791"/>
                    <a:pt x="44874" y="28484"/>
                    <a:pt x="44860" y="28093"/>
                  </a:cubicBezTo>
                  <a:cubicBezTo>
                    <a:pt x="44860" y="27996"/>
                    <a:pt x="44929" y="27870"/>
                    <a:pt x="44957" y="27744"/>
                  </a:cubicBezTo>
                  <a:cubicBezTo>
                    <a:pt x="44999" y="27619"/>
                    <a:pt x="45027" y="27521"/>
                    <a:pt x="45069" y="27396"/>
                  </a:cubicBezTo>
                  <a:cubicBezTo>
                    <a:pt x="45083" y="27340"/>
                    <a:pt x="45013" y="27228"/>
                    <a:pt x="44971" y="27228"/>
                  </a:cubicBezTo>
                  <a:cubicBezTo>
                    <a:pt x="44595" y="27187"/>
                    <a:pt x="44232" y="27033"/>
                    <a:pt x="43841" y="27047"/>
                  </a:cubicBezTo>
                  <a:cubicBezTo>
                    <a:pt x="43744" y="27047"/>
                    <a:pt x="43646" y="27019"/>
                    <a:pt x="43604" y="26922"/>
                  </a:cubicBezTo>
                  <a:cubicBezTo>
                    <a:pt x="43423" y="26684"/>
                    <a:pt x="43214" y="26503"/>
                    <a:pt x="42935" y="26391"/>
                  </a:cubicBezTo>
                  <a:cubicBezTo>
                    <a:pt x="42698" y="26266"/>
                    <a:pt x="42502" y="26085"/>
                    <a:pt x="42377" y="25847"/>
                  </a:cubicBezTo>
                  <a:cubicBezTo>
                    <a:pt x="42237" y="25582"/>
                    <a:pt x="42028" y="25387"/>
                    <a:pt x="41791" y="25234"/>
                  </a:cubicBezTo>
                  <a:cubicBezTo>
                    <a:pt x="41554" y="25094"/>
                    <a:pt x="41331" y="24969"/>
                    <a:pt x="41107" y="24857"/>
                  </a:cubicBezTo>
                  <a:cubicBezTo>
                    <a:pt x="40996" y="24787"/>
                    <a:pt x="40884" y="24759"/>
                    <a:pt x="40759" y="24801"/>
                  </a:cubicBezTo>
                  <a:cubicBezTo>
                    <a:pt x="40563" y="24857"/>
                    <a:pt x="40354" y="24941"/>
                    <a:pt x="40145" y="24899"/>
                  </a:cubicBezTo>
                  <a:cubicBezTo>
                    <a:pt x="40145" y="24899"/>
                    <a:pt x="40145" y="24927"/>
                    <a:pt x="40131" y="24927"/>
                  </a:cubicBezTo>
                  <a:lnTo>
                    <a:pt x="40117" y="24941"/>
                  </a:lnTo>
                  <a:lnTo>
                    <a:pt x="40117" y="24899"/>
                  </a:lnTo>
                  <a:lnTo>
                    <a:pt x="40131" y="24899"/>
                  </a:lnTo>
                  <a:cubicBezTo>
                    <a:pt x="40257" y="24732"/>
                    <a:pt x="40326" y="24550"/>
                    <a:pt x="40298" y="24327"/>
                  </a:cubicBezTo>
                  <a:cubicBezTo>
                    <a:pt x="40271" y="24062"/>
                    <a:pt x="40284" y="23811"/>
                    <a:pt x="40284" y="23546"/>
                  </a:cubicBezTo>
                  <a:cubicBezTo>
                    <a:pt x="40284" y="23462"/>
                    <a:pt x="40271" y="23351"/>
                    <a:pt x="40257" y="23267"/>
                  </a:cubicBezTo>
                  <a:cubicBezTo>
                    <a:pt x="40229" y="23225"/>
                    <a:pt x="40201" y="23183"/>
                    <a:pt x="40145" y="23183"/>
                  </a:cubicBezTo>
                  <a:cubicBezTo>
                    <a:pt x="40061" y="23155"/>
                    <a:pt x="39950" y="23155"/>
                    <a:pt x="39866" y="23141"/>
                  </a:cubicBezTo>
                  <a:cubicBezTo>
                    <a:pt x="39768" y="23141"/>
                    <a:pt x="39699" y="23086"/>
                    <a:pt x="39657" y="22988"/>
                  </a:cubicBezTo>
                  <a:cubicBezTo>
                    <a:pt x="39643" y="22918"/>
                    <a:pt x="39629" y="22849"/>
                    <a:pt x="39643" y="22779"/>
                  </a:cubicBezTo>
                  <a:cubicBezTo>
                    <a:pt x="39671" y="22639"/>
                    <a:pt x="39740" y="22514"/>
                    <a:pt x="39782" y="22374"/>
                  </a:cubicBezTo>
                  <a:cubicBezTo>
                    <a:pt x="39908" y="21788"/>
                    <a:pt x="40145" y="21244"/>
                    <a:pt x="40633" y="20840"/>
                  </a:cubicBezTo>
                  <a:cubicBezTo>
                    <a:pt x="40745" y="20756"/>
                    <a:pt x="40815" y="20631"/>
                    <a:pt x="40898" y="20505"/>
                  </a:cubicBezTo>
                  <a:cubicBezTo>
                    <a:pt x="41163" y="20156"/>
                    <a:pt x="41386" y="19794"/>
                    <a:pt x="41833" y="19654"/>
                  </a:cubicBezTo>
                  <a:cubicBezTo>
                    <a:pt x="42028" y="19487"/>
                    <a:pt x="42251" y="19347"/>
                    <a:pt x="42321" y="19068"/>
                  </a:cubicBezTo>
                  <a:cubicBezTo>
                    <a:pt x="42349" y="18999"/>
                    <a:pt x="42391" y="18943"/>
                    <a:pt x="42488" y="18957"/>
                  </a:cubicBezTo>
                  <a:cubicBezTo>
                    <a:pt x="42572" y="18971"/>
                    <a:pt x="42670" y="18999"/>
                    <a:pt x="42767" y="19013"/>
                  </a:cubicBezTo>
                  <a:cubicBezTo>
                    <a:pt x="42990" y="19027"/>
                    <a:pt x="43186" y="18859"/>
                    <a:pt x="43200" y="18622"/>
                  </a:cubicBezTo>
                  <a:cubicBezTo>
                    <a:pt x="43200" y="18524"/>
                    <a:pt x="43186" y="18399"/>
                    <a:pt x="43186" y="18301"/>
                  </a:cubicBezTo>
                  <a:lnTo>
                    <a:pt x="43158" y="18301"/>
                  </a:lnTo>
                  <a:lnTo>
                    <a:pt x="43130" y="18259"/>
                  </a:lnTo>
                  <a:cubicBezTo>
                    <a:pt x="43144" y="18259"/>
                    <a:pt x="43158" y="18259"/>
                    <a:pt x="43186" y="18273"/>
                  </a:cubicBezTo>
                  <a:lnTo>
                    <a:pt x="43186" y="18301"/>
                  </a:lnTo>
                  <a:cubicBezTo>
                    <a:pt x="43507" y="18315"/>
                    <a:pt x="43772" y="18245"/>
                    <a:pt x="43911" y="17897"/>
                  </a:cubicBezTo>
                  <a:cubicBezTo>
                    <a:pt x="43953" y="17827"/>
                    <a:pt x="44023" y="17813"/>
                    <a:pt x="44092" y="17827"/>
                  </a:cubicBezTo>
                  <a:cubicBezTo>
                    <a:pt x="44190" y="17855"/>
                    <a:pt x="44316" y="17911"/>
                    <a:pt x="44413" y="17966"/>
                  </a:cubicBezTo>
                  <a:cubicBezTo>
                    <a:pt x="44539" y="17994"/>
                    <a:pt x="44664" y="17994"/>
                    <a:pt x="44748" y="17911"/>
                  </a:cubicBezTo>
                  <a:cubicBezTo>
                    <a:pt x="45111" y="17576"/>
                    <a:pt x="45487" y="17227"/>
                    <a:pt x="45836" y="16879"/>
                  </a:cubicBezTo>
                  <a:cubicBezTo>
                    <a:pt x="45864" y="16851"/>
                    <a:pt x="45878" y="16795"/>
                    <a:pt x="45864" y="16739"/>
                  </a:cubicBezTo>
                  <a:cubicBezTo>
                    <a:pt x="45864" y="16641"/>
                    <a:pt x="45878" y="16572"/>
                    <a:pt x="45975" y="16502"/>
                  </a:cubicBezTo>
                  <a:cubicBezTo>
                    <a:pt x="46143" y="16362"/>
                    <a:pt x="46296" y="16237"/>
                    <a:pt x="46464" y="16097"/>
                  </a:cubicBezTo>
                  <a:lnTo>
                    <a:pt x="46603" y="15958"/>
                  </a:lnTo>
                  <a:lnTo>
                    <a:pt x="46617" y="15944"/>
                  </a:lnTo>
                  <a:cubicBezTo>
                    <a:pt x="46645" y="15902"/>
                    <a:pt x="46687" y="15888"/>
                    <a:pt x="46701" y="15860"/>
                  </a:cubicBezTo>
                  <a:cubicBezTo>
                    <a:pt x="46882" y="15679"/>
                    <a:pt x="46896" y="15679"/>
                    <a:pt x="46757" y="15442"/>
                  </a:cubicBezTo>
                  <a:cubicBezTo>
                    <a:pt x="46743" y="15414"/>
                    <a:pt x="46743" y="15400"/>
                    <a:pt x="46715" y="15372"/>
                  </a:cubicBezTo>
                  <a:cubicBezTo>
                    <a:pt x="46701" y="15316"/>
                    <a:pt x="46715" y="15260"/>
                    <a:pt x="46771" y="15260"/>
                  </a:cubicBezTo>
                  <a:cubicBezTo>
                    <a:pt x="46994" y="15233"/>
                    <a:pt x="47203" y="15233"/>
                    <a:pt x="47301" y="15484"/>
                  </a:cubicBezTo>
                  <a:cubicBezTo>
                    <a:pt x="47301" y="15512"/>
                    <a:pt x="47329" y="15525"/>
                    <a:pt x="47342" y="15539"/>
                  </a:cubicBezTo>
                  <a:cubicBezTo>
                    <a:pt x="47691" y="15679"/>
                    <a:pt x="48026" y="15735"/>
                    <a:pt x="48375" y="15553"/>
                  </a:cubicBezTo>
                  <a:cubicBezTo>
                    <a:pt x="48626" y="15456"/>
                    <a:pt x="48849" y="15316"/>
                    <a:pt x="49044" y="15121"/>
                  </a:cubicBezTo>
                  <a:cubicBezTo>
                    <a:pt x="49114" y="15051"/>
                    <a:pt x="49198" y="14981"/>
                    <a:pt x="49267" y="14968"/>
                  </a:cubicBezTo>
                  <a:cubicBezTo>
                    <a:pt x="49463" y="14926"/>
                    <a:pt x="49532" y="14772"/>
                    <a:pt x="49616" y="14633"/>
                  </a:cubicBezTo>
                  <a:cubicBezTo>
                    <a:pt x="49686" y="14535"/>
                    <a:pt x="49700" y="14410"/>
                    <a:pt x="49672" y="14284"/>
                  </a:cubicBezTo>
                  <a:cubicBezTo>
                    <a:pt x="49630" y="14200"/>
                    <a:pt x="49616" y="14089"/>
                    <a:pt x="49574" y="14005"/>
                  </a:cubicBezTo>
                  <a:cubicBezTo>
                    <a:pt x="49504" y="13866"/>
                    <a:pt x="49504" y="13726"/>
                    <a:pt x="49560" y="13587"/>
                  </a:cubicBezTo>
                  <a:cubicBezTo>
                    <a:pt x="49602" y="13447"/>
                    <a:pt x="49616" y="13308"/>
                    <a:pt x="49644" y="13168"/>
                  </a:cubicBezTo>
                  <a:lnTo>
                    <a:pt x="49630" y="13168"/>
                  </a:lnTo>
                  <a:lnTo>
                    <a:pt x="49602" y="13154"/>
                  </a:lnTo>
                  <a:lnTo>
                    <a:pt x="49644" y="13168"/>
                  </a:lnTo>
                  <a:lnTo>
                    <a:pt x="49644" y="13168"/>
                  </a:lnTo>
                  <a:cubicBezTo>
                    <a:pt x="49742" y="13182"/>
                    <a:pt x="49825" y="13210"/>
                    <a:pt x="49909" y="13210"/>
                  </a:cubicBezTo>
                  <a:cubicBezTo>
                    <a:pt x="50174" y="13182"/>
                    <a:pt x="50272" y="13084"/>
                    <a:pt x="50300" y="12806"/>
                  </a:cubicBezTo>
                  <a:cubicBezTo>
                    <a:pt x="50300" y="12694"/>
                    <a:pt x="50314" y="12624"/>
                    <a:pt x="50383" y="12540"/>
                  </a:cubicBezTo>
                  <a:cubicBezTo>
                    <a:pt x="50509" y="12401"/>
                    <a:pt x="50411" y="12303"/>
                    <a:pt x="50341" y="12178"/>
                  </a:cubicBezTo>
                  <a:cubicBezTo>
                    <a:pt x="50160" y="12108"/>
                    <a:pt x="50062" y="11969"/>
                    <a:pt x="50062" y="11759"/>
                  </a:cubicBezTo>
                  <a:cubicBezTo>
                    <a:pt x="50062" y="11606"/>
                    <a:pt x="49993" y="11508"/>
                    <a:pt x="49825" y="11508"/>
                  </a:cubicBezTo>
                  <a:cubicBezTo>
                    <a:pt x="49686" y="11508"/>
                    <a:pt x="49644" y="11411"/>
                    <a:pt x="49630" y="11299"/>
                  </a:cubicBezTo>
                  <a:cubicBezTo>
                    <a:pt x="49477" y="11327"/>
                    <a:pt x="49337" y="11271"/>
                    <a:pt x="49198" y="11160"/>
                  </a:cubicBezTo>
                  <a:lnTo>
                    <a:pt x="49198" y="11146"/>
                  </a:lnTo>
                  <a:lnTo>
                    <a:pt x="49184" y="11146"/>
                  </a:lnTo>
                  <a:lnTo>
                    <a:pt x="49198" y="11160"/>
                  </a:lnTo>
                  <a:cubicBezTo>
                    <a:pt x="49142" y="11187"/>
                    <a:pt x="49114" y="11201"/>
                    <a:pt x="49058" y="11201"/>
                  </a:cubicBezTo>
                  <a:cubicBezTo>
                    <a:pt x="48835" y="11201"/>
                    <a:pt x="48695" y="11299"/>
                    <a:pt x="48654" y="11508"/>
                  </a:cubicBezTo>
                  <a:cubicBezTo>
                    <a:pt x="48598" y="11718"/>
                    <a:pt x="48458" y="11899"/>
                    <a:pt x="48528" y="12122"/>
                  </a:cubicBezTo>
                  <a:cubicBezTo>
                    <a:pt x="48556" y="12178"/>
                    <a:pt x="48556" y="12206"/>
                    <a:pt x="48514" y="12248"/>
                  </a:cubicBezTo>
                  <a:cubicBezTo>
                    <a:pt x="48430" y="12331"/>
                    <a:pt x="48347" y="12401"/>
                    <a:pt x="48277" y="12485"/>
                  </a:cubicBezTo>
                  <a:cubicBezTo>
                    <a:pt x="48040" y="12513"/>
                    <a:pt x="47956" y="12680"/>
                    <a:pt x="47886" y="12861"/>
                  </a:cubicBezTo>
                  <a:cubicBezTo>
                    <a:pt x="47831" y="12959"/>
                    <a:pt x="47789" y="13071"/>
                    <a:pt x="47719" y="13168"/>
                  </a:cubicBezTo>
                  <a:cubicBezTo>
                    <a:pt x="47663" y="13252"/>
                    <a:pt x="47580" y="13294"/>
                    <a:pt x="47482" y="13294"/>
                  </a:cubicBezTo>
                  <a:lnTo>
                    <a:pt x="47482" y="13308"/>
                  </a:lnTo>
                  <a:lnTo>
                    <a:pt x="47454" y="13350"/>
                  </a:lnTo>
                  <a:cubicBezTo>
                    <a:pt x="47454" y="13322"/>
                    <a:pt x="47454" y="13308"/>
                    <a:pt x="47468" y="13294"/>
                  </a:cubicBezTo>
                  <a:lnTo>
                    <a:pt x="47468" y="13294"/>
                  </a:lnTo>
                  <a:cubicBezTo>
                    <a:pt x="47440" y="13224"/>
                    <a:pt x="47412" y="13112"/>
                    <a:pt x="47315" y="13098"/>
                  </a:cubicBezTo>
                  <a:cubicBezTo>
                    <a:pt x="47231" y="13084"/>
                    <a:pt x="47161" y="13182"/>
                    <a:pt x="47119" y="13363"/>
                  </a:cubicBezTo>
                  <a:cubicBezTo>
                    <a:pt x="47105" y="13461"/>
                    <a:pt x="47091" y="13559"/>
                    <a:pt x="47133" y="13642"/>
                  </a:cubicBezTo>
                  <a:cubicBezTo>
                    <a:pt x="47175" y="13740"/>
                    <a:pt x="47133" y="13838"/>
                    <a:pt x="47091" y="13907"/>
                  </a:cubicBezTo>
                  <a:cubicBezTo>
                    <a:pt x="47036" y="13977"/>
                    <a:pt x="46910" y="14019"/>
                    <a:pt x="46840" y="13991"/>
                  </a:cubicBezTo>
                  <a:cubicBezTo>
                    <a:pt x="46785" y="13949"/>
                    <a:pt x="46701" y="13921"/>
                    <a:pt x="46687" y="13852"/>
                  </a:cubicBezTo>
                  <a:cubicBezTo>
                    <a:pt x="46631" y="13712"/>
                    <a:pt x="46617" y="13573"/>
                    <a:pt x="46603" y="13433"/>
                  </a:cubicBezTo>
                  <a:cubicBezTo>
                    <a:pt x="46561" y="13154"/>
                    <a:pt x="46617" y="12903"/>
                    <a:pt x="46840" y="12722"/>
                  </a:cubicBezTo>
                  <a:cubicBezTo>
                    <a:pt x="46924" y="12652"/>
                    <a:pt x="46952" y="12554"/>
                    <a:pt x="46966" y="12457"/>
                  </a:cubicBezTo>
                  <a:cubicBezTo>
                    <a:pt x="47022" y="12122"/>
                    <a:pt x="46896" y="11843"/>
                    <a:pt x="46757" y="11564"/>
                  </a:cubicBezTo>
                  <a:cubicBezTo>
                    <a:pt x="46715" y="11508"/>
                    <a:pt x="46617" y="11508"/>
                    <a:pt x="46561" y="11564"/>
                  </a:cubicBezTo>
                  <a:cubicBezTo>
                    <a:pt x="46422" y="11718"/>
                    <a:pt x="46268" y="11885"/>
                    <a:pt x="46199" y="12094"/>
                  </a:cubicBezTo>
                  <a:cubicBezTo>
                    <a:pt x="46157" y="12206"/>
                    <a:pt x="46073" y="12303"/>
                    <a:pt x="45989" y="12373"/>
                  </a:cubicBezTo>
                  <a:cubicBezTo>
                    <a:pt x="45975" y="12387"/>
                    <a:pt x="45948" y="12387"/>
                    <a:pt x="45920" y="12401"/>
                  </a:cubicBezTo>
                  <a:cubicBezTo>
                    <a:pt x="45864" y="12401"/>
                    <a:pt x="45836" y="12373"/>
                    <a:pt x="45850" y="12317"/>
                  </a:cubicBezTo>
                  <a:cubicBezTo>
                    <a:pt x="45920" y="12094"/>
                    <a:pt x="45989" y="11857"/>
                    <a:pt x="45975" y="11620"/>
                  </a:cubicBezTo>
                  <a:cubicBezTo>
                    <a:pt x="45948" y="11494"/>
                    <a:pt x="46059" y="11480"/>
                    <a:pt x="46143" y="11439"/>
                  </a:cubicBezTo>
                  <a:cubicBezTo>
                    <a:pt x="46282" y="11369"/>
                    <a:pt x="46282" y="11257"/>
                    <a:pt x="46185" y="11160"/>
                  </a:cubicBezTo>
                  <a:cubicBezTo>
                    <a:pt x="46073" y="11076"/>
                    <a:pt x="45948" y="10978"/>
                    <a:pt x="45808" y="10950"/>
                  </a:cubicBezTo>
                  <a:cubicBezTo>
                    <a:pt x="45697" y="10936"/>
                    <a:pt x="45585" y="10881"/>
                    <a:pt x="45501" y="10811"/>
                  </a:cubicBezTo>
                  <a:cubicBezTo>
                    <a:pt x="45445" y="10783"/>
                    <a:pt x="45432" y="10741"/>
                    <a:pt x="45459" y="10699"/>
                  </a:cubicBezTo>
                  <a:cubicBezTo>
                    <a:pt x="45585" y="10560"/>
                    <a:pt x="45724" y="10420"/>
                    <a:pt x="45850" y="10281"/>
                  </a:cubicBezTo>
                  <a:cubicBezTo>
                    <a:pt x="45878" y="10239"/>
                    <a:pt x="45934" y="10239"/>
                    <a:pt x="45975" y="10225"/>
                  </a:cubicBezTo>
                  <a:cubicBezTo>
                    <a:pt x="46143" y="10155"/>
                    <a:pt x="46199" y="10113"/>
                    <a:pt x="46157" y="10002"/>
                  </a:cubicBezTo>
                  <a:cubicBezTo>
                    <a:pt x="46059" y="9542"/>
                    <a:pt x="45989" y="9109"/>
                    <a:pt x="46157" y="8649"/>
                  </a:cubicBezTo>
                  <a:cubicBezTo>
                    <a:pt x="46185" y="8579"/>
                    <a:pt x="46199" y="8495"/>
                    <a:pt x="46157" y="8440"/>
                  </a:cubicBezTo>
                  <a:cubicBezTo>
                    <a:pt x="46073" y="8161"/>
                    <a:pt x="46115" y="7868"/>
                    <a:pt x="45975" y="7603"/>
                  </a:cubicBezTo>
                  <a:cubicBezTo>
                    <a:pt x="45920" y="7505"/>
                    <a:pt x="45975" y="7435"/>
                    <a:pt x="46059" y="7379"/>
                  </a:cubicBezTo>
                  <a:cubicBezTo>
                    <a:pt x="46227" y="7254"/>
                    <a:pt x="46408" y="7114"/>
                    <a:pt x="46561" y="6975"/>
                  </a:cubicBezTo>
                  <a:cubicBezTo>
                    <a:pt x="46687" y="6891"/>
                    <a:pt x="46757" y="6766"/>
                    <a:pt x="46771" y="6612"/>
                  </a:cubicBezTo>
                  <a:cubicBezTo>
                    <a:pt x="46771" y="6557"/>
                    <a:pt x="46785" y="6529"/>
                    <a:pt x="46826" y="6487"/>
                  </a:cubicBezTo>
                  <a:cubicBezTo>
                    <a:pt x="46854" y="6459"/>
                    <a:pt x="46910" y="6417"/>
                    <a:pt x="46952" y="6417"/>
                  </a:cubicBezTo>
                  <a:cubicBezTo>
                    <a:pt x="47050" y="6459"/>
                    <a:pt x="47161" y="6515"/>
                    <a:pt x="47259" y="6584"/>
                  </a:cubicBezTo>
                  <a:cubicBezTo>
                    <a:pt x="47398" y="6668"/>
                    <a:pt x="47538" y="6626"/>
                    <a:pt x="47663" y="6543"/>
                  </a:cubicBezTo>
                  <a:cubicBezTo>
                    <a:pt x="47747" y="6487"/>
                    <a:pt x="47817" y="6445"/>
                    <a:pt x="47886" y="6375"/>
                  </a:cubicBezTo>
                  <a:lnTo>
                    <a:pt x="48877" y="5427"/>
                  </a:lnTo>
                  <a:cubicBezTo>
                    <a:pt x="48947" y="5357"/>
                    <a:pt x="49002" y="5273"/>
                    <a:pt x="49058" y="5204"/>
                  </a:cubicBezTo>
                  <a:cubicBezTo>
                    <a:pt x="49128" y="5092"/>
                    <a:pt x="49058" y="4869"/>
                    <a:pt x="48947" y="4813"/>
                  </a:cubicBezTo>
                  <a:cubicBezTo>
                    <a:pt x="48933" y="4799"/>
                    <a:pt x="48919" y="4785"/>
                    <a:pt x="48877" y="4785"/>
                  </a:cubicBezTo>
                  <a:cubicBezTo>
                    <a:pt x="48584" y="4771"/>
                    <a:pt x="48347" y="4604"/>
                    <a:pt x="48110" y="4436"/>
                  </a:cubicBezTo>
                  <a:cubicBezTo>
                    <a:pt x="48040" y="4381"/>
                    <a:pt x="47942" y="4353"/>
                    <a:pt x="47859" y="4325"/>
                  </a:cubicBezTo>
                  <a:cubicBezTo>
                    <a:pt x="47649" y="4297"/>
                    <a:pt x="47412" y="4283"/>
                    <a:pt x="47203" y="4325"/>
                  </a:cubicBezTo>
                  <a:cubicBezTo>
                    <a:pt x="47133" y="4353"/>
                    <a:pt x="47063" y="4381"/>
                    <a:pt x="47022" y="4436"/>
                  </a:cubicBezTo>
                  <a:cubicBezTo>
                    <a:pt x="46910" y="4562"/>
                    <a:pt x="46840" y="4715"/>
                    <a:pt x="46673" y="4771"/>
                  </a:cubicBezTo>
                  <a:cubicBezTo>
                    <a:pt x="46575" y="4911"/>
                    <a:pt x="46492" y="5050"/>
                    <a:pt x="46408" y="5204"/>
                  </a:cubicBezTo>
                  <a:cubicBezTo>
                    <a:pt x="46282" y="5427"/>
                    <a:pt x="46143" y="5650"/>
                    <a:pt x="46045" y="5901"/>
                  </a:cubicBezTo>
                  <a:cubicBezTo>
                    <a:pt x="45975" y="6026"/>
                    <a:pt x="45920" y="6166"/>
                    <a:pt x="45920" y="6305"/>
                  </a:cubicBezTo>
                  <a:cubicBezTo>
                    <a:pt x="45920" y="6626"/>
                    <a:pt x="45766" y="6891"/>
                    <a:pt x="45655" y="7184"/>
                  </a:cubicBezTo>
                  <a:cubicBezTo>
                    <a:pt x="45641" y="7254"/>
                    <a:pt x="45585" y="7310"/>
                    <a:pt x="45529" y="7352"/>
                  </a:cubicBezTo>
                  <a:cubicBezTo>
                    <a:pt x="45390" y="7435"/>
                    <a:pt x="45250" y="7533"/>
                    <a:pt x="45111" y="7645"/>
                  </a:cubicBezTo>
                  <a:cubicBezTo>
                    <a:pt x="44999" y="7728"/>
                    <a:pt x="45013" y="7840"/>
                    <a:pt x="45027" y="7951"/>
                  </a:cubicBezTo>
                  <a:lnTo>
                    <a:pt x="45041" y="7951"/>
                  </a:lnTo>
                  <a:lnTo>
                    <a:pt x="45041" y="7993"/>
                  </a:lnTo>
                  <a:cubicBezTo>
                    <a:pt x="45069" y="7993"/>
                    <a:pt x="45069" y="8007"/>
                    <a:pt x="45083" y="8007"/>
                  </a:cubicBezTo>
                  <a:cubicBezTo>
                    <a:pt x="45069" y="8021"/>
                    <a:pt x="45069" y="8021"/>
                    <a:pt x="45041" y="7993"/>
                  </a:cubicBezTo>
                  <a:lnTo>
                    <a:pt x="45027" y="7979"/>
                  </a:lnTo>
                  <a:lnTo>
                    <a:pt x="45027" y="7951"/>
                  </a:lnTo>
                  <a:cubicBezTo>
                    <a:pt x="44929" y="7993"/>
                    <a:pt x="44804" y="7993"/>
                    <a:pt x="44720" y="8063"/>
                  </a:cubicBezTo>
                  <a:cubicBezTo>
                    <a:pt x="44399" y="8272"/>
                    <a:pt x="44204" y="8565"/>
                    <a:pt x="44162" y="8928"/>
                  </a:cubicBezTo>
                  <a:cubicBezTo>
                    <a:pt x="44134" y="9067"/>
                    <a:pt x="44120" y="9207"/>
                    <a:pt x="43995" y="9304"/>
                  </a:cubicBezTo>
                  <a:lnTo>
                    <a:pt x="43897" y="9402"/>
                  </a:lnTo>
                  <a:cubicBezTo>
                    <a:pt x="43772" y="9542"/>
                    <a:pt x="43744" y="9681"/>
                    <a:pt x="43758" y="9876"/>
                  </a:cubicBezTo>
                  <a:cubicBezTo>
                    <a:pt x="43772" y="10044"/>
                    <a:pt x="43813" y="10211"/>
                    <a:pt x="43911" y="10351"/>
                  </a:cubicBezTo>
                  <a:cubicBezTo>
                    <a:pt x="43967" y="10420"/>
                    <a:pt x="43981" y="10504"/>
                    <a:pt x="44023" y="10574"/>
                  </a:cubicBezTo>
                  <a:cubicBezTo>
                    <a:pt x="44092" y="10588"/>
                    <a:pt x="44134" y="10602"/>
                    <a:pt x="44190" y="10630"/>
                  </a:cubicBezTo>
                  <a:cubicBezTo>
                    <a:pt x="44330" y="10713"/>
                    <a:pt x="44469" y="10797"/>
                    <a:pt x="44595" y="10908"/>
                  </a:cubicBezTo>
                  <a:cubicBezTo>
                    <a:pt x="44609" y="10922"/>
                    <a:pt x="44622" y="10936"/>
                    <a:pt x="44622" y="10950"/>
                  </a:cubicBezTo>
                  <a:cubicBezTo>
                    <a:pt x="44622" y="11006"/>
                    <a:pt x="44595" y="11006"/>
                    <a:pt x="44539" y="11020"/>
                  </a:cubicBezTo>
                  <a:cubicBezTo>
                    <a:pt x="44469" y="11048"/>
                    <a:pt x="44399" y="11048"/>
                    <a:pt x="44344" y="11090"/>
                  </a:cubicBezTo>
                  <a:cubicBezTo>
                    <a:pt x="44246" y="11215"/>
                    <a:pt x="44134" y="11355"/>
                    <a:pt x="44051" y="11480"/>
                  </a:cubicBezTo>
                  <a:cubicBezTo>
                    <a:pt x="43995" y="11550"/>
                    <a:pt x="44037" y="11648"/>
                    <a:pt x="44134" y="11704"/>
                  </a:cubicBezTo>
                  <a:cubicBezTo>
                    <a:pt x="44176" y="11718"/>
                    <a:pt x="44232" y="11718"/>
                    <a:pt x="44260" y="11745"/>
                  </a:cubicBezTo>
                  <a:lnTo>
                    <a:pt x="44260" y="11718"/>
                  </a:lnTo>
                  <a:lnTo>
                    <a:pt x="44316" y="11704"/>
                  </a:lnTo>
                  <a:lnTo>
                    <a:pt x="44274" y="11745"/>
                  </a:lnTo>
                  <a:lnTo>
                    <a:pt x="44260" y="11745"/>
                  </a:lnTo>
                  <a:cubicBezTo>
                    <a:pt x="44274" y="11829"/>
                    <a:pt x="44274" y="11927"/>
                    <a:pt x="44204" y="11996"/>
                  </a:cubicBezTo>
                  <a:cubicBezTo>
                    <a:pt x="44092" y="12122"/>
                    <a:pt x="43967" y="12234"/>
                    <a:pt x="43841" y="12331"/>
                  </a:cubicBezTo>
                  <a:cubicBezTo>
                    <a:pt x="43702" y="12457"/>
                    <a:pt x="43534" y="12554"/>
                    <a:pt x="43339" y="12554"/>
                  </a:cubicBezTo>
                  <a:cubicBezTo>
                    <a:pt x="43074" y="12554"/>
                    <a:pt x="42977" y="12750"/>
                    <a:pt x="42907" y="12959"/>
                  </a:cubicBezTo>
                  <a:cubicBezTo>
                    <a:pt x="42865" y="13112"/>
                    <a:pt x="42851" y="13294"/>
                    <a:pt x="42809" y="13447"/>
                  </a:cubicBezTo>
                  <a:cubicBezTo>
                    <a:pt x="42809" y="13489"/>
                    <a:pt x="42781" y="13517"/>
                    <a:pt x="42739" y="13531"/>
                  </a:cubicBezTo>
                  <a:lnTo>
                    <a:pt x="42698" y="13489"/>
                  </a:lnTo>
                  <a:cubicBezTo>
                    <a:pt x="42642" y="13391"/>
                    <a:pt x="42586" y="13322"/>
                    <a:pt x="42530" y="13238"/>
                  </a:cubicBezTo>
                  <a:cubicBezTo>
                    <a:pt x="42447" y="13098"/>
                    <a:pt x="42447" y="13043"/>
                    <a:pt x="42558" y="12931"/>
                  </a:cubicBezTo>
                  <a:cubicBezTo>
                    <a:pt x="42670" y="12750"/>
                    <a:pt x="42809" y="12582"/>
                    <a:pt x="42935" y="12401"/>
                  </a:cubicBezTo>
                  <a:cubicBezTo>
                    <a:pt x="42977" y="12345"/>
                    <a:pt x="42935" y="12234"/>
                    <a:pt x="42865" y="12234"/>
                  </a:cubicBezTo>
                  <a:cubicBezTo>
                    <a:pt x="42628" y="12206"/>
                    <a:pt x="42558" y="12052"/>
                    <a:pt x="42530" y="11843"/>
                  </a:cubicBezTo>
                  <a:lnTo>
                    <a:pt x="42460" y="11773"/>
                  </a:lnTo>
                  <a:lnTo>
                    <a:pt x="42530" y="11843"/>
                  </a:lnTo>
                  <a:lnTo>
                    <a:pt x="42530" y="11843"/>
                  </a:lnTo>
                  <a:lnTo>
                    <a:pt x="42558" y="11857"/>
                  </a:lnTo>
                  <a:lnTo>
                    <a:pt x="42530" y="11843"/>
                  </a:lnTo>
                  <a:cubicBezTo>
                    <a:pt x="42628" y="11857"/>
                    <a:pt x="42725" y="11899"/>
                    <a:pt x="42809" y="11913"/>
                  </a:cubicBezTo>
                  <a:cubicBezTo>
                    <a:pt x="42907" y="11955"/>
                    <a:pt x="43004" y="11969"/>
                    <a:pt x="43088" y="11913"/>
                  </a:cubicBezTo>
                  <a:cubicBezTo>
                    <a:pt x="43256" y="11843"/>
                    <a:pt x="43409" y="11773"/>
                    <a:pt x="43548" y="11704"/>
                  </a:cubicBezTo>
                  <a:cubicBezTo>
                    <a:pt x="43576" y="11690"/>
                    <a:pt x="43618" y="11634"/>
                    <a:pt x="43618" y="11578"/>
                  </a:cubicBezTo>
                  <a:cubicBezTo>
                    <a:pt x="43618" y="11411"/>
                    <a:pt x="43604" y="11257"/>
                    <a:pt x="43604" y="11076"/>
                  </a:cubicBezTo>
                  <a:cubicBezTo>
                    <a:pt x="43604" y="10950"/>
                    <a:pt x="43576" y="10922"/>
                    <a:pt x="43758" y="10908"/>
                  </a:cubicBezTo>
                  <a:cubicBezTo>
                    <a:pt x="43981" y="10867"/>
                    <a:pt x="43981" y="10713"/>
                    <a:pt x="43995" y="10560"/>
                  </a:cubicBezTo>
                  <a:lnTo>
                    <a:pt x="43883" y="10560"/>
                  </a:lnTo>
                  <a:cubicBezTo>
                    <a:pt x="43562" y="10574"/>
                    <a:pt x="43325" y="10462"/>
                    <a:pt x="43214" y="10141"/>
                  </a:cubicBezTo>
                  <a:cubicBezTo>
                    <a:pt x="43200" y="10099"/>
                    <a:pt x="43158" y="10044"/>
                    <a:pt x="43144" y="10016"/>
                  </a:cubicBezTo>
                  <a:cubicBezTo>
                    <a:pt x="43116" y="9960"/>
                    <a:pt x="42990" y="9946"/>
                    <a:pt x="42949" y="9974"/>
                  </a:cubicBezTo>
                  <a:cubicBezTo>
                    <a:pt x="42865" y="10072"/>
                    <a:pt x="42767" y="10141"/>
                    <a:pt x="42712" y="10225"/>
                  </a:cubicBezTo>
                  <a:cubicBezTo>
                    <a:pt x="42516" y="10490"/>
                    <a:pt x="42307" y="10699"/>
                    <a:pt x="41972" y="10727"/>
                  </a:cubicBezTo>
                  <a:cubicBezTo>
                    <a:pt x="41944" y="10727"/>
                    <a:pt x="41889" y="10783"/>
                    <a:pt x="41861" y="10797"/>
                  </a:cubicBezTo>
                  <a:lnTo>
                    <a:pt x="41805" y="10853"/>
                  </a:lnTo>
                  <a:cubicBezTo>
                    <a:pt x="41749" y="10881"/>
                    <a:pt x="41749" y="11006"/>
                    <a:pt x="41805" y="11048"/>
                  </a:cubicBezTo>
                  <a:cubicBezTo>
                    <a:pt x="42042" y="11215"/>
                    <a:pt x="42321" y="11397"/>
                    <a:pt x="42447" y="11690"/>
                  </a:cubicBezTo>
                  <a:lnTo>
                    <a:pt x="42433" y="11676"/>
                  </a:lnTo>
                  <a:lnTo>
                    <a:pt x="42447" y="11690"/>
                  </a:lnTo>
                  <a:cubicBezTo>
                    <a:pt x="42321" y="11704"/>
                    <a:pt x="42223" y="11759"/>
                    <a:pt x="42098" y="11759"/>
                  </a:cubicBezTo>
                  <a:cubicBezTo>
                    <a:pt x="41972" y="11759"/>
                    <a:pt x="41875" y="11759"/>
                    <a:pt x="41819" y="11899"/>
                  </a:cubicBezTo>
                  <a:cubicBezTo>
                    <a:pt x="41791" y="11983"/>
                    <a:pt x="41693" y="12038"/>
                    <a:pt x="41624" y="12108"/>
                  </a:cubicBezTo>
                  <a:cubicBezTo>
                    <a:pt x="41582" y="12164"/>
                    <a:pt x="41526" y="12206"/>
                    <a:pt x="41526" y="12275"/>
                  </a:cubicBezTo>
                  <a:cubicBezTo>
                    <a:pt x="41526" y="12345"/>
                    <a:pt x="41526" y="12415"/>
                    <a:pt x="41456" y="12471"/>
                  </a:cubicBezTo>
                  <a:cubicBezTo>
                    <a:pt x="41372" y="12527"/>
                    <a:pt x="41261" y="12513"/>
                    <a:pt x="41177" y="12471"/>
                  </a:cubicBezTo>
                  <a:cubicBezTo>
                    <a:pt x="41093" y="12443"/>
                    <a:pt x="40996" y="12387"/>
                    <a:pt x="40912" y="12345"/>
                  </a:cubicBezTo>
                  <a:cubicBezTo>
                    <a:pt x="40759" y="12275"/>
                    <a:pt x="40605" y="12248"/>
                    <a:pt x="40424" y="12331"/>
                  </a:cubicBezTo>
                  <a:cubicBezTo>
                    <a:pt x="40354" y="12373"/>
                    <a:pt x="40284" y="12373"/>
                    <a:pt x="40215" y="12387"/>
                  </a:cubicBezTo>
                  <a:cubicBezTo>
                    <a:pt x="40117" y="12401"/>
                    <a:pt x="40019" y="12387"/>
                    <a:pt x="39936" y="12345"/>
                  </a:cubicBezTo>
                  <a:cubicBezTo>
                    <a:pt x="39782" y="12262"/>
                    <a:pt x="39643" y="12192"/>
                    <a:pt x="39559" y="12038"/>
                  </a:cubicBezTo>
                  <a:cubicBezTo>
                    <a:pt x="39448" y="11815"/>
                    <a:pt x="39280" y="11718"/>
                    <a:pt x="39071" y="11676"/>
                  </a:cubicBezTo>
                  <a:cubicBezTo>
                    <a:pt x="38973" y="11648"/>
                    <a:pt x="38890" y="11578"/>
                    <a:pt x="38876" y="11480"/>
                  </a:cubicBezTo>
                  <a:cubicBezTo>
                    <a:pt x="38806" y="11257"/>
                    <a:pt x="38680" y="11048"/>
                    <a:pt x="38722" y="10783"/>
                  </a:cubicBezTo>
                  <a:cubicBezTo>
                    <a:pt x="38736" y="10713"/>
                    <a:pt x="38722" y="10643"/>
                    <a:pt x="38722" y="10574"/>
                  </a:cubicBezTo>
                  <a:cubicBezTo>
                    <a:pt x="38694" y="10420"/>
                    <a:pt x="38527" y="10239"/>
                    <a:pt x="38374" y="10281"/>
                  </a:cubicBezTo>
                  <a:cubicBezTo>
                    <a:pt x="38039" y="10323"/>
                    <a:pt x="37704" y="10378"/>
                    <a:pt x="37369" y="10392"/>
                  </a:cubicBezTo>
                  <a:cubicBezTo>
                    <a:pt x="37230" y="10420"/>
                    <a:pt x="37132" y="10532"/>
                    <a:pt x="37076" y="10671"/>
                  </a:cubicBezTo>
                  <a:cubicBezTo>
                    <a:pt x="37048" y="10769"/>
                    <a:pt x="37076" y="10908"/>
                    <a:pt x="37188" y="10992"/>
                  </a:cubicBezTo>
                  <a:cubicBezTo>
                    <a:pt x="37230" y="11048"/>
                    <a:pt x="37299" y="11062"/>
                    <a:pt x="37369" y="11006"/>
                  </a:cubicBezTo>
                  <a:cubicBezTo>
                    <a:pt x="37411" y="10992"/>
                    <a:pt x="37439" y="10936"/>
                    <a:pt x="37495" y="10922"/>
                  </a:cubicBezTo>
                  <a:lnTo>
                    <a:pt x="37913" y="10867"/>
                  </a:lnTo>
                  <a:cubicBezTo>
                    <a:pt x="38053" y="10839"/>
                    <a:pt x="38178" y="10783"/>
                    <a:pt x="38318" y="10727"/>
                  </a:cubicBezTo>
                  <a:cubicBezTo>
                    <a:pt x="38332" y="10727"/>
                    <a:pt x="38387" y="10769"/>
                    <a:pt x="38401" y="10797"/>
                  </a:cubicBezTo>
                  <a:cubicBezTo>
                    <a:pt x="38401" y="10797"/>
                    <a:pt x="38387" y="10853"/>
                    <a:pt x="38374" y="10853"/>
                  </a:cubicBezTo>
                  <a:cubicBezTo>
                    <a:pt x="38234" y="10908"/>
                    <a:pt x="38095" y="10936"/>
                    <a:pt x="37983" y="11006"/>
                  </a:cubicBezTo>
                  <a:cubicBezTo>
                    <a:pt x="37830" y="11132"/>
                    <a:pt x="37648" y="11201"/>
                    <a:pt x="37467" y="11229"/>
                  </a:cubicBezTo>
                  <a:cubicBezTo>
                    <a:pt x="37369" y="11257"/>
                    <a:pt x="37272" y="11285"/>
                    <a:pt x="37188" y="11327"/>
                  </a:cubicBezTo>
                  <a:cubicBezTo>
                    <a:pt x="37048" y="11369"/>
                    <a:pt x="36937" y="11466"/>
                    <a:pt x="36881" y="11620"/>
                  </a:cubicBezTo>
                  <a:cubicBezTo>
                    <a:pt x="36811" y="11843"/>
                    <a:pt x="36769" y="12066"/>
                    <a:pt x="36728" y="12317"/>
                  </a:cubicBezTo>
                  <a:cubicBezTo>
                    <a:pt x="36728" y="12387"/>
                    <a:pt x="36672" y="12457"/>
                    <a:pt x="36630" y="12485"/>
                  </a:cubicBezTo>
                  <a:cubicBezTo>
                    <a:pt x="36574" y="12540"/>
                    <a:pt x="36490" y="12596"/>
                    <a:pt x="36449" y="12582"/>
                  </a:cubicBezTo>
                  <a:cubicBezTo>
                    <a:pt x="36365" y="12540"/>
                    <a:pt x="36421" y="12457"/>
                    <a:pt x="36449" y="12401"/>
                  </a:cubicBezTo>
                  <a:cubicBezTo>
                    <a:pt x="36518" y="12275"/>
                    <a:pt x="36504" y="12178"/>
                    <a:pt x="36449" y="12052"/>
                  </a:cubicBezTo>
                  <a:cubicBezTo>
                    <a:pt x="36379" y="11899"/>
                    <a:pt x="36309" y="11759"/>
                    <a:pt x="36239" y="11606"/>
                  </a:cubicBezTo>
                  <a:cubicBezTo>
                    <a:pt x="36170" y="11480"/>
                    <a:pt x="36114" y="11341"/>
                    <a:pt x="36044" y="11215"/>
                  </a:cubicBezTo>
                  <a:cubicBezTo>
                    <a:pt x="36016" y="11146"/>
                    <a:pt x="35891" y="11076"/>
                    <a:pt x="35807" y="11090"/>
                  </a:cubicBezTo>
                  <a:cubicBezTo>
                    <a:pt x="35723" y="11118"/>
                    <a:pt x="35612" y="11146"/>
                    <a:pt x="35528" y="11160"/>
                  </a:cubicBezTo>
                  <a:cubicBezTo>
                    <a:pt x="34817" y="11327"/>
                    <a:pt x="34147" y="11187"/>
                    <a:pt x="33575" y="10727"/>
                  </a:cubicBezTo>
                  <a:cubicBezTo>
                    <a:pt x="33533" y="10699"/>
                    <a:pt x="33519" y="10588"/>
                    <a:pt x="33561" y="10532"/>
                  </a:cubicBezTo>
                  <a:cubicBezTo>
                    <a:pt x="33631" y="10392"/>
                    <a:pt x="33729" y="10309"/>
                    <a:pt x="33882" y="10309"/>
                  </a:cubicBezTo>
                  <a:lnTo>
                    <a:pt x="34091" y="10309"/>
                  </a:lnTo>
                  <a:cubicBezTo>
                    <a:pt x="34398" y="10309"/>
                    <a:pt x="34538" y="10155"/>
                    <a:pt x="34482" y="9862"/>
                  </a:cubicBezTo>
                  <a:cubicBezTo>
                    <a:pt x="34440" y="9723"/>
                    <a:pt x="34398" y="9583"/>
                    <a:pt x="34328" y="9458"/>
                  </a:cubicBezTo>
                  <a:cubicBezTo>
                    <a:pt x="34217" y="9277"/>
                    <a:pt x="34063" y="9137"/>
                    <a:pt x="33854" y="9179"/>
                  </a:cubicBezTo>
                  <a:cubicBezTo>
                    <a:pt x="33589" y="9207"/>
                    <a:pt x="33380" y="9109"/>
                    <a:pt x="33185" y="8956"/>
                  </a:cubicBezTo>
                  <a:lnTo>
                    <a:pt x="32404" y="8328"/>
                  </a:lnTo>
                  <a:cubicBezTo>
                    <a:pt x="32236" y="8189"/>
                    <a:pt x="32069" y="8049"/>
                    <a:pt x="32041" y="7812"/>
                  </a:cubicBezTo>
                  <a:cubicBezTo>
                    <a:pt x="31985" y="7519"/>
                    <a:pt x="31790" y="7379"/>
                    <a:pt x="31539" y="7254"/>
                  </a:cubicBezTo>
                  <a:cubicBezTo>
                    <a:pt x="31302" y="7156"/>
                    <a:pt x="31120" y="7184"/>
                    <a:pt x="30953" y="7379"/>
                  </a:cubicBezTo>
                  <a:cubicBezTo>
                    <a:pt x="30911" y="7449"/>
                    <a:pt x="30813" y="7519"/>
                    <a:pt x="30744" y="7575"/>
                  </a:cubicBezTo>
                  <a:cubicBezTo>
                    <a:pt x="30702" y="7603"/>
                    <a:pt x="30604" y="7603"/>
                    <a:pt x="30534" y="7603"/>
                  </a:cubicBezTo>
                  <a:cubicBezTo>
                    <a:pt x="30451" y="7603"/>
                    <a:pt x="30381" y="7519"/>
                    <a:pt x="30423" y="7463"/>
                  </a:cubicBezTo>
                  <a:cubicBezTo>
                    <a:pt x="30604" y="7240"/>
                    <a:pt x="30660" y="6961"/>
                    <a:pt x="30702" y="6682"/>
                  </a:cubicBezTo>
                  <a:cubicBezTo>
                    <a:pt x="30702" y="6668"/>
                    <a:pt x="30674" y="6654"/>
                    <a:pt x="30660" y="6626"/>
                  </a:cubicBezTo>
                  <a:cubicBezTo>
                    <a:pt x="30646" y="6612"/>
                    <a:pt x="30604" y="6598"/>
                    <a:pt x="30604" y="6612"/>
                  </a:cubicBezTo>
                  <a:cubicBezTo>
                    <a:pt x="30534" y="6654"/>
                    <a:pt x="30465" y="6668"/>
                    <a:pt x="30423" y="6724"/>
                  </a:cubicBezTo>
                  <a:cubicBezTo>
                    <a:pt x="30214" y="6891"/>
                    <a:pt x="30018" y="7073"/>
                    <a:pt x="29809" y="7226"/>
                  </a:cubicBezTo>
                  <a:cubicBezTo>
                    <a:pt x="29767" y="7240"/>
                    <a:pt x="29725" y="7254"/>
                    <a:pt x="29670" y="7240"/>
                  </a:cubicBezTo>
                  <a:cubicBezTo>
                    <a:pt x="29628" y="7226"/>
                    <a:pt x="29586" y="7184"/>
                    <a:pt x="29586" y="7142"/>
                  </a:cubicBezTo>
                  <a:cubicBezTo>
                    <a:pt x="29544" y="6947"/>
                    <a:pt x="29558" y="6752"/>
                    <a:pt x="29600" y="6557"/>
                  </a:cubicBezTo>
                  <a:cubicBezTo>
                    <a:pt x="29684" y="6236"/>
                    <a:pt x="29697" y="5901"/>
                    <a:pt x="29684" y="5566"/>
                  </a:cubicBezTo>
                  <a:cubicBezTo>
                    <a:pt x="29684" y="5496"/>
                    <a:pt x="29656" y="5427"/>
                    <a:pt x="29628" y="5357"/>
                  </a:cubicBezTo>
                  <a:cubicBezTo>
                    <a:pt x="29614" y="5343"/>
                    <a:pt x="29544" y="5329"/>
                    <a:pt x="29516" y="5343"/>
                  </a:cubicBezTo>
                  <a:cubicBezTo>
                    <a:pt x="29405" y="5413"/>
                    <a:pt x="29377" y="5538"/>
                    <a:pt x="29349" y="5650"/>
                  </a:cubicBezTo>
                  <a:cubicBezTo>
                    <a:pt x="29335" y="5775"/>
                    <a:pt x="29307" y="5887"/>
                    <a:pt x="29181" y="5957"/>
                  </a:cubicBezTo>
                  <a:cubicBezTo>
                    <a:pt x="29042" y="6040"/>
                    <a:pt x="28902" y="6124"/>
                    <a:pt x="28749" y="6194"/>
                  </a:cubicBezTo>
                  <a:cubicBezTo>
                    <a:pt x="28651" y="6250"/>
                    <a:pt x="28554" y="6208"/>
                    <a:pt x="28484" y="6138"/>
                  </a:cubicBezTo>
                  <a:lnTo>
                    <a:pt x="28400" y="6054"/>
                  </a:lnTo>
                  <a:lnTo>
                    <a:pt x="28400" y="6054"/>
                  </a:lnTo>
                  <a:lnTo>
                    <a:pt x="28344" y="6054"/>
                  </a:lnTo>
                  <a:cubicBezTo>
                    <a:pt x="28303" y="6096"/>
                    <a:pt x="28261" y="6110"/>
                    <a:pt x="28219" y="6138"/>
                  </a:cubicBezTo>
                  <a:cubicBezTo>
                    <a:pt x="28205" y="6166"/>
                    <a:pt x="28163" y="6166"/>
                    <a:pt x="28149" y="6138"/>
                  </a:cubicBezTo>
                  <a:cubicBezTo>
                    <a:pt x="28093" y="6110"/>
                    <a:pt x="28121" y="6096"/>
                    <a:pt x="28191" y="6068"/>
                  </a:cubicBezTo>
                  <a:cubicBezTo>
                    <a:pt x="28233" y="6068"/>
                    <a:pt x="28289" y="6054"/>
                    <a:pt x="28331" y="6054"/>
                  </a:cubicBezTo>
                  <a:cubicBezTo>
                    <a:pt x="28344" y="6040"/>
                    <a:pt x="28344" y="6040"/>
                    <a:pt x="28358" y="6040"/>
                  </a:cubicBezTo>
                  <a:lnTo>
                    <a:pt x="28372" y="6054"/>
                  </a:lnTo>
                  <a:lnTo>
                    <a:pt x="28428" y="5845"/>
                  </a:lnTo>
                  <a:cubicBezTo>
                    <a:pt x="28442" y="5761"/>
                    <a:pt x="28414" y="5692"/>
                    <a:pt x="28344" y="5678"/>
                  </a:cubicBezTo>
                  <a:cubicBezTo>
                    <a:pt x="28191" y="5622"/>
                    <a:pt x="28010" y="5580"/>
                    <a:pt x="27856" y="5650"/>
                  </a:cubicBezTo>
                  <a:cubicBezTo>
                    <a:pt x="27508" y="5789"/>
                    <a:pt x="27145" y="5915"/>
                    <a:pt x="26754" y="5929"/>
                  </a:cubicBezTo>
                  <a:cubicBezTo>
                    <a:pt x="26629" y="5929"/>
                    <a:pt x="26517" y="5971"/>
                    <a:pt x="26420" y="6040"/>
                  </a:cubicBezTo>
                  <a:cubicBezTo>
                    <a:pt x="26210" y="6208"/>
                    <a:pt x="25987" y="6194"/>
                    <a:pt x="25764" y="6166"/>
                  </a:cubicBezTo>
                  <a:lnTo>
                    <a:pt x="25750" y="6180"/>
                  </a:lnTo>
                  <a:lnTo>
                    <a:pt x="25750" y="6333"/>
                  </a:lnTo>
                  <a:lnTo>
                    <a:pt x="25764" y="6278"/>
                  </a:lnTo>
                  <a:lnTo>
                    <a:pt x="25778" y="6278"/>
                  </a:lnTo>
                  <a:lnTo>
                    <a:pt x="25806" y="6250"/>
                  </a:lnTo>
                  <a:cubicBezTo>
                    <a:pt x="25889" y="6166"/>
                    <a:pt x="25889" y="6068"/>
                    <a:pt x="25834" y="5985"/>
                  </a:cubicBezTo>
                  <a:cubicBezTo>
                    <a:pt x="25764" y="5901"/>
                    <a:pt x="25708" y="5901"/>
                    <a:pt x="25583" y="5971"/>
                  </a:cubicBezTo>
                  <a:cubicBezTo>
                    <a:pt x="25499" y="6026"/>
                    <a:pt x="25429" y="6068"/>
                    <a:pt x="25318" y="6096"/>
                  </a:cubicBezTo>
                  <a:cubicBezTo>
                    <a:pt x="25164" y="6110"/>
                    <a:pt x="24997" y="6138"/>
                    <a:pt x="24829" y="6208"/>
                  </a:cubicBezTo>
                  <a:cubicBezTo>
                    <a:pt x="24648" y="6278"/>
                    <a:pt x="24509" y="6389"/>
                    <a:pt x="24467" y="6612"/>
                  </a:cubicBezTo>
                  <a:cubicBezTo>
                    <a:pt x="24453" y="6696"/>
                    <a:pt x="24383" y="6738"/>
                    <a:pt x="24327" y="6696"/>
                  </a:cubicBezTo>
                  <a:cubicBezTo>
                    <a:pt x="24230" y="6626"/>
                    <a:pt x="24132" y="6557"/>
                    <a:pt x="24034" y="6487"/>
                  </a:cubicBezTo>
                  <a:cubicBezTo>
                    <a:pt x="23895" y="6389"/>
                    <a:pt x="23783" y="6264"/>
                    <a:pt x="23755" y="6096"/>
                  </a:cubicBezTo>
                  <a:lnTo>
                    <a:pt x="23602" y="5622"/>
                  </a:lnTo>
                  <a:cubicBezTo>
                    <a:pt x="23560" y="5510"/>
                    <a:pt x="23490" y="5413"/>
                    <a:pt x="23435" y="5301"/>
                  </a:cubicBezTo>
                  <a:cubicBezTo>
                    <a:pt x="23281" y="5134"/>
                    <a:pt x="23058" y="5022"/>
                    <a:pt x="22863" y="4883"/>
                  </a:cubicBezTo>
                  <a:cubicBezTo>
                    <a:pt x="22570" y="4701"/>
                    <a:pt x="22277" y="4492"/>
                    <a:pt x="22151" y="4116"/>
                  </a:cubicBezTo>
                  <a:cubicBezTo>
                    <a:pt x="22137" y="4074"/>
                    <a:pt x="22095" y="4032"/>
                    <a:pt x="22082" y="4004"/>
                  </a:cubicBezTo>
                  <a:cubicBezTo>
                    <a:pt x="22026" y="3906"/>
                    <a:pt x="21942" y="3864"/>
                    <a:pt x="21830" y="3864"/>
                  </a:cubicBezTo>
                  <a:cubicBezTo>
                    <a:pt x="21747" y="3864"/>
                    <a:pt x="21649" y="3837"/>
                    <a:pt x="21551" y="3837"/>
                  </a:cubicBezTo>
                  <a:cubicBezTo>
                    <a:pt x="21342" y="3837"/>
                    <a:pt x="21189" y="3767"/>
                    <a:pt x="21035" y="3627"/>
                  </a:cubicBezTo>
                  <a:cubicBezTo>
                    <a:pt x="20812" y="3460"/>
                    <a:pt x="20603" y="3265"/>
                    <a:pt x="20324" y="3167"/>
                  </a:cubicBezTo>
                  <a:cubicBezTo>
                    <a:pt x="20198" y="3111"/>
                    <a:pt x="20073" y="3000"/>
                    <a:pt x="19975" y="2902"/>
                  </a:cubicBezTo>
                  <a:cubicBezTo>
                    <a:pt x="19850" y="2776"/>
                    <a:pt x="19766" y="2651"/>
                    <a:pt x="19696" y="2497"/>
                  </a:cubicBezTo>
                  <a:cubicBezTo>
                    <a:pt x="19627" y="2344"/>
                    <a:pt x="19459" y="2260"/>
                    <a:pt x="19278" y="2288"/>
                  </a:cubicBezTo>
                  <a:cubicBezTo>
                    <a:pt x="19152" y="2302"/>
                    <a:pt x="19041" y="2344"/>
                    <a:pt x="18929" y="2372"/>
                  </a:cubicBezTo>
                  <a:cubicBezTo>
                    <a:pt x="18859" y="2400"/>
                    <a:pt x="18790" y="2358"/>
                    <a:pt x="18748" y="2288"/>
                  </a:cubicBezTo>
                  <a:cubicBezTo>
                    <a:pt x="18650" y="2121"/>
                    <a:pt x="18650" y="1884"/>
                    <a:pt x="18539" y="1702"/>
                  </a:cubicBezTo>
                  <a:cubicBezTo>
                    <a:pt x="18525" y="1675"/>
                    <a:pt x="18553" y="1605"/>
                    <a:pt x="18594" y="1577"/>
                  </a:cubicBezTo>
                  <a:cubicBezTo>
                    <a:pt x="18650" y="1521"/>
                    <a:pt x="18678" y="1451"/>
                    <a:pt x="18650" y="1382"/>
                  </a:cubicBezTo>
                  <a:cubicBezTo>
                    <a:pt x="18608" y="1312"/>
                    <a:pt x="18566" y="1256"/>
                    <a:pt x="18511" y="1228"/>
                  </a:cubicBezTo>
                  <a:cubicBezTo>
                    <a:pt x="18399" y="1172"/>
                    <a:pt x="18274" y="1144"/>
                    <a:pt x="18176" y="1103"/>
                  </a:cubicBezTo>
                  <a:cubicBezTo>
                    <a:pt x="18106" y="1089"/>
                    <a:pt x="18036" y="1089"/>
                    <a:pt x="17967" y="1075"/>
                  </a:cubicBezTo>
                  <a:cubicBezTo>
                    <a:pt x="17855" y="1047"/>
                    <a:pt x="17827" y="1019"/>
                    <a:pt x="17841" y="865"/>
                  </a:cubicBezTo>
                  <a:cubicBezTo>
                    <a:pt x="17855" y="740"/>
                    <a:pt x="17855" y="628"/>
                    <a:pt x="17744" y="587"/>
                  </a:cubicBezTo>
                  <a:lnTo>
                    <a:pt x="17744" y="587"/>
                  </a:lnTo>
                  <a:lnTo>
                    <a:pt x="17688" y="587"/>
                  </a:lnTo>
                  <a:cubicBezTo>
                    <a:pt x="17618" y="600"/>
                    <a:pt x="17548" y="628"/>
                    <a:pt x="17478" y="656"/>
                  </a:cubicBezTo>
                  <a:cubicBezTo>
                    <a:pt x="17465" y="670"/>
                    <a:pt x="17423" y="684"/>
                    <a:pt x="17409" y="698"/>
                  </a:cubicBezTo>
                  <a:lnTo>
                    <a:pt x="17395" y="698"/>
                  </a:lnTo>
                  <a:cubicBezTo>
                    <a:pt x="17395" y="740"/>
                    <a:pt x="17381" y="796"/>
                    <a:pt x="17353" y="824"/>
                  </a:cubicBezTo>
                  <a:cubicBezTo>
                    <a:pt x="17311" y="935"/>
                    <a:pt x="17241" y="949"/>
                    <a:pt x="17130" y="893"/>
                  </a:cubicBezTo>
                  <a:cubicBezTo>
                    <a:pt x="17102" y="879"/>
                    <a:pt x="17074" y="824"/>
                    <a:pt x="17074" y="768"/>
                  </a:cubicBezTo>
                  <a:cubicBezTo>
                    <a:pt x="17074" y="768"/>
                    <a:pt x="17116" y="740"/>
                    <a:pt x="17130" y="740"/>
                  </a:cubicBezTo>
                  <a:cubicBezTo>
                    <a:pt x="17213" y="726"/>
                    <a:pt x="17311" y="726"/>
                    <a:pt x="17395" y="698"/>
                  </a:cubicBezTo>
                  <a:lnTo>
                    <a:pt x="17395" y="684"/>
                  </a:lnTo>
                  <a:cubicBezTo>
                    <a:pt x="17423" y="670"/>
                    <a:pt x="17465" y="670"/>
                    <a:pt x="17478" y="656"/>
                  </a:cubicBezTo>
                  <a:cubicBezTo>
                    <a:pt x="17548" y="614"/>
                    <a:pt x="17604" y="587"/>
                    <a:pt x="17688" y="587"/>
                  </a:cubicBezTo>
                  <a:cubicBezTo>
                    <a:pt x="17702" y="587"/>
                    <a:pt x="17702" y="587"/>
                    <a:pt x="17716" y="559"/>
                  </a:cubicBezTo>
                  <a:lnTo>
                    <a:pt x="17744" y="559"/>
                  </a:lnTo>
                  <a:cubicBezTo>
                    <a:pt x="17688" y="377"/>
                    <a:pt x="17604" y="210"/>
                    <a:pt x="17465" y="98"/>
                  </a:cubicBezTo>
                  <a:cubicBezTo>
                    <a:pt x="17367" y="29"/>
                    <a:pt x="17297" y="1"/>
                    <a:pt x="17200" y="43"/>
                  </a:cubicBezTo>
                  <a:cubicBezTo>
                    <a:pt x="17046" y="98"/>
                    <a:pt x="16879" y="140"/>
                    <a:pt x="16739" y="252"/>
                  </a:cubicBezTo>
                  <a:cubicBezTo>
                    <a:pt x="16530" y="419"/>
                    <a:pt x="16307" y="419"/>
                    <a:pt x="16070" y="349"/>
                  </a:cubicBezTo>
                  <a:cubicBezTo>
                    <a:pt x="15930" y="321"/>
                    <a:pt x="15791" y="266"/>
                    <a:pt x="15651" y="238"/>
                  </a:cubicBezTo>
                  <a:cubicBezTo>
                    <a:pt x="15400" y="168"/>
                    <a:pt x="15233" y="266"/>
                    <a:pt x="15065" y="419"/>
                  </a:cubicBezTo>
                  <a:cubicBezTo>
                    <a:pt x="15024" y="475"/>
                    <a:pt x="14996" y="545"/>
                    <a:pt x="14968" y="614"/>
                  </a:cubicBezTo>
                  <a:cubicBezTo>
                    <a:pt x="14912" y="670"/>
                    <a:pt x="14856" y="740"/>
                    <a:pt x="14814" y="740"/>
                  </a:cubicBezTo>
                  <a:cubicBezTo>
                    <a:pt x="14619" y="768"/>
                    <a:pt x="14438" y="865"/>
                    <a:pt x="14256" y="796"/>
                  </a:cubicBezTo>
                  <a:cubicBezTo>
                    <a:pt x="13977" y="726"/>
                    <a:pt x="13712" y="796"/>
                    <a:pt x="13503" y="949"/>
                  </a:cubicBezTo>
                  <a:cubicBezTo>
                    <a:pt x="13085" y="1228"/>
                    <a:pt x="12624" y="1451"/>
                    <a:pt x="12262" y="1800"/>
                  </a:cubicBezTo>
                  <a:cubicBezTo>
                    <a:pt x="12206" y="1856"/>
                    <a:pt x="12164" y="1912"/>
                    <a:pt x="12094" y="1940"/>
                  </a:cubicBezTo>
                  <a:cubicBezTo>
                    <a:pt x="11620" y="2205"/>
                    <a:pt x="11146" y="2442"/>
                    <a:pt x="10602" y="2149"/>
                  </a:cubicBezTo>
                  <a:cubicBezTo>
                    <a:pt x="10588" y="2135"/>
                    <a:pt x="10560" y="2135"/>
                    <a:pt x="10532" y="2121"/>
                  </a:cubicBezTo>
                  <a:cubicBezTo>
                    <a:pt x="10309" y="2023"/>
                    <a:pt x="10211" y="2065"/>
                    <a:pt x="10030" y="2260"/>
                  </a:cubicBezTo>
                  <a:cubicBezTo>
                    <a:pt x="9932" y="2372"/>
                    <a:pt x="9835" y="2539"/>
                    <a:pt x="9723" y="2637"/>
                  </a:cubicBezTo>
                  <a:cubicBezTo>
                    <a:pt x="9528" y="2790"/>
                    <a:pt x="9472" y="2972"/>
                    <a:pt x="9556" y="3209"/>
                  </a:cubicBezTo>
                  <a:cubicBezTo>
                    <a:pt x="9625" y="3376"/>
                    <a:pt x="9653" y="3544"/>
                    <a:pt x="9695" y="3697"/>
                  </a:cubicBezTo>
                  <a:cubicBezTo>
                    <a:pt x="9863" y="4157"/>
                    <a:pt x="9904" y="4590"/>
                    <a:pt x="9667" y="5022"/>
                  </a:cubicBezTo>
                  <a:cubicBezTo>
                    <a:pt x="9611" y="5120"/>
                    <a:pt x="9681" y="5273"/>
                    <a:pt x="9765" y="5343"/>
                  </a:cubicBezTo>
                  <a:cubicBezTo>
                    <a:pt x="9890" y="5427"/>
                    <a:pt x="10016" y="5482"/>
                    <a:pt x="10142" y="5552"/>
                  </a:cubicBezTo>
                  <a:cubicBezTo>
                    <a:pt x="10169" y="5566"/>
                    <a:pt x="10169" y="5622"/>
                    <a:pt x="10169" y="5678"/>
                  </a:cubicBezTo>
                  <a:cubicBezTo>
                    <a:pt x="10169" y="5678"/>
                    <a:pt x="10142" y="5692"/>
                    <a:pt x="10100" y="5692"/>
                  </a:cubicBezTo>
                  <a:cubicBezTo>
                    <a:pt x="10030" y="5706"/>
                    <a:pt x="9946" y="5720"/>
                    <a:pt x="9946" y="5817"/>
                  </a:cubicBezTo>
                  <a:cubicBezTo>
                    <a:pt x="9932" y="5999"/>
                    <a:pt x="9904" y="6194"/>
                    <a:pt x="9904" y="6389"/>
                  </a:cubicBezTo>
                  <a:cubicBezTo>
                    <a:pt x="9904" y="6417"/>
                    <a:pt x="9960" y="6459"/>
                    <a:pt x="10016" y="6473"/>
                  </a:cubicBezTo>
                  <a:cubicBezTo>
                    <a:pt x="10072" y="6487"/>
                    <a:pt x="10142" y="6487"/>
                    <a:pt x="10183" y="6487"/>
                  </a:cubicBezTo>
                  <a:lnTo>
                    <a:pt x="10183" y="6473"/>
                  </a:lnTo>
                  <a:cubicBezTo>
                    <a:pt x="10183" y="6473"/>
                    <a:pt x="10211" y="6473"/>
                    <a:pt x="10211" y="6487"/>
                  </a:cubicBezTo>
                  <a:cubicBezTo>
                    <a:pt x="10211" y="6459"/>
                    <a:pt x="10225" y="6403"/>
                    <a:pt x="10225" y="6375"/>
                  </a:cubicBezTo>
                  <a:lnTo>
                    <a:pt x="10211" y="6375"/>
                  </a:lnTo>
                  <a:lnTo>
                    <a:pt x="10169" y="6333"/>
                  </a:lnTo>
                  <a:lnTo>
                    <a:pt x="10211" y="6347"/>
                  </a:lnTo>
                  <a:lnTo>
                    <a:pt x="10211" y="6347"/>
                  </a:lnTo>
                  <a:cubicBezTo>
                    <a:pt x="10420" y="6305"/>
                    <a:pt x="10602" y="6333"/>
                    <a:pt x="10797" y="6403"/>
                  </a:cubicBezTo>
                  <a:cubicBezTo>
                    <a:pt x="10853" y="6417"/>
                    <a:pt x="10881" y="6529"/>
                    <a:pt x="10853" y="6584"/>
                  </a:cubicBezTo>
                  <a:cubicBezTo>
                    <a:pt x="10839" y="6612"/>
                    <a:pt x="10783" y="6654"/>
                    <a:pt x="10741" y="6654"/>
                  </a:cubicBezTo>
                  <a:cubicBezTo>
                    <a:pt x="10532" y="6626"/>
                    <a:pt x="10365" y="6543"/>
                    <a:pt x="10183" y="6473"/>
                  </a:cubicBezTo>
                  <a:lnTo>
                    <a:pt x="10183" y="6487"/>
                  </a:lnTo>
                  <a:lnTo>
                    <a:pt x="10155" y="6487"/>
                  </a:lnTo>
                  <a:cubicBezTo>
                    <a:pt x="10114" y="6557"/>
                    <a:pt x="10142" y="6682"/>
                    <a:pt x="10030" y="6682"/>
                  </a:cubicBezTo>
                  <a:cubicBezTo>
                    <a:pt x="9890" y="6696"/>
                    <a:pt x="9751" y="6738"/>
                    <a:pt x="9625" y="6835"/>
                  </a:cubicBezTo>
                  <a:cubicBezTo>
                    <a:pt x="9514" y="6947"/>
                    <a:pt x="9346" y="6933"/>
                    <a:pt x="9235" y="6863"/>
                  </a:cubicBezTo>
                  <a:cubicBezTo>
                    <a:pt x="9067" y="6794"/>
                    <a:pt x="8928" y="6696"/>
                    <a:pt x="8788" y="6612"/>
                  </a:cubicBezTo>
                  <a:cubicBezTo>
                    <a:pt x="8691" y="6557"/>
                    <a:pt x="8677" y="6459"/>
                    <a:pt x="8719" y="6375"/>
                  </a:cubicBezTo>
                  <a:cubicBezTo>
                    <a:pt x="8775" y="6278"/>
                    <a:pt x="8830" y="6208"/>
                    <a:pt x="8886" y="6124"/>
                  </a:cubicBezTo>
                  <a:cubicBezTo>
                    <a:pt x="8984" y="5971"/>
                    <a:pt x="8830" y="5761"/>
                    <a:pt x="8677" y="5761"/>
                  </a:cubicBezTo>
                  <a:cubicBezTo>
                    <a:pt x="8482" y="5761"/>
                    <a:pt x="8286" y="5761"/>
                    <a:pt x="8091" y="5789"/>
                  </a:cubicBezTo>
                  <a:cubicBezTo>
                    <a:pt x="7993" y="5817"/>
                    <a:pt x="7854" y="5859"/>
                    <a:pt x="7784" y="5957"/>
                  </a:cubicBezTo>
                  <a:cubicBezTo>
                    <a:pt x="7673" y="6096"/>
                    <a:pt x="7561" y="6096"/>
                    <a:pt x="7394" y="6068"/>
                  </a:cubicBezTo>
                  <a:cubicBezTo>
                    <a:pt x="7282" y="6054"/>
                    <a:pt x="7170" y="6110"/>
                    <a:pt x="7045" y="6124"/>
                  </a:cubicBezTo>
                  <a:cubicBezTo>
                    <a:pt x="6696" y="6180"/>
                    <a:pt x="6459" y="6417"/>
                    <a:pt x="6124" y="6529"/>
                  </a:cubicBezTo>
                  <a:cubicBezTo>
                    <a:pt x="5999" y="6557"/>
                    <a:pt x="5971" y="6724"/>
                    <a:pt x="6041" y="6822"/>
                  </a:cubicBezTo>
                  <a:cubicBezTo>
                    <a:pt x="6138" y="6975"/>
                    <a:pt x="6264" y="7142"/>
                    <a:pt x="6375" y="7282"/>
                  </a:cubicBezTo>
                  <a:cubicBezTo>
                    <a:pt x="6403" y="7324"/>
                    <a:pt x="6389" y="7366"/>
                    <a:pt x="6264" y="7421"/>
                  </a:cubicBezTo>
                  <a:cubicBezTo>
                    <a:pt x="6236" y="7435"/>
                    <a:pt x="6166" y="7449"/>
                    <a:pt x="6138" y="7491"/>
                  </a:cubicBezTo>
                  <a:cubicBezTo>
                    <a:pt x="6110" y="7728"/>
                    <a:pt x="5971" y="7923"/>
                    <a:pt x="5901" y="8147"/>
                  </a:cubicBezTo>
                  <a:cubicBezTo>
                    <a:pt x="5887" y="8230"/>
                    <a:pt x="5901" y="8356"/>
                    <a:pt x="5929" y="8426"/>
                  </a:cubicBezTo>
                  <a:cubicBezTo>
                    <a:pt x="6096" y="8677"/>
                    <a:pt x="6306" y="8886"/>
                    <a:pt x="6626" y="8816"/>
                  </a:cubicBezTo>
                  <a:cubicBezTo>
                    <a:pt x="6905" y="8760"/>
                    <a:pt x="7157" y="8788"/>
                    <a:pt x="7380" y="8970"/>
                  </a:cubicBezTo>
                  <a:cubicBezTo>
                    <a:pt x="7505" y="9067"/>
                    <a:pt x="7631" y="9095"/>
                    <a:pt x="7784" y="8998"/>
                  </a:cubicBezTo>
                  <a:cubicBezTo>
                    <a:pt x="8021" y="8886"/>
                    <a:pt x="8272" y="8788"/>
                    <a:pt x="8510" y="8691"/>
                  </a:cubicBezTo>
                  <a:cubicBezTo>
                    <a:pt x="8565" y="8677"/>
                    <a:pt x="8649" y="8691"/>
                    <a:pt x="8719" y="8705"/>
                  </a:cubicBezTo>
                  <a:cubicBezTo>
                    <a:pt x="8747" y="8705"/>
                    <a:pt x="8761" y="8746"/>
                    <a:pt x="8761" y="8760"/>
                  </a:cubicBezTo>
                  <a:lnTo>
                    <a:pt x="8761" y="8830"/>
                  </a:lnTo>
                  <a:cubicBezTo>
                    <a:pt x="8719" y="8858"/>
                    <a:pt x="8691" y="8886"/>
                    <a:pt x="8635" y="8900"/>
                  </a:cubicBezTo>
                  <a:cubicBezTo>
                    <a:pt x="8510" y="8928"/>
                    <a:pt x="8412" y="8970"/>
                    <a:pt x="8440" y="9137"/>
                  </a:cubicBezTo>
                  <a:cubicBezTo>
                    <a:pt x="8468" y="9207"/>
                    <a:pt x="8468" y="9304"/>
                    <a:pt x="8426" y="9346"/>
                  </a:cubicBezTo>
                  <a:cubicBezTo>
                    <a:pt x="8328" y="9542"/>
                    <a:pt x="8231" y="9737"/>
                    <a:pt x="8203" y="9960"/>
                  </a:cubicBezTo>
                  <a:cubicBezTo>
                    <a:pt x="8161" y="10183"/>
                    <a:pt x="7798" y="10448"/>
                    <a:pt x="7561" y="10448"/>
                  </a:cubicBezTo>
                  <a:cubicBezTo>
                    <a:pt x="7505" y="10448"/>
                    <a:pt x="7449" y="10434"/>
                    <a:pt x="7422" y="10420"/>
                  </a:cubicBezTo>
                  <a:cubicBezTo>
                    <a:pt x="7324" y="10364"/>
                    <a:pt x="7254" y="10309"/>
                    <a:pt x="7184" y="10239"/>
                  </a:cubicBezTo>
                  <a:cubicBezTo>
                    <a:pt x="7143" y="10183"/>
                    <a:pt x="7101" y="10099"/>
                    <a:pt x="7045" y="10099"/>
                  </a:cubicBezTo>
                  <a:cubicBezTo>
                    <a:pt x="6975" y="10099"/>
                    <a:pt x="6975" y="10211"/>
                    <a:pt x="6961" y="10253"/>
                  </a:cubicBezTo>
                  <a:cubicBezTo>
                    <a:pt x="6864" y="10532"/>
                    <a:pt x="6654" y="10657"/>
                    <a:pt x="6375" y="10713"/>
                  </a:cubicBezTo>
                  <a:cubicBezTo>
                    <a:pt x="6334" y="10713"/>
                    <a:pt x="6278" y="10699"/>
                    <a:pt x="6250" y="10657"/>
                  </a:cubicBezTo>
                  <a:cubicBezTo>
                    <a:pt x="6208" y="10630"/>
                    <a:pt x="6194" y="10588"/>
                    <a:pt x="6166" y="10532"/>
                  </a:cubicBezTo>
                  <a:cubicBezTo>
                    <a:pt x="6041" y="10364"/>
                    <a:pt x="5901" y="10309"/>
                    <a:pt x="5748" y="10392"/>
                  </a:cubicBezTo>
                  <a:cubicBezTo>
                    <a:pt x="5483" y="10560"/>
                    <a:pt x="5190" y="10713"/>
                    <a:pt x="5092" y="11048"/>
                  </a:cubicBezTo>
                  <a:cubicBezTo>
                    <a:pt x="5078" y="11076"/>
                    <a:pt x="5050" y="11132"/>
                    <a:pt x="5008" y="11146"/>
                  </a:cubicBezTo>
                  <a:cubicBezTo>
                    <a:pt x="4590" y="11369"/>
                    <a:pt x="4297" y="11773"/>
                    <a:pt x="3906" y="12052"/>
                  </a:cubicBezTo>
                  <a:cubicBezTo>
                    <a:pt x="3655" y="12248"/>
                    <a:pt x="3558" y="12513"/>
                    <a:pt x="3655" y="12806"/>
                  </a:cubicBezTo>
                  <a:cubicBezTo>
                    <a:pt x="3683" y="12931"/>
                    <a:pt x="3697" y="13029"/>
                    <a:pt x="3739" y="13154"/>
                  </a:cubicBezTo>
                  <a:cubicBezTo>
                    <a:pt x="3767" y="13280"/>
                    <a:pt x="3753" y="13391"/>
                    <a:pt x="3669" y="13489"/>
                  </a:cubicBezTo>
                  <a:cubicBezTo>
                    <a:pt x="3446" y="13698"/>
                    <a:pt x="3446" y="13935"/>
                    <a:pt x="3516" y="14214"/>
                  </a:cubicBezTo>
                  <a:cubicBezTo>
                    <a:pt x="3558" y="14368"/>
                    <a:pt x="3586" y="14549"/>
                    <a:pt x="3628" y="14703"/>
                  </a:cubicBezTo>
                  <a:cubicBezTo>
                    <a:pt x="3669" y="14814"/>
                    <a:pt x="3739" y="14856"/>
                    <a:pt x="3823" y="14898"/>
                  </a:cubicBezTo>
                  <a:cubicBezTo>
                    <a:pt x="3906" y="14926"/>
                    <a:pt x="4018" y="14954"/>
                    <a:pt x="4102" y="14926"/>
                  </a:cubicBezTo>
                  <a:cubicBezTo>
                    <a:pt x="4283" y="14898"/>
                    <a:pt x="4464" y="14842"/>
                    <a:pt x="4660" y="14856"/>
                  </a:cubicBezTo>
                  <a:lnTo>
                    <a:pt x="4660" y="14842"/>
                  </a:lnTo>
                  <a:cubicBezTo>
                    <a:pt x="4660" y="14828"/>
                    <a:pt x="4674" y="14814"/>
                    <a:pt x="4674" y="14786"/>
                  </a:cubicBezTo>
                  <a:lnTo>
                    <a:pt x="4674" y="14647"/>
                  </a:lnTo>
                  <a:cubicBezTo>
                    <a:pt x="4674" y="14633"/>
                    <a:pt x="4674" y="14605"/>
                    <a:pt x="4702" y="14577"/>
                  </a:cubicBezTo>
                  <a:cubicBezTo>
                    <a:pt x="4743" y="14549"/>
                    <a:pt x="4771" y="14577"/>
                    <a:pt x="4729" y="14647"/>
                  </a:cubicBezTo>
                  <a:cubicBezTo>
                    <a:pt x="4716" y="14703"/>
                    <a:pt x="4702" y="14758"/>
                    <a:pt x="4660" y="14814"/>
                  </a:cubicBezTo>
                  <a:lnTo>
                    <a:pt x="4660" y="14884"/>
                  </a:lnTo>
                  <a:lnTo>
                    <a:pt x="4646" y="14884"/>
                  </a:lnTo>
                  <a:cubicBezTo>
                    <a:pt x="4632" y="14981"/>
                    <a:pt x="4590" y="15107"/>
                    <a:pt x="4590" y="15205"/>
                  </a:cubicBezTo>
                  <a:cubicBezTo>
                    <a:pt x="4590" y="15400"/>
                    <a:pt x="4506" y="15525"/>
                    <a:pt x="4367" y="15651"/>
                  </a:cubicBezTo>
                  <a:cubicBezTo>
                    <a:pt x="4255" y="15735"/>
                    <a:pt x="4255" y="15860"/>
                    <a:pt x="4311" y="15972"/>
                  </a:cubicBezTo>
                  <a:cubicBezTo>
                    <a:pt x="4367" y="16083"/>
                    <a:pt x="4325" y="16167"/>
                    <a:pt x="4297" y="16251"/>
                  </a:cubicBezTo>
                  <a:cubicBezTo>
                    <a:pt x="4255" y="16321"/>
                    <a:pt x="4227" y="16376"/>
                    <a:pt x="4172" y="16432"/>
                  </a:cubicBezTo>
                  <a:cubicBezTo>
                    <a:pt x="4116" y="16516"/>
                    <a:pt x="4144" y="16572"/>
                    <a:pt x="4213" y="16586"/>
                  </a:cubicBezTo>
                  <a:cubicBezTo>
                    <a:pt x="4423" y="16655"/>
                    <a:pt x="4632" y="16711"/>
                    <a:pt x="4771" y="16446"/>
                  </a:cubicBezTo>
                  <a:cubicBezTo>
                    <a:pt x="4785" y="16432"/>
                    <a:pt x="4813" y="16418"/>
                    <a:pt x="4841" y="16418"/>
                  </a:cubicBezTo>
                  <a:cubicBezTo>
                    <a:pt x="5008" y="16586"/>
                    <a:pt x="5273" y="16711"/>
                    <a:pt x="5343" y="17004"/>
                  </a:cubicBezTo>
                  <a:cubicBezTo>
                    <a:pt x="5357" y="17074"/>
                    <a:pt x="5441" y="17088"/>
                    <a:pt x="5497" y="17018"/>
                  </a:cubicBezTo>
                  <a:cubicBezTo>
                    <a:pt x="5511" y="17004"/>
                    <a:pt x="5511" y="16990"/>
                    <a:pt x="5538" y="16976"/>
                  </a:cubicBezTo>
                  <a:cubicBezTo>
                    <a:pt x="5650" y="16837"/>
                    <a:pt x="5650" y="16837"/>
                    <a:pt x="5859" y="16920"/>
                  </a:cubicBezTo>
                  <a:cubicBezTo>
                    <a:pt x="5929" y="16934"/>
                    <a:pt x="5999" y="16948"/>
                    <a:pt x="6069" y="16948"/>
                  </a:cubicBezTo>
                  <a:cubicBezTo>
                    <a:pt x="6138" y="16948"/>
                    <a:pt x="6208" y="16920"/>
                    <a:pt x="6278" y="16920"/>
                  </a:cubicBezTo>
                  <a:cubicBezTo>
                    <a:pt x="6306" y="16920"/>
                    <a:pt x="6334" y="16920"/>
                    <a:pt x="6347" y="16934"/>
                  </a:cubicBezTo>
                  <a:cubicBezTo>
                    <a:pt x="6389" y="16976"/>
                    <a:pt x="6389" y="17004"/>
                    <a:pt x="6334" y="17046"/>
                  </a:cubicBezTo>
                  <a:cubicBezTo>
                    <a:pt x="6124" y="17185"/>
                    <a:pt x="6027" y="17367"/>
                    <a:pt x="5901" y="17604"/>
                  </a:cubicBezTo>
                  <a:cubicBezTo>
                    <a:pt x="5636" y="18092"/>
                    <a:pt x="5329" y="18538"/>
                    <a:pt x="4799" y="18803"/>
                  </a:cubicBezTo>
                  <a:cubicBezTo>
                    <a:pt x="4632" y="18887"/>
                    <a:pt x="4492" y="19013"/>
                    <a:pt x="4311" y="19096"/>
                  </a:cubicBezTo>
                  <a:cubicBezTo>
                    <a:pt x="4032" y="19222"/>
                    <a:pt x="3767" y="19389"/>
                    <a:pt x="3488" y="19529"/>
                  </a:cubicBezTo>
                  <a:cubicBezTo>
                    <a:pt x="3321" y="19626"/>
                    <a:pt x="3181" y="19738"/>
                    <a:pt x="3056" y="19905"/>
                  </a:cubicBezTo>
                  <a:cubicBezTo>
                    <a:pt x="2986" y="19989"/>
                    <a:pt x="2902" y="20003"/>
                    <a:pt x="2818" y="19975"/>
                  </a:cubicBezTo>
                  <a:cubicBezTo>
                    <a:pt x="2581" y="19905"/>
                    <a:pt x="2372" y="19947"/>
                    <a:pt x="2205" y="20073"/>
                  </a:cubicBezTo>
                  <a:cubicBezTo>
                    <a:pt x="2051" y="20184"/>
                    <a:pt x="1884" y="20282"/>
                    <a:pt x="1731" y="20407"/>
                  </a:cubicBezTo>
                  <a:cubicBezTo>
                    <a:pt x="1493" y="20617"/>
                    <a:pt x="1214" y="20756"/>
                    <a:pt x="894" y="20770"/>
                  </a:cubicBezTo>
                  <a:cubicBezTo>
                    <a:pt x="768" y="20770"/>
                    <a:pt x="656" y="20812"/>
                    <a:pt x="531" y="20812"/>
                  </a:cubicBezTo>
                  <a:cubicBezTo>
                    <a:pt x="280" y="20826"/>
                    <a:pt x="168" y="20993"/>
                    <a:pt x="29" y="21175"/>
                  </a:cubicBezTo>
                  <a:cubicBezTo>
                    <a:pt x="1" y="21189"/>
                    <a:pt x="1" y="21258"/>
                    <a:pt x="43" y="21300"/>
                  </a:cubicBezTo>
                  <a:cubicBezTo>
                    <a:pt x="57" y="21328"/>
                    <a:pt x="112" y="21370"/>
                    <a:pt x="168" y="21370"/>
                  </a:cubicBezTo>
                  <a:cubicBezTo>
                    <a:pt x="238" y="21370"/>
                    <a:pt x="308" y="21370"/>
                    <a:pt x="377" y="21328"/>
                  </a:cubicBezTo>
                  <a:cubicBezTo>
                    <a:pt x="517" y="21258"/>
                    <a:pt x="656" y="21314"/>
                    <a:pt x="796" y="21300"/>
                  </a:cubicBezTo>
                  <a:cubicBezTo>
                    <a:pt x="880" y="21272"/>
                    <a:pt x="1005" y="21258"/>
                    <a:pt x="1047" y="21189"/>
                  </a:cubicBezTo>
                  <a:cubicBezTo>
                    <a:pt x="1214" y="21021"/>
                    <a:pt x="1396" y="20965"/>
                    <a:pt x="1633" y="20951"/>
                  </a:cubicBezTo>
                  <a:cubicBezTo>
                    <a:pt x="1940" y="20924"/>
                    <a:pt x="2163" y="20784"/>
                    <a:pt x="2302" y="20505"/>
                  </a:cubicBezTo>
                  <a:cubicBezTo>
                    <a:pt x="2302" y="20505"/>
                    <a:pt x="2302" y="20491"/>
                    <a:pt x="2288" y="20491"/>
                  </a:cubicBezTo>
                  <a:lnTo>
                    <a:pt x="2330" y="20477"/>
                  </a:lnTo>
                  <a:lnTo>
                    <a:pt x="2302" y="20491"/>
                  </a:lnTo>
                  <a:lnTo>
                    <a:pt x="2302" y="20491"/>
                  </a:lnTo>
                  <a:cubicBezTo>
                    <a:pt x="2358" y="20575"/>
                    <a:pt x="2428" y="20686"/>
                    <a:pt x="2484" y="20770"/>
                  </a:cubicBezTo>
                  <a:cubicBezTo>
                    <a:pt x="2540" y="20840"/>
                    <a:pt x="2540" y="20840"/>
                    <a:pt x="2609" y="20700"/>
                  </a:cubicBezTo>
                  <a:cubicBezTo>
                    <a:pt x="2623" y="20673"/>
                    <a:pt x="2637" y="20603"/>
                    <a:pt x="2679" y="20575"/>
                  </a:cubicBezTo>
                  <a:cubicBezTo>
                    <a:pt x="2888" y="20547"/>
                    <a:pt x="3070" y="20435"/>
                    <a:pt x="3307" y="20463"/>
                  </a:cubicBezTo>
                  <a:cubicBezTo>
                    <a:pt x="3390" y="20477"/>
                    <a:pt x="3474" y="20505"/>
                    <a:pt x="3558" y="20435"/>
                  </a:cubicBezTo>
                  <a:cubicBezTo>
                    <a:pt x="3669" y="20338"/>
                    <a:pt x="3809" y="20296"/>
                    <a:pt x="3948" y="20254"/>
                  </a:cubicBezTo>
                  <a:cubicBezTo>
                    <a:pt x="4158" y="20142"/>
                    <a:pt x="4423" y="20115"/>
                    <a:pt x="4506" y="19850"/>
                  </a:cubicBezTo>
                  <a:cubicBezTo>
                    <a:pt x="4660" y="19738"/>
                    <a:pt x="4813" y="19640"/>
                    <a:pt x="4994" y="19571"/>
                  </a:cubicBezTo>
                  <a:cubicBezTo>
                    <a:pt x="5050" y="19557"/>
                    <a:pt x="5134" y="19571"/>
                    <a:pt x="5204" y="19585"/>
                  </a:cubicBezTo>
                  <a:cubicBezTo>
                    <a:pt x="5246" y="19529"/>
                    <a:pt x="5273" y="19445"/>
                    <a:pt x="5301" y="19431"/>
                  </a:cubicBezTo>
                  <a:cubicBezTo>
                    <a:pt x="5483" y="19389"/>
                    <a:pt x="5608" y="19292"/>
                    <a:pt x="5762" y="19222"/>
                  </a:cubicBezTo>
                  <a:cubicBezTo>
                    <a:pt x="5929" y="19152"/>
                    <a:pt x="6041" y="19068"/>
                    <a:pt x="6110" y="18887"/>
                  </a:cubicBezTo>
                  <a:cubicBezTo>
                    <a:pt x="6124" y="18831"/>
                    <a:pt x="6194" y="18762"/>
                    <a:pt x="6250" y="18734"/>
                  </a:cubicBezTo>
                  <a:cubicBezTo>
                    <a:pt x="6585" y="18524"/>
                    <a:pt x="6891" y="18315"/>
                    <a:pt x="7282" y="18232"/>
                  </a:cubicBezTo>
                  <a:cubicBezTo>
                    <a:pt x="7561" y="18162"/>
                    <a:pt x="7742" y="18036"/>
                    <a:pt x="7910" y="17813"/>
                  </a:cubicBezTo>
                  <a:cubicBezTo>
                    <a:pt x="7979" y="17715"/>
                    <a:pt x="8091" y="17674"/>
                    <a:pt x="8189" y="17604"/>
                  </a:cubicBezTo>
                  <a:cubicBezTo>
                    <a:pt x="8272" y="17548"/>
                    <a:pt x="8356" y="17506"/>
                    <a:pt x="8426" y="17464"/>
                  </a:cubicBezTo>
                  <a:cubicBezTo>
                    <a:pt x="8565" y="17367"/>
                    <a:pt x="8607" y="17227"/>
                    <a:pt x="8537" y="17088"/>
                  </a:cubicBezTo>
                  <a:cubicBezTo>
                    <a:pt x="8496" y="17018"/>
                    <a:pt x="8468" y="16976"/>
                    <a:pt x="8426" y="16906"/>
                  </a:cubicBezTo>
                  <a:cubicBezTo>
                    <a:pt x="8370" y="16795"/>
                    <a:pt x="8398" y="16725"/>
                    <a:pt x="8468" y="16641"/>
                  </a:cubicBezTo>
                  <a:cubicBezTo>
                    <a:pt x="8607" y="16488"/>
                    <a:pt x="8775" y="16418"/>
                    <a:pt x="8984" y="16460"/>
                  </a:cubicBezTo>
                  <a:cubicBezTo>
                    <a:pt x="9109" y="16502"/>
                    <a:pt x="9207" y="16460"/>
                    <a:pt x="9319" y="16376"/>
                  </a:cubicBezTo>
                  <a:cubicBezTo>
                    <a:pt x="9458" y="16251"/>
                    <a:pt x="9625" y="16167"/>
                    <a:pt x="9667" y="15944"/>
                  </a:cubicBezTo>
                  <a:cubicBezTo>
                    <a:pt x="9695" y="15818"/>
                    <a:pt x="9807" y="15749"/>
                    <a:pt x="9946" y="15749"/>
                  </a:cubicBezTo>
                  <a:cubicBezTo>
                    <a:pt x="10044" y="15735"/>
                    <a:pt x="10142" y="15721"/>
                    <a:pt x="10183" y="15623"/>
                  </a:cubicBezTo>
                  <a:cubicBezTo>
                    <a:pt x="10434" y="15191"/>
                    <a:pt x="10867" y="15051"/>
                    <a:pt x="11271" y="14856"/>
                  </a:cubicBezTo>
                  <a:cubicBezTo>
                    <a:pt x="11411" y="14786"/>
                    <a:pt x="11564" y="14912"/>
                    <a:pt x="11564" y="15065"/>
                  </a:cubicBezTo>
                  <a:lnTo>
                    <a:pt x="11564" y="15274"/>
                  </a:lnTo>
                  <a:cubicBezTo>
                    <a:pt x="11564" y="15316"/>
                    <a:pt x="11481" y="15344"/>
                    <a:pt x="11467" y="15344"/>
                  </a:cubicBezTo>
                  <a:cubicBezTo>
                    <a:pt x="11188" y="15191"/>
                    <a:pt x="10909" y="15233"/>
                    <a:pt x="10658" y="15400"/>
                  </a:cubicBezTo>
                  <a:cubicBezTo>
                    <a:pt x="10616" y="15442"/>
                    <a:pt x="10546" y="15484"/>
                    <a:pt x="10518" y="15539"/>
                  </a:cubicBezTo>
                  <a:cubicBezTo>
                    <a:pt x="10379" y="15888"/>
                    <a:pt x="10128" y="16139"/>
                    <a:pt x="9890" y="16390"/>
                  </a:cubicBezTo>
                  <a:cubicBezTo>
                    <a:pt x="9807" y="16502"/>
                    <a:pt x="9793" y="16600"/>
                    <a:pt x="9890" y="16711"/>
                  </a:cubicBezTo>
                  <a:cubicBezTo>
                    <a:pt x="9946" y="16767"/>
                    <a:pt x="9946" y="16781"/>
                    <a:pt x="9890" y="16809"/>
                  </a:cubicBezTo>
                  <a:cubicBezTo>
                    <a:pt x="9779" y="16879"/>
                    <a:pt x="9639" y="16934"/>
                    <a:pt x="9514" y="17004"/>
                  </a:cubicBezTo>
                  <a:cubicBezTo>
                    <a:pt x="9458" y="17046"/>
                    <a:pt x="9430" y="17144"/>
                    <a:pt x="9472" y="17199"/>
                  </a:cubicBezTo>
                  <a:cubicBezTo>
                    <a:pt x="9514" y="17255"/>
                    <a:pt x="9584" y="17325"/>
                    <a:pt x="9639" y="17325"/>
                  </a:cubicBezTo>
                  <a:cubicBezTo>
                    <a:pt x="9751" y="17325"/>
                    <a:pt x="9876" y="17297"/>
                    <a:pt x="9988" y="17227"/>
                  </a:cubicBezTo>
                  <a:cubicBezTo>
                    <a:pt x="10197" y="17116"/>
                    <a:pt x="10420" y="17018"/>
                    <a:pt x="10644" y="16976"/>
                  </a:cubicBezTo>
                  <a:cubicBezTo>
                    <a:pt x="10727" y="16934"/>
                    <a:pt x="10839" y="16920"/>
                    <a:pt x="10909" y="16865"/>
                  </a:cubicBezTo>
                  <a:cubicBezTo>
                    <a:pt x="11118" y="16767"/>
                    <a:pt x="11327" y="16641"/>
                    <a:pt x="11592" y="16697"/>
                  </a:cubicBezTo>
                  <a:cubicBezTo>
                    <a:pt x="11634" y="16711"/>
                    <a:pt x="11732" y="16641"/>
                    <a:pt x="11774" y="16627"/>
                  </a:cubicBezTo>
                  <a:cubicBezTo>
                    <a:pt x="11885" y="16572"/>
                    <a:pt x="11969" y="16488"/>
                    <a:pt x="12039" y="16376"/>
                  </a:cubicBezTo>
                  <a:cubicBezTo>
                    <a:pt x="12108" y="16293"/>
                    <a:pt x="12192" y="16307"/>
                    <a:pt x="12262" y="16376"/>
                  </a:cubicBezTo>
                  <a:lnTo>
                    <a:pt x="12401" y="16376"/>
                  </a:lnTo>
                  <a:cubicBezTo>
                    <a:pt x="12443" y="16279"/>
                    <a:pt x="12471" y="16181"/>
                    <a:pt x="12359" y="16097"/>
                  </a:cubicBezTo>
                  <a:cubicBezTo>
                    <a:pt x="12290" y="16042"/>
                    <a:pt x="12234" y="15958"/>
                    <a:pt x="12192" y="15874"/>
                  </a:cubicBezTo>
                  <a:cubicBezTo>
                    <a:pt x="12150" y="15735"/>
                    <a:pt x="12178" y="15595"/>
                    <a:pt x="12304" y="15512"/>
                  </a:cubicBezTo>
                  <a:cubicBezTo>
                    <a:pt x="12373" y="15456"/>
                    <a:pt x="12443" y="15442"/>
                    <a:pt x="12471" y="15525"/>
                  </a:cubicBezTo>
                  <a:cubicBezTo>
                    <a:pt x="12527" y="15665"/>
                    <a:pt x="12596" y="15763"/>
                    <a:pt x="12778" y="15735"/>
                  </a:cubicBezTo>
                  <a:cubicBezTo>
                    <a:pt x="12875" y="15721"/>
                    <a:pt x="13001" y="15721"/>
                    <a:pt x="13099" y="15721"/>
                  </a:cubicBezTo>
                  <a:lnTo>
                    <a:pt x="13099" y="15693"/>
                  </a:lnTo>
                  <a:lnTo>
                    <a:pt x="13140" y="15679"/>
                  </a:lnTo>
                  <a:lnTo>
                    <a:pt x="13127" y="15721"/>
                  </a:lnTo>
                  <a:lnTo>
                    <a:pt x="13099" y="15721"/>
                  </a:lnTo>
                  <a:lnTo>
                    <a:pt x="13099" y="15930"/>
                  </a:lnTo>
                  <a:cubicBezTo>
                    <a:pt x="13154" y="16181"/>
                    <a:pt x="13266" y="16432"/>
                    <a:pt x="13559" y="16516"/>
                  </a:cubicBezTo>
                  <a:cubicBezTo>
                    <a:pt x="13726" y="16572"/>
                    <a:pt x="13824" y="16711"/>
                    <a:pt x="13908" y="16865"/>
                  </a:cubicBezTo>
                  <a:cubicBezTo>
                    <a:pt x="13936" y="16934"/>
                    <a:pt x="13936" y="17004"/>
                    <a:pt x="13977" y="17060"/>
                  </a:cubicBezTo>
                  <a:cubicBezTo>
                    <a:pt x="14033" y="17144"/>
                    <a:pt x="14089" y="17213"/>
                    <a:pt x="14201" y="17213"/>
                  </a:cubicBezTo>
                  <a:cubicBezTo>
                    <a:pt x="14284" y="17227"/>
                    <a:pt x="14396" y="17255"/>
                    <a:pt x="14480" y="17255"/>
                  </a:cubicBezTo>
                  <a:cubicBezTo>
                    <a:pt x="14703" y="17255"/>
                    <a:pt x="14898" y="17325"/>
                    <a:pt x="15079" y="17478"/>
                  </a:cubicBezTo>
                  <a:cubicBezTo>
                    <a:pt x="15121" y="17534"/>
                    <a:pt x="15191" y="17548"/>
                    <a:pt x="15247" y="17576"/>
                  </a:cubicBezTo>
                  <a:lnTo>
                    <a:pt x="15247" y="17562"/>
                  </a:lnTo>
                  <a:lnTo>
                    <a:pt x="15289" y="17548"/>
                  </a:lnTo>
                  <a:lnTo>
                    <a:pt x="15261" y="17576"/>
                  </a:lnTo>
                  <a:lnTo>
                    <a:pt x="15261" y="17576"/>
                  </a:lnTo>
                  <a:cubicBezTo>
                    <a:pt x="15303" y="17632"/>
                    <a:pt x="15330" y="17688"/>
                    <a:pt x="15386" y="17743"/>
                  </a:cubicBezTo>
                  <a:cubicBezTo>
                    <a:pt x="15540" y="17897"/>
                    <a:pt x="15721" y="18022"/>
                    <a:pt x="15958" y="17953"/>
                  </a:cubicBezTo>
                  <a:cubicBezTo>
                    <a:pt x="15986" y="17953"/>
                    <a:pt x="16014" y="17953"/>
                    <a:pt x="16028" y="17966"/>
                  </a:cubicBezTo>
                  <a:cubicBezTo>
                    <a:pt x="16084" y="17980"/>
                    <a:pt x="16125" y="18036"/>
                    <a:pt x="16084" y="18064"/>
                  </a:cubicBezTo>
                  <a:cubicBezTo>
                    <a:pt x="15930" y="18232"/>
                    <a:pt x="15944" y="18343"/>
                    <a:pt x="16084" y="18510"/>
                  </a:cubicBezTo>
                  <a:cubicBezTo>
                    <a:pt x="16153" y="18580"/>
                    <a:pt x="16195" y="18664"/>
                    <a:pt x="16279" y="18720"/>
                  </a:cubicBezTo>
                  <a:cubicBezTo>
                    <a:pt x="16377" y="18789"/>
                    <a:pt x="16474" y="18817"/>
                    <a:pt x="16474" y="18971"/>
                  </a:cubicBezTo>
                  <a:cubicBezTo>
                    <a:pt x="16474" y="19068"/>
                    <a:pt x="16488" y="19166"/>
                    <a:pt x="16502" y="19250"/>
                  </a:cubicBezTo>
                  <a:cubicBezTo>
                    <a:pt x="16530" y="19487"/>
                    <a:pt x="16642" y="19668"/>
                    <a:pt x="16781" y="19836"/>
                  </a:cubicBezTo>
                  <a:cubicBezTo>
                    <a:pt x="16865" y="19919"/>
                    <a:pt x="16976" y="19975"/>
                    <a:pt x="17102" y="19947"/>
                  </a:cubicBezTo>
                  <a:cubicBezTo>
                    <a:pt x="17200" y="19933"/>
                    <a:pt x="17269" y="19850"/>
                    <a:pt x="17255" y="19766"/>
                  </a:cubicBezTo>
                  <a:lnTo>
                    <a:pt x="17200" y="19557"/>
                  </a:lnTo>
                  <a:lnTo>
                    <a:pt x="17200" y="19487"/>
                  </a:lnTo>
                  <a:cubicBezTo>
                    <a:pt x="17227" y="19431"/>
                    <a:pt x="17269" y="19445"/>
                    <a:pt x="17283" y="19515"/>
                  </a:cubicBezTo>
                  <a:cubicBezTo>
                    <a:pt x="17325" y="19598"/>
                    <a:pt x="17381" y="19696"/>
                    <a:pt x="17395" y="19780"/>
                  </a:cubicBezTo>
                  <a:cubicBezTo>
                    <a:pt x="17395" y="19933"/>
                    <a:pt x="17492" y="20045"/>
                    <a:pt x="17576" y="20142"/>
                  </a:cubicBezTo>
                  <a:cubicBezTo>
                    <a:pt x="17604" y="20156"/>
                    <a:pt x="17604" y="20198"/>
                    <a:pt x="17604" y="20212"/>
                  </a:cubicBezTo>
                  <a:cubicBezTo>
                    <a:pt x="17562" y="20268"/>
                    <a:pt x="17534" y="20268"/>
                    <a:pt x="17478" y="20226"/>
                  </a:cubicBezTo>
                  <a:cubicBezTo>
                    <a:pt x="17451" y="20212"/>
                    <a:pt x="17395" y="20184"/>
                    <a:pt x="17353" y="20156"/>
                  </a:cubicBezTo>
                  <a:cubicBezTo>
                    <a:pt x="17200" y="20129"/>
                    <a:pt x="17060" y="20198"/>
                    <a:pt x="16990" y="20324"/>
                  </a:cubicBezTo>
                  <a:cubicBezTo>
                    <a:pt x="16934" y="20463"/>
                    <a:pt x="16893" y="20575"/>
                    <a:pt x="16907" y="20742"/>
                  </a:cubicBezTo>
                  <a:cubicBezTo>
                    <a:pt x="16934" y="20882"/>
                    <a:pt x="16962" y="21021"/>
                    <a:pt x="16976" y="21161"/>
                  </a:cubicBezTo>
                  <a:lnTo>
                    <a:pt x="16962" y="21133"/>
                  </a:lnTo>
                  <a:lnTo>
                    <a:pt x="16962" y="21175"/>
                  </a:lnTo>
                  <a:lnTo>
                    <a:pt x="16976" y="21147"/>
                  </a:lnTo>
                  <a:cubicBezTo>
                    <a:pt x="17060" y="21258"/>
                    <a:pt x="17116" y="21384"/>
                    <a:pt x="17060" y="21537"/>
                  </a:cubicBezTo>
                  <a:cubicBezTo>
                    <a:pt x="16976" y="21761"/>
                    <a:pt x="16962" y="22012"/>
                    <a:pt x="16990" y="22235"/>
                  </a:cubicBezTo>
                  <a:cubicBezTo>
                    <a:pt x="16990" y="22249"/>
                    <a:pt x="17032" y="22291"/>
                    <a:pt x="17032" y="22291"/>
                  </a:cubicBezTo>
                  <a:cubicBezTo>
                    <a:pt x="17060" y="22291"/>
                    <a:pt x="17130" y="22263"/>
                    <a:pt x="17144" y="22249"/>
                  </a:cubicBezTo>
                  <a:cubicBezTo>
                    <a:pt x="17227" y="22095"/>
                    <a:pt x="17311" y="21942"/>
                    <a:pt x="17395" y="21788"/>
                  </a:cubicBezTo>
                  <a:lnTo>
                    <a:pt x="17395" y="21719"/>
                  </a:lnTo>
                  <a:lnTo>
                    <a:pt x="17423" y="21719"/>
                  </a:lnTo>
                  <a:cubicBezTo>
                    <a:pt x="17492" y="21621"/>
                    <a:pt x="17576" y="21593"/>
                    <a:pt x="17702" y="21607"/>
                  </a:cubicBezTo>
                  <a:lnTo>
                    <a:pt x="17716" y="21593"/>
                  </a:lnTo>
                  <a:lnTo>
                    <a:pt x="17744" y="21593"/>
                  </a:lnTo>
                  <a:cubicBezTo>
                    <a:pt x="17744" y="21565"/>
                    <a:pt x="17744" y="21551"/>
                    <a:pt x="17757" y="21537"/>
                  </a:cubicBezTo>
                  <a:cubicBezTo>
                    <a:pt x="17953" y="21272"/>
                    <a:pt x="18134" y="21007"/>
                    <a:pt x="18260" y="20700"/>
                  </a:cubicBezTo>
                  <a:cubicBezTo>
                    <a:pt x="18260" y="20686"/>
                    <a:pt x="18329" y="20686"/>
                    <a:pt x="18371" y="20686"/>
                  </a:cubicBezTo>
                  <a:cubicBezTo>
                    <a:pt x="18385" y="20686"/>
                    <a:pt x="18399" y="20714"/>
                    <a:pt x="18399" y="20728"/>
                  </a:cubicBezTo>
                  <a:cubicBezTo>
                    <a:pt x="18399" y="20798"/>
                    <a:pt x="18399" y="20868"/>
                    <a:pt x="18385" y="20938"/>
                  </a:cubicBezTo>
                  <a:cubicBezTo>
                    <a:pt x="18329" y="21105"/>
                    <a:pt x="18274" y="21258"/>
                    <a:pt x="18204" y="21398"/>
                  </a:cubicBezTo>
                  <a:cubicBezTo>
                    <a:pt x="18162" y="21523"/>
                    <a:pt x="18232" y="21607"/>
                    <a:pt x="18274" y="21691"/>
                  </a:cubicBezTo>
                  <a:lnTo>
                    <a:pt x="18315" y="21691"/>
                  </a:lnTo>
                  <a:lnTo>
                    <a:pt x="18315" y="21747"/>
                  </a:lnTo>
                  <a:cubicBezTo>
                    <a:pt x="18371" y="21816"/>
                    <a:pt x="18399" y="21900"/>
                    <a:pt x="18413" y="21984"/>
                  </a:cubicBezTo>
                  <a:lnTo>
                    <a:pt x="18441" y="22012"/>
                  </a:lnTo>
                  <a:lnTo>
                    <a:pt x="18455" y="22039"/>
                  </a:lnTo>
                  <a:lnTo>
                    <a:pt x="18413" y="22026"/>
                  </a:lnTo>
                  <a:lnTo>
                    <a:pt x="18413" y="21984"/>
                  </a:lnTo>
                  <a:cubicBezTo>
                    <a:pt x="18329" y="21942"/>
                    <a:pt x="18315" y="21830"/>
                    <a:pt x="18315" y="21747"/>
                  </a:cubicBezTo>
                  <a:cubicBezTo>
                    <a:pt x="18315" y="21733"/>
                    <a:pt x="18301" y="21733"/>
                    <a:pt x="18301" y="21705"/>
                  </a:cubicBezTo>
                  <a:cubicBezTo>
                    <a:pt x="18301" y="21705"/>
                    <a:pt x="18301" y="21691"/>
                    <a:pt x="18274" y="21691"/>
                  </a:cubicBezTo>
                  <a:cubicBezTo>
                    <a:pt x="18190" y="21677"/>
                    <a:pt x="18120" y="21677"/>
                    <a:pt x="18050" y="21635"/>
                  </a:cubicBezTo>
                  <a:cubicBezTo>
                    <a:pt x="17953" y="21593"/>
                    <a:pt x="17841" y="21593"/>
                    <a:pt x="17744" y="21593"/>
                  </a:cubicBezTo>
                  <a:lnTo>
                    <a:pt x="17744" y="21607"/>
                  </a:lnTo>
                  <a:lnTo>
                    <a:pt x="17702" y="21607"/>
                  </a:lnTo>
                  <a:cubicBezTo>
                    <a:pt x="17632" y="21705"/>
                    <a:pt x="17548" y="21733"/>
                    <a:pt x="17423" y="21705"/>
                  </a:cubicBezTo>
                  <a:lnTo>
                    <a:pt x="17409" y="21733"/>
                  </a:lnTo>
                  <a:cubicBezTo>
                    <a:pt x="17409" y="21747"/>
                    <a:pt x="17395" y="21761"/>
                    <a:pt x="17395" y="21788"/>
                  </a:cubicBezTo>
                  <a:cubicBezTo>
                    <a:pt x="17367" y="21984"/>
                    <a:pt x="17409" y="22193"/>
                    <a:pt x="17297" y="22388"/>
                  </a:cubicBezTo>
                  <a:cubicBezTo>
                    <a:pt x="17269" y="22458"/>
                    <a:pt x="17339" y="22570"/>
                    <a:pt x="17437" y="22597"/>
                  </a:cubicBezTo>
                  <a:cubicBezTo>
                    <a:pt x="17478" y="22625"/>
                    <a:pt x="17506" y="22625"/>
                    <a:pt x="17562" y="22625"/>
                  </a:cubicBezTo>
                  <a:lnTo>
                    <a:pt x="17562" y="22597"/>
                  </a:lnTo>
                  <a:lnTo>
                    <a:pt x="17604" y="22570"/>
                  </a:lnTo>
                  <a:cubicBezTo>
                    <a:pt x="17618" y="22528"/>
                    <a:pt x="17618" y="22500"/>
                    <a:pt x="17632" y="22458"/>
                  </a:cubicBezTo>
                  <a:cubicBezTo>
                    <a:pt x="17632" y="22486"/>
                    <a:pt x="17646" y="22500"/>
                    <a:pt x="17646" y="22514"/>
                  </a:cubicBezTo>
                  <a:lnTo>
                    <a:pt x="17604" y="22570"/>
                  </a:lnTo>
                  <a:cubicBezTo>
                    <a:pt x="17604" y="22583"/>
                    <a:pt x="17576" y="22597"/>
                    <a:pt x="17576" y="22625"/>
                  </a:cubicBezTo>
                  <a:lnTo>
                    <a:pt x="17562" y="22625"/>
                  </a:lnTo>
                  <a:cubicBezTo>
                    <a:pt x="17548" y="22681"/>
                    <a:pt x="17534" y="22765"/>
                    <a:pt x="17548" y="22807"/>
                  </a:cubicBezTo>
                  <a:cubicBezTo>
                    <a:pt x="17618" y="22918"/>
                    <a:pt x="17674" y="23002"/>
                    <a:pt x="17618" y="23141"/>
                  </a:cubicBezTo>
                  <a:cubicBezTo>
                    <a:pt x="17576" y="23225"/>
                    <a:pt x="17562" y="23323"/>
                    <a:pt x="17548" y="23420"/>
                  </a:cubicBezTo>
                  <a:cubicBezTo>
                    <a:pt x="17534" y="23490"/>
                    <a:pt x="17506" y="23574"/>
                    <a:pt x="17548" y="23630"/>
                  </a:cubicBezTo>
                  <a:cubicBezTo>
                    <a:pt x="17674" y="23783"/>
                    <a:pt x="17632" y="23992"/>
                    <a:pt x="17716" y="24174"/>
                  </a:cubicBezTo>
                  <a:cubicBezTo>
                    <a:pt x="17744" y="24202"/>
                    <a:pt x="17785" y="24229"/>
                    <a:pt x="17827" y="24229"/>
                  </a:cubicBezTo>
                  <a:cubicBezTo>
                    <a:pt x="17855" y="24229"/>
                    <a:pt x="17925" y="24188"/>
                    <a:pt x="17925" y="24160"/>
                  </a:cubicBezTo>
                  <a:cubicBezTo>
                    <a:pt x="18022" y="23950"/>
                    <a:pt x="18134" y="23741"/>
                    <a:pt x="18134" y="23490"/>
                  </a:cubicBezTo>
                  <a:lnTo>
                    <a:pt x="18120" y="23490"/>
                  </a:lnTo>
                  <a:lnTo>
                    <a:pt x="18120" y="23462"/>
                  </a:lnTo>
                  <a:cubicBezTo>
                    <a:pt x="18106" y="23434"/>
                    <a:pt x="18092" y="23434"/>
                    <a:pt x="18092" y="23420"/>
                  </a:cubicBezTo>
                  <a:cubicBezTo>
                    <a:pt x="18106" y="23420"/>
                    <a:pt x="18120" y="23420"/>
                    <a:pt x="18120" y="23434"/>
                  </a:cubicBezTo>
                  <a:lnTo>
                    <a:pt x="18120" y="23462"/>
                  </a:lnTo>
                  <a:lnTo>
                    <a:pt x="18134" y="23476"/>
                  </a:lnTo>
                  <a:lnTo>
                    <a:pt x="18134" y="23490"/>
                  </a:lnTo>
                  <a:lnTo>
                    <a:pt x="18274" y="23490"/>
                  </a:lnTo>
                  <a:cubicBezTo>
                    <a:pt x="18274" y="23490"/>
                    <a:pt x="18274" y="23476"/>
                    <a:pt x="18260" y="23476"/>
                  </a:cubicBezTo>
                  <a:lnTo>
                    <a:pt x="18301" y="23434"/>
                  </a:lnTo>
                  <a:cubicBezTo>
                    <a:pt x="18301" y="23462"/>
                    <a:pt x="18301" y="23476"/>
                    <a:pt x="18274" y="23490"/>
                  </a:cubicBezTo>
                  <a:lnTo>
                    <a:pt x="18274" y="23490"/>
                  </a:lnTo>
                  <a:cubicBezTo>
                    <a:pt x="18329" y="23574"/>
                    <a:pt x="18385" y="23671"/>
                    <a:pt x="18441" y="23741"/>
                  </a:cubicBezTo>
                  <a:lnTo>
                    <a:pt x="18455" y="23713"/>
                  </a:lnTo>
                  <a:lnTo>
                    <a:pt x="18455" y="23769"/>
                  </a:lnTo>
                  <a:cubicBezTo>
                    <a:pt x="18469" y="23811"/>
                    <a:pt x="18483" y="23825"/>
                    <a:pt x="18483" y="23853"/>
                  </a:cubicBezTo>
                  <a:cubicBezTo>
                    <a:pt x="18483" y="23923"/>
                    <a:pt x="18469" y="23923"/>
                    <a:pt x="18455" y="23853"/>
                  </a:cubicBezTo>
                  <a:lnTo>
                    <a:pt x="18455" y="23783"/>
                  </a:lnTo>
                  <a:lnTo>
                    <a:pt x="18455" y="23769"/>
                  </a:lnTo>
                  <a:cubicBezTo>
                    <a:pt x="18455" y="23755"/>
                    <a:pt x="18441" y="23755"/>
                    <a:pt x="18441" y="23741"/>
                  </a:cubicBezTo>
                  <a:lnTo>
                    <a:pt x="18441" y="23741"/>
                  </a:lnTo>
                  <a:cubicBezTo>
                    <a:pt x="18329" y="23811"/>
                    <a:pt x="18315" y="23909"/>
                    <a:pt x="18329" y="24020"/>
                  </a:cubicBezTo>
                  <a:cubicBezTo>
                    <a:pt x="18343" y="24118"/>
                    <a:pt x="18399" y="24188"/>
                    <a:pt x="18483" y="24243"/>
                  </a:cubicBezTo>
                  <a:cubicBezTo>
                    <a:pt x="18553" y="24271"/>
                    <a:pt x="18622" y="24271"/>
                    <a:pt x="18692" y="24299"/>
                  </a:cubicBezTo>
                  <a:cubicBezTo>
                    <a:pt x="18790" y="24313"/>
                    <a:pt x="18818" y="24383"/>
                    <a:pt x="18762" y="24439"/>
                  </a:cubicBezTo>
                  <a:cubicBezTo>
                    <a:pt x="18622" y="24578"/>
                    <a:pt x="18539" y="24732"/>
                    <a:pt x="18539" y="24941"/>
                  </a:cubicBezTo>
                  <a:cubicBezTo>
                    <a:pt x="18539" y="25024"/>
                    <a:pt x="18441" y="25024"/>
                    <a:pt x="18385" y="25038"/>
                  </a:cubicBezTo>
                  <a:cubicBezTo>
                    <a:pt x="18301" y="25094"/>
                    <a:pt x="18274" y="25136"/>
                    <a:pt x="18343" y="25206"/>
                  </a:cubicBezTo>
                  <a:cubicBezTo>
                    <a:pt x="18511" y="25373"/>
                    <a:pt x="18511" y="25457"/>
                    <a:pt x="18301" y="25555"/>
                  </a:cubicBezTo>
                  <a:cubicBezTo>
                    <a:pt x="18246" y="25568"/>
                    <a:pt x="18204" y="25582"/>
                    <a:pt x="18204" y="25638"/>
                  </a:cubicBezTo>
                  <a:cubicBezTo>
                    <a:pt x="18246" y="25806"/>
                    <a:pt x="18385" y="25917"/>
                    <a:pt x="18511" y="25875"/>
                  </a:cubicBezTo>
                  <a:cubicBezTo>
                    <a:pt x="18664" y="25834"/>
                    <a:pt x="18818" y="25736"/>
                    <a:pt x="18999" y="25764"/>
                  </a:cubicBezTo>
                  <a:cubicBezTo>
                    <a:pt x="19013" y="25764"/>
                    <a:pt x="19041" y="25778"/>
                    <a:pt x="19041" y="25792"/>
                  </a:cubicBezTo>
                  <a:cubicBezTo>
                    <a:pt x="19041" y="25834"/>
                    <a:pt x="19069" y="25875"/>
                    <a:pt x="19027" y="25917"/>
                  </a:cubicBezTo>
                  <a:cubicBezTo>
                    <a:pt x="18957" y="25987"/>
                    <a:pt x="18887" y="26043"/>
                    <a:pt x="18818" y="26112"/>
                  </a:cubicBezTo>
                  <a:cubicBezTo>
                    <a:pt x="18678" y="26224"/>
                    <a:pt x="18622" y="26391"/>
                    <a:pt x="18650" y="26559"/>
                  </a:cubicBezTo>
                  <a:cubicBezTo>
                    <a:pt x="18650" y="26601"/>
                    <a:pt x="18692" y="26629"/>
                    <a:pt x="18734" y="26670"/>
                  </a:cubicBezTo>
                  <a:lnTo>
                    <a:pt x="18734" y="26670"/>
                  </a:lnTo>
                  <a:lnTo>
                    <a:pt x="18720" y="26643"/>
                  </a:lnTo>
                  <a:lnTo>
                    <a:pt x="18748" y="26643"/>
                  </a:lnTo>
                  <a:cubicBezTo>
                    <a:pt x="18748" y="26629"/>
                    <a:pt x="18762" y="26629"/>
                    <a:pt x="18762" y="26615"/>
                  </a:cubicBezTo>
                  <a:cubicBezTo>
                    <a:pt x="18804" y="26629"/>
                    <a:pt x="18790" y="26643"/>
                    <a:pt x="18748" y="26643"/>
                  </a:cubicBezTo>
                  <a:lnTo>
                    <a:pt x="18734" y="26670"/>
                  </a:lnTo>
                  <a:cubicBezTo>
                    <a:pt x="18859" y="26782"/>
                    <a:pt x="18971" y="26908"/>
                    <a:pt x="19083" y="27047"/>
                  </a:cubicBezTo>
                  <a:cubicBezTo>
                    <a:pt x="19152" y="27117"/>
                    <a:pt x="19166" y="27200"/>
                    <a:pt x="19138" y="27298"/>
                  </a:cubicBezTo>
                  <a:cubicBezTo>
                    <a:pt x="19097" y="27368"/>
                    <a:pt x="19069" y="27452"/>
                    <a:pt x="19027" y="27521"/>
                  </a:cubicBezTo>
                  <a:lnTo>
                    <a:pt x="19013" y="27521"/>
                  </a:lnTo>
                  <a:lnTo>
                    <a:pt x="19013" y="27535"/>
                  </a:lnTo>
                  <a:lnTo>
                    <a:pt x="19027" y="27521"/>
                  </a:lnTo>
                  <a:cubicBezTo>
                    <a:pt x="19027" y="27591"/>
                    <a:pt x="18999" y="27675"/>
                    <a:pt x="19013" y="27731"/>
                  </a:cubicBezTo>
                  <a:cubicBezTo>
                    <a:pt x="19041" y="27856"/>
                    <a:pt x="19069" y="27954"/>
                    <a:pt x="18985" y="28065"/>
                  </a:cubicBezTo>
                  <a:cubicBezTo>
                    <a:pt x="18957" y="28079"/>
                    <a:pt x="18957" y="28093"/>
                    <a:pt x="18943" y="28135"/>
                  </a:cubicBezTo>
                  <a:lnTo>
                    <a:pt x="19152" y="28553"/>
                  </a:lnTo>
                  <a:cubicBezTo>
                    <a:pt x="19292" y="28595"/>
                    <a:pt x="19417" y="28693"/>
                    <a:pt x="19501" y="28805"/>
                  </a:cubicBezTo>
                  <a:cubicBezTo>
                    <a:pt x="19585" y="28930"/>
                    <a:pt x="19696" y="29000"/>
                    <a:pt x="19836" y="29056"/>
                  </a:cubicBezTo>
                  <a:cubicBezTo>
                    <a:pt x="19933" y="29084"/>
                    <a:pt x="20045" y="29153"/>
                    <a:pt x="20143" y="29209"/>
                  </a:cubicBezTo>
                  <a:cubicBezTo>
                    <a:pt x="20212" y="29251"/>
                    <a:pt x="20254" y="29321"/>
                    <a:pt x="20240" y="29390"/>
                  </a:cubicBezTo>
                  <a:cubicBezTo>
                    <a:pt x="20185" y="29530"/>
                    <a:pt x="20143" y="29669"/>
                    <a:pt x="20198" y="29809"/>
                  </a:cubicBezTo>
                  <a:cubicBezTo>
                    <a:pt x="20212" y="29851"/>
                    <a:pt x="20268" y="29907"/>
                    <a:pt x="20310" y="29962"/>
                  </a:cubicBezTo>
                  <a:lnTo>
                    <a:pt x="20338" y="29962"/>
                  </a:lnTo>
                  <a:lnTo>
                    <a:pt x="20324" y="29976"/>
                  </a:lnTo>
                  <a:lnTo>
                    <a:pt x="20310" y="29962"/>
                  </a:lnTo>
                  <a:lnTo>
                    <a:pt x="20310" y="29962"/>
                  </a:lnTo>
                  <a:cubicBezTo>
                    <a:pt x="20324" y="30004"/>
                    <a:pt x="20324" y="30060"/>
                    <a:pt x="20338" y="30102"/>
                  </a:cubicBezTo>
                  <a:cubicBezTo>
                    <a:pt x="20408" y="30116"/>
                    <a:pt x="20463" y="30116"/>
                    <a:pt x="20533" y="30130"/>
                  </a:cubicBezTo>
                  <a:cubicBezTo>
                    <a:pt x="20617" y="30158"/>
                    <a:pt x="20701" y="30185"/>
                    <a:pt x="20742" y="30311"/>
                  </a:cubicBezTo>
                  <a:cubicBezTo>
                    <a:pt x="20798" y="30464"/>
                    <a:pt x="20840" y="30618"/>
                    <a:pt x="20924" y="30785"/>
                  </a:cubicBezTo>
                  <a:cubicBezTo>
                    <a:pt x="21021" y="30939"/>
                    <a:pt x="20952" y="31064"/>
                    <a:pt x="20896" y="31176"/>
                  </a:cubicBezTo>
                  <a:cubicBezTo>
                    <a:pt x="20882" y="31218"/>
                    <a:pt x="20840" y="31273"/>
                    <a:pt x="20812" y="31287"/>
                  </a:cubicBezTo>
                  <a:cubicBezTo>
                    <a:pt x="20756" y="31315"/>
                    <a:pt x="20673" y="31371"/>
                    <a:pt x="20617" y="31371"/>
                  </a:cubicBezTo>
                  <a:cubicBezTo>
                    <a:pt x="20408" y="31301"/>
                    <a:pt x="20198" y="31287"/>
                    <a:pt x="20045" y="31134"/>
                  </a:cubicBezTo>
                  <a:lnTo>
                    <a:pt x="20059" y="31148"/>
                  </a:lnTo>
                  <a:lnTo>
                    <a:pt x="20045" y="31134"/>
                  </a:lnTo>
                  <a:cubicBezTo>
                    <a:pt x="20115" y="31148"/>
                    <a:pt x="20185" y="31148"/>
                    <a:pt x="20254" y="31162"/>
                  </a:cubicBezTo>
                  <a:cubicBezTo>
                    <a:pt x="20394" y="31162"/>
                    <a:pt x="20463" y="31078"/>
                    <a:pt x="20477" y="30953"/>
                  </a:cubicBezTo>
                  <a:cubicBezTo>
                    <a:pt x="20491" y="30674"/>
                    <a:pt x="20450" y="30409"/>
                    <a:pt x="20338" y="30158"/>
                  </a:cubicBezTo>
                  <a:cubicBezTo>
                    <a:pt x="20226" y="30102"/>
                    <a:pt x="20129" y="30046"/>
                    <a:pt x="20087" y="29920"/>
                  </a:cubicBezTo>
                  <a:cubicBezTo>
                    <a:pt x="20059" y="29809"/>
                    <a:pt x="20017" y="29697"/>
                    <a:pt x="19989" y="29572"/>
                  </a:cubicBezTo>
                  <a:cubicBezTo>
                    <a:pt x="19919" y="29321"/>
                    <a:pt x="19766" y="29153"/>
                    <a:pt x="19515" y="29084"/>
                  </a:cubicBezTo>
                  <a:cubicBezTo>
                    <a:pt x="19334" y="29042"/>
                    <a:pt x="19166" y="28930"/>
                    <a:pt x="19013" y="28805"/>
                  </a:cubicBezTo>
                  <a:cubicBezTo>
                    <a:pt x="18929" y="28735"/>
                    <a:pt x="18832" y="28651"/>
                    <a:pt x="18734" y="28581"/>
                  </a:cubicBezTo>
                  <a:cubicBezTo>
                    <a:pt x="18678" y="28553"/>
                    <a:pt x="18594" y="28553"/>
                    <a:pt x="18525" y="28526"/>
                  </a:cubicBezTo>
                  <a:cubicBezTo>
                    <a:pt x="18469" y="28512"/>
                    <a:pt x="18371" y="28595"/>
                    <a:pt x="18385" y="28651"/>
                  </a:cubicBezTo>
                  <a:cubicBezTo>
                    <a:pt x="18399" y="28791"/>
                    <a:pt x="18455" y="28930"/>
                    <a:pt x="18441" y="29070"/>
                  </a:cubicBezTo>
                  <a:cubicBezTo>
                    <a:pt x="18441" y="29139"/>
                    <a:pt x="18469" y="29209"/>
                    <a:pt x="18511" y="29265"/>
                  </a:cubicBezTo>
                  <a:cubicBezTo>
                    <a:pt x="18608" y="29404"/>
                    <a:pt x="18734" y="29502"/>
                    <a:pt x="18818" y="29641"/>
                  </a:cubicBezTo>
                  <a:cubicBezTo>
                    <a:pt x="19097" y="30060"/>
                    <a:pt x="19473" y="30409"/>
                    <a:pt x="19752" y="30827"/>
                  </a:cubicBezTo>
                  <a:cubicBezTo>
                    <a:pt x="19780" y="30883"/>
                    <a:pt x="19850" y="30939"/>
                    <a:pt x="19906" y="30967"/>
                  </a:cubicBezTo>
                  <a:lnTo>
                    <a:pt x="19892" y="30953"/>
                  </a:lnTo>
                  <a:lnTo>
                    <a:pt x="19906" y="30967"/>
                  </a:lnTo>
                  <a:cubicBezTo>
                    <a:pt x="19710" y="31036"/>
                    <a:pt x="19585" y="31176"/>
                    <a:pt x="19585" y="31413"/>
                  </a:cubicBezTo>
                  <a:cubicBezTo>
                    <a:pt x="19585" y="31720"/>
                    <a:pt x="19571" y="32041"/>
                    <a:pt x="19585" y="32348"/>
                  </a:cubicBezTo>
                  <a:cubicBezTo>
                    <a:pt x="19613" y="32752"/>
                    <a:pt x="19543" y="33101"/>
                    <a:pt x="19403" y="33463"/>
                  </a:cubicBezTo>
                  <a:cubicBezTo>
                    <a:pt x="19264" y="33854"/>
                    <a:pt x="19069" y="34217"/>
                    <a:pt x="18985" y="34621"/>
                  </a:cubicBezTo>
                  <a:cubicBezTo>
                    <a:pt x="18887" y="34984"/>
                    <a:pt x="18748" y="35346"/>
                    <a:pt x="18539" y="35667"/>
                  </a:cubicBezTo>
                  <a:cubicBezTo>
                    <a:pt x="18329" y="35960"/>
                    <a:pt x="18288" y="36267"/>
                    <a:pt x="18301" y="36616"/>
                  </a:cubicBezTo>
                  <a:cubicBezTo>
                    <a:pt x="18301" y="36686"/>
                    <a:pt x="18301" y="36755"/>
                    <a:pt x="18315" y="36825"/>
                  </a:cubicBezTo>
                  <a:cubicBezTo>
                    <a:pt x="18329" y="37216"/>
                    <a:pt x="18288" y="37592"/>
                    <a:pt x="18050" y="37927"/>
                  </a:cubicBezTo>
                  <a:cubicBezTo>
                    <a:pt x="17981" y="38039"/>
                    <a:pt x="17967" y="38150"/>
                    <a:pt x="18022" y="38276"/>
                  </a:cubicBezTo>
                  <a:cubicBezTo>
                    <a:pt x="18148" y="38527"/>
                    <a:pt x="18176" y="38764"/>
                    <a:pt x="18106" y="39043"/>
                  </a:cubicBezTo>
                  <a:cubicBezTo>
                    <a:pt x="18078" y="39154"/>
                    <a:pt x="18092" y="39294"/>
                    <a:pt x="18106" y="39392"/>
                  </a:cubicBezTo>
                  <a:cubicBezTo>
                    <a:pt x="18106" y="39461"/>
                    <a:pt x="18120" y="39531"/>
                    <a:pt x="18148" y="39601"/>
                  </a:cubicBezTo>
                  <a:cubicBezTo>
                    <a:pt x="18232" y="39796"/>
                    <a:pt x="18301" y="40005"/>
                    <a:pt x="18399" y="40201"/>
                  </a:cubicBezTo>
                  <a:cubicBezTo>
                    <a:pt x="18441" y="40242"/>
                    <a:pt x="18511" y="40298"/>
                    <a:pt x="18566" y="40340"/>
                  </a:cubicBezTo>
                  <a:cubicBezTo>
                    <a:pt x="18706" y="40424"/>
                    <a:pt x="18706" y="40424"/>
                    <a:pt x="18650" y="40521"/>
                  </a:cubicBezTo>
                  <a:cubicBezTo>
                    <a:pt x="18636" y="40591"/>
                    <a:pt x="18580" y="40647"/>
                    <a:pt x="18566" y="40717"/>
                  </a:cubicBezTo>
                  <a:cubicBezTo>
                    <a:pt x="18539" y="40786"/>
                    <a:pt x="18525" y="40856"/>
                    <a:pt x="18566" y="40926"/>
                  </a:cubicBezTo>
                  <a:cubicBezTo>
                    <a:pt x="18636" y="41135"/>
                    <a:pt x="18748" y="41316"/>
                    <a:pt x="18650" y="41540"/>
                  </a:cubicBezTo>
                  <a:cubicBezTo>
                    <a:pt x="18636" y="41595"/>
                    <a:pt x="18664" y="41679"/>
                    <a:pt x="18678" y="41749"/>
                  </a:cubicBezTo>
                  <a:cubicBezTo>
                    <a:pt x="18804" y="42014"/>
                    <a:pt x="18915" y="42265"/>
                    <a:pt x="19027" y="42530"/>
                  </a:cubicBezTo>
                  <a:cubicBezTo>
                    <a:pt x="19097" y="42669"/>
                    <a:pt x="19138" y="42795"/>
                    <a:pt x="19124" y="42948"/>
                  </a:cubicBezTo>
                  <a:cubicBezTo>
                    <a:pt x="19097" y="43130"/>
                    <a:pt x="19152" y="43200"/>
                    <a:pt x="19278" y="43227"/>
                  </a:cubicBezTo>
                  <a:cubicBezTo>
                    <a:pt x="19696" y="43297"/>
                    <a:pt x="20003" y="43562"/>
                    <a:pt x="20352" y="43771"/>
                  </a:cubicBezTo>
                  <a:cubicBezTo>
                    <a:pt x="20659" y="43939"/>
                    <a:pt x="20812" y="44190"/>
                    <a:pt x="20826" y="44525"/>
                  </a:cubicBezTo>
                  <a:cubicBezTo>
                    <a:pt x="20840" y="44776"/>
                    <a:pt x="20910" y="45041"/>
                    <a:pt x="20980" y="45292"/>
                  </a:cubicBezTo>
                  <a:cubicBezTo>
                    <a:pt x="21105" y="45724"/>
                    <a:pt x="21314" y="46143"/>
                    <a:pt x="21370" y="46589"/>
                  </a:cubicBezTo>
                  <a:cubicBezTo>
                    <a:pt x="21384" y="46729"/>
                    <a:pt x="21468" y="46854"/>
                    <a:pt x="21593" y="46966"/>
                  </a:cubicBezTo>
                  <a:cubicBezTo>
                    <a:pt x="21817" y="47147"/>
                    <a:pt x="21956" y="47398"/>
                    <a:pt x="22095" y="47663"/>
                  </a:cubicBezTo>
                  <a:cubicBezTo>
                    <a:pt x="22193" y="47803"/>
                    <a:pt x="22151" y="47942"/>
                    <a:pt x="22082" y="48054"/>
                  </a:cubicBezTo>
                  <a:cubicBezTo>
                    <a:pt x="22026" y="48165"/>
                    <a:pt x="21942" y="48179"/>
                    <a:pt x="21844" y="48165"/>
                  </a:cubicBezTo>
                  <a:cubicBezTo>
                    <a:pt x="21817" y="48165"/>
                    <a:pt x="21789" y="48165"/>
                    <a:pt x="21775" y="48179"/>
                  </a:cubicBezTo>
                  <a:cubicBezTo>
                    <a:pt x="21705" y="48193"/>
                    <a:pt x="21663" y="48305"/>
                    <a:pt x="21705" y="48361"/>
                  </a:cubicBezTo>
                  <a:cubicBezTo>
                    <a:pt x="21817" y="48584"/>
                    <a:pt x="21970" y="48751"/>
                    <a:pt x="22207" y="48863"/>
                  </a:cubicBezTo>
                  <a:cubicBezTo>
                    <a:pt x="22500" y="49002"/>
                    <a:pt x="22709" y="49225"/>
                    <a:pt x="22932" y="49435"/>
                  </a:cubicBezTo>
                  <a:cubicBezTo>
                    <a:pt x="23016" y="49518"/>
                    <a:pt x="23072" y="49644"/>
                    <a:pt x="23058" y="49769"/>
                  </a:cubicBezTo>
                  <a:cubicBezTo>
                    <a:pt x="23058" y="49895"/>
                    <a:pt x="23058" y="50006"/>
                    <a:pt x="23016" y="50118"/>
                  </a:cubicBezTo>
                  <a:cubicBezTo>
                    <a:pt x="22988" y="50271"/>
                    <a:pt x="23044" y="50383"/>
                    <a:pt x="23142" y="50495"/>
                  </a:cubicBezTo>
                  <a:cubicBezTo>
                    <a:pt x="23490" y="50843"/>
                    <a:pt x="23909" y="51150"/>
                    <a:pt x="24132" y="51611"/>
                  </a:cubicBezTo>
                  <a:cubicBezTo>
                    <a:pt x="24174" y="51680"/>
                    <a:pt x="24313" y="51708"/>
                    <a:pt x="24397" y="51638"/>
                  </a:cubicBezTo>
                  <a:cubicBezTo>
                    <a:pt x="24509" y="51541"/>
                    <a:pt x="24550" y="51429"/>
                    <a:pt x="24523" y="51318"/>
                  </a:cubicBezTo>
                  <a:cubicBezTo>
                    <a:pt x="24467" y="51150"/>
                    <a:pt x="24383" y="51011"/>
                    <a:pt x="24271" y="50885"/>
                  </a:cubicBezTo>
                  <a:cubicBezTo>
                    <a:pt x="24174" y="50774"/>
                    <a:pt x="23895" y="50271"/>
                    <a:pt x="23853" y="50132"/>
                  </a:cubicBezTo>
                  <a:cubicBezTo>
                    <a:pt x="23825" y="50006"/>
                    <a:pt x="23769" y="49909"/>
                    <a:pt x="23741" y="49783"/>
                  </a:cubicBezTo>
                  <a:cubicBezTo>
                    <a:pt x="23700" y="49588"/>
                    <a:pt x="23686" y="49407"/>
                    <a:pt x="23644" y="49211"/>
                  </a:cubicBezTo>
                  <a:cubicBezTo>
                    <a:pt x="23602" y="48988"/>
                    <a:pt x="23393" y="48877"/>
                    <a:pt x="23323" y="48667"/>
                  </a:cubicBezTo>
                  <a:cubicBezTo>
                    <a:pt x="23211" y="48361"/>
                    <a:pt x="23072" y="48040"/>
                    <a:pt x="22904" y="47761"/>
                  </a:cubicBezTo>
                  <a:cubicBezTo>
                    <a:pt x="22709" y="47468"/>
                    <a:pt x="22584" y="47119"/>
                    <a:pt x="22347" y="46840"/>
                  </a:cubicBezTo>
                  <a:cubicBezTo>
                    <a:pt x="22291" y="46784"/>
                    <a:pt x="22249" y="46715"/>
                    <a:pt x="22249" y="46645"/>
                  </a:cubicBezTo>
                  <a:cubicBezTo>
                    <a:pt x="22221" y="46296"/>
                    <a:pt x="22151" y="45933"/>
                    <a:pt x="22249" y="45585"/>
                  </a:cubicBezTo>
                  <a:cubicBezTo>
                    <a:pt x="22277" y="45529"/>
                    <a:pt x="22305" y="45501"/>
                    <a:pt x="22360" y="45515"/>
                  </a:cubicBezTo>
                  <a:cubicBezTo>
                    <a:pt x="22500" y="45571"/>
                    <a:pt x="22626" y="45641"/>
                    <a:pt x="22737" y="45682"/>
                  </a:cubicBezTo>
                  <a:cubicBezTo>
                    <a:pt x="22877" y="45752"/>
                    <a:pt x="22974" y="45850"/>
                    <a:pt x="22988" y="46003"/>
                  </a:cubicBezTo>
                  <a:cubicBezTo>
                    <a:pt x="23044" y="46310"/>
                    <a:pt x="23072" y="46617"/>
                    <a:pt x="23197" y="46910"/>
                  </a:cubicBezTo>
                  <a:cubicBezTo>
                    <a:pt x="23365" y="47356"/>
                    <a:pt x="23616" y="47775"/>
                    <a:pt x="23909" y="48151"/>
                  </a:cubicBezTo>
                  <a:cubicBezTo>
                    <a:pt x="23965" y="48221"/>
                    <a:pt x="24062" y="48291"/>
                    <a:pt x="24090" y="48374"/>
                  </a:cubicBezTo>
                  <a:cubicBezTo>
                    <a:pt x="24132" y="48598"/>
                    <a:pt x="24299" y="48737"/>
                    <a:pt x="24453" y="48877"/>
                  </a:cubicBezTo>
                  <a:cubicBezTo>
                    <a:pt x="24550" y="48960"/>
                    <a:pt x="24676" y="49058"/>
                    <a:pt x="24788" y="49156"/>
                  </a:cubicBezTo>
                  <a:cubicBezTo>
                    <a:pt x="24829" y="49211"/>
                    <a:pt x="24857" y="49281"/>
                    <a:pt x="24802" y="49351"/>
                  </a:cubicBezTo>
                  <a:cubicBezTo>
                    <a:pt x="24760" y="49379"/>
                    <a:pt x="24746" y="49435"/>
                    <a:pt x="24732" y="49476"/>
                  </a:cubicBezTo>
                  <a:cubicBezTo>
                    <a:pt x="24662" y="49574"/>
                    <a:pt x="24676" y="49714"/>
                    <a:pt x="24788" y="49797"/>
                  </a:cubicBezTo>
                  <a:cubicBezTo>
                    <a:pt x="24927" y="49909"/>
                    <a:pt x="25039" y="50006"/>
                    <a:pt x="25206" y="50076"/>
                  </a:cubicBezTo>
                  <a:cubicBezTo>
                    <a:pt x="25373" y="50174"/>
                    <a:pt x="25457" y="50271"/>
                    <a:pt x="25485" y="50467"/>
                  </a:cubicBezTo>
                  <a:cubicBezTo>
                    <a:pt x="25485" y="50550"/>
                    <a:pt x="25569" y="50620"/>
                    <a:pt x="25638" y="50690"/>
                  </a:cubicBezTo>
                  <a:cubicBezTo>
                    <a:pt x="26364" y="51457"/>
                    <a:pt x="26573" y="51862"/>
                    <a:pt x="26810" y="52712"/>
                  </a:cubicBezTo>
                  <a:cubicBezTo>
                    <a:pt x="26824" y="52782"/>
                    <a:pt x="26824" y="52852"/>
                    <a:pt x="26810" y="52922"/>
                  </a:cubicBezTo>
                  <a:cubicBezTo>
                    <a:pt x="26768" y="53005"/>
                    <a:pt x="26740" y="53117"/>
                    <a:pt x="26685" y="53187"/>
                  </a:cubicBezTo>
                  <a:cubicBezTo>
                    <a:pt x="26503" y="53410"/>
                    <a:pt x="26573" y="53633"/>
                    <a:pt x="26699" y="53842"/>
                  </a:cubicBezTo>
                  <a:cubicBezTo>
                    <a:pt x="26810" y="54038"/>
                    <a:pt x="26950" y="54219"/>
                    <a:pt x="27159" y="54289"/>
                  </a:cubicBezTo>
                  <a:cubicBezTo>
                    <a:pt x="27368" y="54358"/>
                    <a:pt x="27535" y="54498"/>
                    <a:pt x="27661" y="54665"/>
                  </a:cubicBezTo>
                  <a:cubicBezTo>
                    <a:pt x="27800" y="54861"/>
                    <a:pt x="27996" y="54944"/>
                    <a:pt x="28205" y="55000"/>
                  </a:cubicBezTo>
                  <a:cubicBezTo>
                    <a:pt x="28289" y="55014"/>
                    <a:pt x="28386" y="55028"/>
                    <a:pt x="28484" y="55056"/>
                  </a:cubicBezTo>
                  <a:cubicBezTo>
                    <a:pt x="28568" y="55084"/>
                    <a:pt x="28665" y="55098"/>
                    <a:pt x="28735" y="55167"/>
                  </a:cubicBezTo>
                  <a:cubicBezTo>
                    <a:pt x="29056" y="55446"/>
                    <a:pt x="29391" y="55656"/>
                    <a:pt x="29809" y="55767"/>
                  </a:cubicBezTo>
                  <a:cubicBezTo>
                    <a:pt x="30018" y="55823"/>
                    <a:pt x="30200" y="55921"/>
                    <a:pt x="30395" y="56032"/>
                  </a:cubicBezTo>
                  <a:cubicBezTo>
                    <a:pt x="30604" y="56144"/>
                    <a:pt x="30827" y="56214"/>
                    <a:pt x="31064" y="56283"/>
                  </a:cubicBezTo>
                  <a:cubicBezTo>
                    <a:pt x="31846" y="56534"/>
                    <a:pt x="31860" y="56534"/>
                    <a:pt x="32641" y="56241"/>
                  </a:cubicBezTo>
                  <a:cubicBezTo>
                    <a:pt x="32878" y="56144"/>
                    <a:pt x="33101" y="56186"/>
                    <a:pt x="33254" y="56325"/>
                  </a:cubicBezTo>
                  <a:cubicBezTo>
                    <a:pt x="33617" y="56674"/>
                    <a:pt x="34063" y="56939"/>
                    <a:pt x="34384" y="57329"/>
                  </a:cubicBezTo>
                  <a:cubicBezTo>
                    <a:pt x="34524" y="57511"/>
                    <a:pt x="34719" y="57608"/>
                    <a:pt x="34942" y="57636"/>
                  </a:cubicBezTo>
                  <a:cubicBezTo>
                    <a:pt x="35263" y="57664"/>
                    <a:pt x="35556" y="57776"/>
                    <a:pt x="35849" y="57860"/>
                  </a:cubicBezTo>
                  <a:cubicBezTo>
                    <a:pt x="36184" y="57957"/>
                    <a:pt x="36532" y="58125"/>
                    <a:pt x="36895" y="58083"/>
                  </a:cubicBezTo>
                  <a:cubicBezTo>
                    <a:pt x="36993" y="58083"/>
                    <a:pt x="37034" y="58125"/>
                    <a:pt x="37062" y="58194"/>
                  </a:cubicBezTo>
                  <a:cubicBezTo>
                    <a:pt x="37132" y="58404"/>
                    <a:pt x="37299" y="58543"/>
                    <a:pt x="37439" y="58710"/>
                  </a:cubicBezTo>
                  <a:cubicBezTo>
                    <a:pt x="37592" y="58906"/>
                    <a:pt x="37774" y="59059"/>
                    <a:pt x="37913" y="59268"/>
                  </a:cubicBezTo>
                  <a:cubicBezTo>
                    <a:pt x="37997" y="59380"/>
                    <a:pt x="38053" y="59519"/>
                    <a:pt x="37997" y="59673"/>
                  </a:cubicBezTo>
                  <a:cubicBezTo>
                    <a:pt x="37927" y="59896"/>
                    <a:pt x="38053" y="60036"/>
                    <a:pt x="38262" y="60091"/>
                  </a:cubicBezTo>
                  <a:cubicBezTo>
                    <a:pt x="38346" y="60119"/>
                    <a:pt x="38429" y="60161"/>
                    <a:pt x="38541" y="60161"/>
                  </a:cubicBezTo>
                  <a:cubicBezTo>
                    <a:pt x="38611" y="60161"/>
                    <a:pt x="38680" y="60161"/>
                    <a:pt x="38750" y="60189"/>
                  </a:cubicBezTo>
                  <a:cubicBezTo>
                    <a:pt x="38918" y="60328"/>
                    <a:pt x="39113" y="60440"/>
                    <a:pt x="39155" y="60677"/>
                  </a:cubicBezTo>
                  <a:cubicBezTo>
                    <a:pt x="39196" y="60942"/>
                    <a:pt x="39406" y="60998"/>
                    <a:pt x="39643" y="61054"/>
                  </a:cubicBezTo>
                  <a:cubicBezTo>
                    <a:pt x="39713" y="61068"/>
                    <a:pt x="39782" y="61054"/>
                    <a:pt x="39852" y="61026"/>
                  </a:cubicBezTo>
                  <a:cubicBezTo>
                    <a:pt x="40089" y="60942"/>
                    <a:pt x="40284" y="61026"/>
                    <a:pt x="40438" y="61193"/>
                  </a:cubicBezTo>
                  <a:cubicBezTo>
                    <a:pt x="40577" y="61347"/>
                    <a:pt x="40759" y="61416"/>
                    <a:pt x="40898" y="61542"/>
                  </a:cubicBezTo>
                  <a:cubicBezTo>
                    <a:pt x="41052" y="61681"/>
                    <a:pt x="41135" y="61654"/>
                    <a:pt x="41331" y="61500"/>
                  </a:cubicBezTo>
                  <a:cubicBezTo>
                    <a:pt x="41414" y="61430"/>
                    <a:pt x="41428" y="61347"/>
                    <a:pt x="41400" y="61263"/>
                  </a:cubicBezTo>
                  <a:cubicBezTo>
                    <a:pt x="41386" y="61193"/>
                    <a:pt x="41331" y="61096"/>
                    <a:pt x="41400" y="61068"/>
                  </a:cubicBezTo>
                  <a:cubicBezTo>
                    <a:pt x="41596" y="60942"/>
                    <a:pt x="41693" y="60747"/>
                    <a:pt x="41833" y="60593"/>
                  </a:cubicBezTo>
                  <a:cubicBezTo>
                    <a:pt x="41875" y="60566"/>
                    <a:pt x="41972" y="60566"/>
                    <a:pt x="42028" y="60593"/>
                  </a:cubicBezTo>
                  <a:cubicBezTo>
                    <a:pt x="42237" y="60705"/>
                    <a:pt x="42377" y="60858"/>
                    <a:pt x="42405" y="61082"/>
                  </a:cubicBezTo>
                  <a:cubicBezTo>
                    <a:pt x="42433" y="61263"/>
                    <a:pt x="42474" y="61416"/>
                    <a:pt x="42586" y="61542"/>
                  </a:cubicBezTo>
                  <a:cubicBezTo>
                    <a:pt x="42725" y="61709"/>
                    <a:pt x="42739" y="61933"/>
                    <a:pt x="42921" y="62100"/>
                  </a:cubicBezTo>
                  <a:cubicBezTo>
                    <a:pt x="42949" y="62128"/>
                    <a:pt x="42963" y="62239"/>
                    <a:pt x="42963" y="62281"/>
                  </a:cubicBezTo>
                  <a:cubicBezTo>
                    <a:pt x="42963" y="62602"/>
                    <a:pt x="42990" y="62909"/>
                    <a:pt x="42949" y="63216"/>
                  </a:cubicBezTo>
                  <a:cubicBezTo>
                    <a:pt x="42935" y="63383"/>
                    <a:pt x="42949" y="63537"/>
                    <a:pt x="43060" y="63676"/>
                  </a:cubicBezTo>
                  <a:cubicBezTo>
                    <a:pt x="43102" y="63746"/>
                    <a:pt x="43088" y="63816"/>
                    <a:pt x="43032" y="63885"/>
                  </a:cubicBezTo>
                  <a:cubicBezTo>
                    <a:pt x="42893" y="64122"/>
                    <a:pt x="42753" y="64346"/>
                    <a:pt x="42502" y="64443"/>
                  </a:cubicBezTo>
                  <a:cubicBezTo>
                    <a:pt x="42237" y="64569"/>
                    <a:pt x="42084" y="64764"/>
                    <a:pt x="42014" y="65029"/>
                  </a:cubicBezTo>
                  <a:cubicBezTo>
                    <a:pt x="41972" y="65183"/>
                    <a:pt x="41889" y="65266"/>
                    <a:pt x="41749" y="65336"/>
                  </a:cubicBezTo>
                  <a:cubicBezTo>
                    <a:pt x="41624" y="65406"/>
                    <a:pt x="41484" y="65475"/>
                    <a:pt x="41359" y="65545"/>
                  </a:cubicBezTo>
                  <a:cubicBezTo>
                    <a:pt x="41331" y="65559"/>
                    <a:pt x="41289" y="65615"/>
                    <a:pt x="41289" y="65671"/>
                  </a:cubicBezTo>
                  <a:cubicBezTo>
                    <a:pt x="41149" y="66257"/>
                    <a:pt x="41149" y="66257"/>
                    <a:pt x="40926" y="66661"/>
                  </a:cubicBezTo>
                  <a:cubicBezTo>
                    <a:pt x="40912" y="66703"/>
                    <a:pt x="40856" y="66745"/>
                    <a:pt x="40856" y="66787"/>
                  </a:cubicBezTo>
                  <a:cubicBezTo>
                    <a:pt x="40842" y="67024"/>
                    <a:pt x="40801" y="67275"/>
                    <a:pt x="40842" y="67498"/>
                  </a:cubicBezTo>
                  <a:cubicBezTo>
                    <a:pt x="40870" y="67679"/>
                    <a:pt x="41052" y="67791"/>
                    <a:pt x="41219" y="67889"/>
                  </a:cubicBezTo>
                  <a:cubicBezTo>
                    <a:pt x="41247" y="67889"/>
                    <a:pt x="41261" y="67861"/>
                    <a:pt x="41275" y="67847"/>
                  </a:cubicBezTo>
                  <a:cubicBezTo>
                    <a:pt x="41317" y="67819"/>
                    <a:pt x="41331" y="67777"/>
                    <a:pt x="41359" y="67749"/>
                  </a:cubicBezTo>
                  <a:cubicBezTo>
                    <a:pt x="41386" y="67777"/>
                    <a:pt x="41400" y="67819"/>
                    <a:pt x="41400" y="67847"/>
                  </a:cubicBezTo>
                  <a:cubicBezTo>
                    <a:pt x="41400" y="67972"/>
                    <a:pt x="41359" y="68098"/>
                    <a:pt x="41261" y="68168"/>
                  </a:cubicBezTo>
                  <a:cubicBezTo>
                    <a:pt x="41121" y="68265"/>
                    <a:pt x="40982" y="68335"/>
                    <a:pt x="40856" y="68460"/>
                  </a:cubicBezTo>
                  <a:cubicBezTo>
                    <a:pt x="40661" y="68614"/>
                    <a:pt x="40549" y="68823"/>
                    <a:pt x="40633" y="69088"/>
                  </a:cubicBezTo>
                  <a:cubicBezTo>
                    <a:pt x="40661" y="69186"/>
                    <a:pt x="40703" y="69311"/>
                    <a:pt x="40717" y="69437"/>
                  </a:cubicBezTo>
                  <a:cubicBezTo>
                    <a:pt x="40731" y="69507"/>
                    <a:pt x="40717" y="69576"/>
                    <a:pt x="40703" y="69646"/>
                  </a:cubicBezTo>
                  <a:cubicBezTo>
                    <a:pt x="40647" y="69786"/>
                    <a:pt x="40703" y="69869"/>
                    <a:pt x="40828" y="69939"/>
                  </a:cubicBezTo>
                  <a:cubicBezTo>
                    <a:pt x="40968" y="70023"/>
                    <a:pt x="41121" y="70120"/>
                    <a:pt x="41261" y="70190"/>
                  </a:cubicBezTo>
                  <a:cubicBezTo>
                    <a:pt x="41428" y="70274"/>
                    <a:pt x="41596" y="70399"/>
                    <a:pt x="41665" y="70581"/>
                  </a:cubicBezTo>
                  <a:cubicBezTo>
                    <a:pt x="41735" y="70748"/>
                    <a:pt x="41819" y="70888"/>
                    <a:pt x="41958" y="70985"/>
                  </a:cubicBezTo>
                  <a:cubicBezTo>
                    <a:pt x="42028" y="71041"/>
                    <a:pt x="42098" y="71125"/>
                    <a:pt x="42112" y="71208"/>
                  </a:cubicBezTo>
                  <a:cubicBezTo>
                    <a:pt x="42195" y="71515"/>
                    <a:pt x="42391" y="71766"/>
                    <a:pt x="42502" y="72073"/>
                  </a:cubicBezTo>
                  <a:cubicBezTo>
                    <a:pt x="42642" y="72450"/>
                    <a:pt x="42851" y="72798"/>
                    <a:pt x="43074" y="73133"/>
                  </a:cubicBezTo>
                  <a:cubicBezTo>
                    <a:pt x="43311" y="73482"/>
                    <a:pt x="43521" y="73859"/>
                    <a:pt x="43758" y="74235"/>
                  </a:cubicBezTo>
                  <a:cubicBezTo>
                    <a:pt x="43786" y="74277"/>
                    <a:pt x="43827" y="74375"/>
                    <a:pt x="43800" y="74444"/>
                  </a:cubicBezTo>
                  <a:cubicBezTo>
                    <a:pt x="43758" y="74668"/>
                    <a:pt x="43897" y="74807"/>
                    <a:pt x="44009" y="74947"/>
                  </a:cubicBezTo>
                  <a:cubicBezTo>
                    <a:pt x="44413" y="75393"/>
                    <a:pt x="44971" y="75658"/>
                    <a:pt x="45445" y="76021"/>
                  </a:cubicBezTo>
                  <a:cubicBezTo>
                    <a:pt x="45529" y="76090"/>
                    <a:pt x="45669" y="76118"/>
                    <a:pt x="45780" y="76160"/>
                  </a:cubicBezTo>
                  <a:cubicBezTo>
                    <a:pt x="46031" y="76286"/>
                    <a:pt x="46310" y="76397"/>
                    <a:pt x="46506" y="76606"/>
                  </a:cubicBezTo>
                  <a:cubicBezTo>
                    <a:pt x="46771" y="76885"/>
                    <a:pt x="47077" y="77123"/>
                    <a:pt x="47356" y="77374"/>
                  </a:cubicBezTo>
                  <a:cubicBezTo>
                    <a:pt x="47426" y="77443"/>
                    <a:pt x="47468" y="77527"/>
                    <a:pt x="47482" y="77611"/>
                  </a:cubicBezTo>
                  <a:cubicBezTo>
                    <a:pt x="47496" y="77736"/>
                    <a:pt x="47496" y="77862"/>
                    <a:pt x="47524" y="77959"/>
                  </a:cubicBezTo>
                  <a:cubicBezTo>
                    <a:pt x="47566" y="78211"/>
                    <a:pt x="47607" y="78434"/>
                    <a:pt x="47538" y="78671"/>
                  </a:cubicBezTo>
                  <a:cubicBezTo>
                    <a:pt x="47524" y="78768"/>
                    <a:pt x="47538" y="78866"/>
                    <a:pt x="47566" y="78950"/>
                  </a:cubicBezTo>
                  <a:cubicBezTo>
                    <a:pt x="47733" y="79424"/>
                    <a:pt x="47691" y="79898"/>
                    <a:pt x="47552" y="80373"/>
                  </a:cubicBezTo>
                  <a:cubicBezTo>
                    <a:pt x="47538" y="80442"/>
                    <a:pt x="47524" y="80512"/>
                    <a:pt x="47538" y="80582"/>
                  </a:cubicBezTo>
                  <a:cubicBezTo>
                    <a:pt x="47705" y="81293"/>
                    <a:pt x="47607" y="82005"/>
                    <a:pt x="47635" y="82716"/>
                  </a:cubicBezTo>
                  <a:cubicBezTo>
                    <a:pt x="47635" y="82911"/>
                    <a:pt x="47607" y="83107"/>
                    <a:pt x="47594" y="83302"/>
                  </a:cubicBezTo>
                  <a:cubicBezTo>
                    <a:pt x="47552" y="83539"/>
                    <a:pt x="47496" y="83762"/>
                    <a:pt x="47454" y="83999"/>
                  </a:cubicBezTo>
                  <a:cubicBezTo>
                    <a:pt x="47412" y="84139"/>
                    <a:pt x="47398" y="84278"/>
                    <a:pt x="47454" y="84418"/>
                  </a:cubicBezTo>
                  <a:cubicBezTo>
                    <a:pt x="47538" y="84627"/>
                    <a:pt x="47524" y="84850"/>
                    <a:pt x="47426" y="85045"/>
                  </a:cubicBezTo>
                  <a:cubicBezTo>
                    <a:pt x="47342" y="85255"/>
                    <a:pt x="47342" y="85464"/>
                    <a:pt x="47426" y="85673"/>
                  </a:cubicBezTo>
                  <a:cubicBezTo>
                    <a:pt x="47552" y="85952"/>
                    <a:pt x="47468" y="86245"/>
                    <a:pt x="47594" y="86524"/>
                  </a:cubicBezTo>
                  <a:cubicBezTo>
                    <a:pt x="47635" y="86649"/>
                    <a:pt x="47566" y="86803"/>
                    <a:pt x="47594" y="86942"/>
                  </a:cubicBezTo>
                  <a:cubicBezTo>
                    <a:pt x="47594" y="87068"/>
                    <a:pt x="47607" y="87180"/>
                    <a:pt x="47635" y="87291"/>
                  </a:cubicBezTo>
                  <a:cubicBezTo>
                    <a:pt x="47677" y="87417"/>
                    <a:pt x="47663" y="87514"/>
                    <a:pt x="47621" y="87640"/>
                  </a:cubicBezTo>
                  <a:cubicBezTo>
                    <a:pt x="47566" y="87793"/>
                    <a:pt x="47538" y="87947"/>
                    <a:pt x="47482" y="88128"/>
                  </a:cubicBezTo>
                  <a:cubicBezTo>
                    <a:pt x="47356" y="88672"/>
                    <a:pt x="47245" y="89202"/>
                    <a:pt x="47119" y="89732"/>
                  </a:cubicBezTo>
                  <a:cubicBezTo>
                    <a:pt x="47105" y="89816"/>
                    <a:pt x="47063" y="89927"/>
                    <a:pt x="46994" y="89969"/>
                  </a:cubicBezTo>
                  <a:cubicBezTo>
                    <a:pt x="46840" y="90109"/>
                    <a:pt x="46840" y="90290"/>
                    <a:pt x="46924" y="90430"/>
                  </a:cubicBezTo>
                  <a:cubicBezTo>
                    <a:pt x="47077" y="90667"/>
                    <a:pt x="47105" y="90974"/>
                    <a:pt x="47259" y="91225"/>
                  </a:cubicBezTo>
                  <a:cubicBezTo>
                    <a:pt x="47398" y="91462"/>
                    <a:pt x="47398" y="91685"/>
                    <a:pt x="47259" y="91908"/>
                  </a:cubicBezTo>
                  <a:cubicBezTo>
                    <a:pt x="47189" y="92048"/>
                    <a:pt x="47175" y="92173"/>
                    <a:pt x="47189" y="92327"/>
                  </a:cubicBezTo>
                  <a:cubicBezTo>
                    <a:pt x="47203" y="92466"/>
                    <a:pt x="47203" y="92606"/>
                    <a:pt x="47203" y="92759"/>
                  </a:cubicBezTo>
                  <a:cubicBezTo>
                    <a:pt x="47203" y="92940"/>
                    <a:pt x="47259" y="93094"/>
                    <a:pt x="47356" y="93233"/>
                  </a:cubicBezTo>
                  <a:cubicBezTo>
                    <a:pt x="47412" y="93303"/>
                    <a:pt x="47482" y="93387"/>
                    <a:pt x="47538" y="93456"/>
                  </a:cubicBezTo>
                  <a:cubicBezTo>
                    <a:pt x="47273" y="93442"/>
                    <a:pt x="47245" y="93484"/>
                    <a:pt x="47175" y="93694"/>
                  </a:cubicBezTo>
                  <a:cubicBezTo>
                    <a:pt x="47147" y="93763"/>
                    <a:pt x="47119" y="93833"/>
                    <a:pt x="47133" y="93903"/>
                  </a:cubicBezTo>
                  <a:cubicBezTo>
                    <a:pt x="47175" y="94126"/>
                    <a:pt x="47203" y="94349"/>
                    <a:pt x="47259" y="94600"/>
                  </a:cubicBezTo>
                  <a:cubicBezTo>
                    <a:pt x="47273" y="94670"/>
                    <a:pt x="47426" y="94712"/>
                    <a:pt x="47496" y="94670"/>
                  </a:cubicBezTo>
                  <a:cubicBezTo>
                    <a:pt x="47594" y="94572"/>
                    <a:pt x="47677" y="94489"/>
                    <a:pt x="47663" y="94363"/>
                  </a:cubicBezTo>
                  <a:cubicBezTo>
                    <a:pt x="47663" y="94210"/>
                    <a:pt x="47663" y="94042"/>
                    <a:pt x="47677" y="93875"/>
                  </a:cubicBezTo>
                  <a:cubicBezTo>
                    <a:pt x="47691" y="93735"/>
                    <a:pt x="47621" y="93596"/>
                    <a:pt x="47538" y="93498"/>
                  </a:cubicBezTo>
                  <a:cubicBezTo>
                    <a:pt x="47663" y="93526"/>
                    <a:pt x="47761" y="93498"/>
                    <a:pt x="47873" y="93428"/>
                  </a:cubicBezTo>
                  <a:cubicBezTo>
                    <a:pt x="47956" y="93373"/>
                    <a:pt x="47970" y="93415"/>
                    <a:pt x="47984" y="93512"/>
                  </a:cubicBezTo>
                  <a:cubicBezTo>
                    <a:pt x="48012" y="93582"/>
                    <a:pt x="48040" y="93652"/>
                    <a:pt x="48040" y="93721"/>
                  </a:cubicBezTo>
                  <a:cubicBezTo>
                    <a:pt x="48026" y="94042"/>
                    <a:pt x="47970" y="94335"/>
                    <a:pt x="47984" y="94642"/>
                  </a:cubicBezTo>
                  <a:cubicBezTo>
                    <a:pt x="48012" y="94963"/>
                    <a:pt x="47970" y="95256"/>
                    <a:pt x="47914" y="95549"/>
                  </a:cubicBezTo>
                  <a:cubicBezTo>
                    <a:pt x="47900" y="95660"/>
                    <a:pt x="47900" y="95744"/>
                    <a:pt x="47956" y="95828"/>
                  </a:cubicBezTo>
                  <a:cubicBezTo>
                    <a:pt x="48124" y="96107"/>
                    <a:pt x="48054" y="96372"/>
                    <a:pt x="47942" y="96651"/>
                  </a:cubicBezTo>
                  <a:cubicBezTo>
                    <a:pt x="47914" y="96706"/>
                    <a:pt x="47886" y="96720"/>
                    <a:pt x="47831" y="96706"/>
                  </a:cubicBezTo>
                  <a:cubicBezTo>
                    <a:pt x="47817" y="96692"/>
                    <a:pt x="47775" y="96692"/>
                    <a:pt x="47775" y="96665"/>
                  </a:cubicBezTo>
                  <a:cubicBezTo>
                    <a:pt x="47747" y="96581"/>
                    <a:pt x="47733" y="96497"/>
                    <a:pt x="47691" y="96427"/>
                  </a:cubicBezTo>
                  <a:cubicBezTo>
                    <a:pt x="47482" y="96427"/>
                    <a:pt x="47315" y="96525"/>
                    <a:pt x="47273" y="96720"/>
                  </a:cubicBezTo>
                  <a:cubicBezTo>
                    <a:pt x="47217" y="96971"/>
                    <a:pt x="47077" y="97153"/>
                    <a:pt x="46994" y="97362"/>
                  </a:cubicBezTo>
                  <a:cubicBezTo>
                    <a:pt x="46980" y="97404"/>
                    <a:pt x="47008" y="97460"/>
                    <a:pt x="47050" y="97488"/>
                  </a:cubicBezTo>
                  <a:cubicBezTo>
                    <a:pt x="47077" y="97529"/>
                    <a:pt x="47133" y="97543"/>
                    <a:pt x="47175" y="97529"/>
                  </a:cubicBezTo>
                  <a:cubicBezTo>
                    <a:pt x="47245" y="97501"/>
                    <a:pt x="47287" y="97418"/>
                    <a:pt x="47342" y="97418"/>
                  </a:cubicBezTo>
                  <a:cubicBezTo>
                    <a:pt x="47482" y="97418"/>
                    <a:pt x="47621" y="97460"/>
                    <a:pt x="47761" y="97488"/>
                  </a:cubicBezTo>
                  <a:cubicBezTo>
                    <a:pt x="47831" y="97501"/>
                    <a:pt x="47900" y="97627"/>
                    <a:pt x="47886" y="97711"/>
                  </a:cubicBezTo>
                  <a:cubicBezTo>
                    <a:pt x="47845" y="97892"/>
                    <a:pt x="47803" y="98087"/>
                    <a:pt x="47831" y="98255"/>
                  </a:cubicBezTo>
                  <a:lnTo>
                    <a:pt x="47845" y="98255"/>
                  </a:lnTo>
                  <a:cubicBezTo>
                    <a:pt x="47845" y="98269"/>
                    <a:pt x="47845" y="98269"/>
                    <a:pt x="47873" y="98297"/>
                  </a:cubicBezTo>
                  <a:cubicBezTo>
                    <a:pt x="47886" y="98297"/>
                    <a:pt x="47900" y="98311"/>
                    <a:pt x="47900" y="98311"/>
                  </a:cubicBezTo>
                  <a:cubicBezTo>
                    <a:pt x="47900" y="98338"/>
                    <a:pt x="47886" y="98324"/>
                    <a:pt x="47873" y="98297"/>
                  </a:cubicBezTo>
                  <a:cubicBezTo>
                    <a:pt x="47845" y="98297"/>
                    <a:pt x="47845" y="98297"/>
                    <a:pt x="47831" y="98269"/>
                  </a:cubicBezTo>
                  <a:lnTo>
                    <a:pt x="47831" y="98255"/>
                  </a:lnTo>
                  <a:cubicBezTo>
                    <a:pt x="47691" y="98269"/>
                    <a:pt x="47566" y="98311"/>
                    <a:pt x="47468" y="98394"/>
                  </a:cubicBezTo>
                  <a:cubicBezTo>
                    <a:pt x="47398" y="98464"/>
                    <a:pt x="47342" y="98534"/>
                    <a:pt x="47356" y="98645"/>
                  </a:cubicBezTo>
                  <a:cubicBezTo>
                    <a:pt x="47384" y="98729"/>
                    <a:pt x="47398" y="98813"/>
                    <a:pt x="47426" y="98896"/>
                  </a:cubicBezTo>
                  <a:cubicBezTo>
                    <a:pt x="47454" y="98966"/>
                    <a:pt x="47538" y="99008"/>
                    <a:pt x="47538" y="99078"/>
                  </a:cubicBezTo>
                  <a:cubicBezTo>
                    <a:pt x="47552" y="99161"/>
                    <a:pt x="47524" y="99273"/>
                    <a:pt x="47594" y="99343"/>
                  </a:cubicBezTo>
                  <a:cubicBezTo>
                    <a:pt x="47607" y="99371"/>
                    <a:pt x="47635" y="99385"/>
                    <a:pt x="47677" y="99412"/>
                  </a:cubicBezTo>
                  <a:lnTo>
                    <a:pt x="47677" y="99412"/>
                  </a:lnTo>
                  <a:lnTo>
                    <a:pt x="47705" y="99385"/>
                  </a:lnTo>
                  <a:lnTo>
                    <a:pt x="47691" y="99426"/>
                  </a:lnTo>
                  <a:cubicBezTo>
                    <a:pt x="47691" y="99426"/>
                    <a:pt x="47677" y="99426"/>
                    <a:pt x="47677" y="99412"/>
                  </a:cubicBezTo>
                  <a:cubicBezTo>
                    <a:pt x="47677" y="99482"/>
                    <a:pt x="47677" y="99552"/>
                    <a:pt x="47663" y="99594"/>
                  </a:cubicBezTo>
                  <a:cubicBezTo>
                    <a:pt x="47621" y="99803"/>
                    <a:pt x="47621" y="99803"/>
                    <a:pt x="47803" y="99915"/>
                  </a:cubicBezTo>
                  <a:lnTo>
                    <a:pt x="48110" y="100124"/>
                  </a:lnTo>
                  <a:lnTo>
                    <a:pt x="48110" y="100138"/>
                  </a:lnTo>
                  <a:lnTo>
                    <a:pt x="48124" y="100138"/>
                  </a:lnTo>
                  <a:cubicBezTo>
                    <a:pt x="48221" y="100291"/>
                    <a:pt x="48221" y="100319"/>
                    <a:pt x="48124" y="100417"/>
                  </a:cubicBezTo>
                  <a:lnTo>
                    <a:pt x="48110" y="100417"/>
                  </a:lnTo>
                  <a:lnTo>
                    <a:pt x="48110" y="100431"/>
                  </a:lnTo>
                  <a:lnTo>
                    <a:pt x="48124" y="100417"/>
                  </a:lnTo>
                  <a:cubicBezTo>
                    <a:pt x="48124" y="100640"/>
                    <a:pt x="48221" y="100877"/>
                    <a:pt x="48151" y="101114"/>
                  </a:cubicBezTo>
                  <a:cubicBezTo>
                    <a:pt x="48110" y="101226"/>
                    <a:pt x="48193" y="101296"/>
                    <a:pt x="48305" y="101296"/>
                  </a:cubicBezTo>
                  <a:cubicBezTo>
                    <a:pt x="48403" y="101296"/>
                    <a:pt x="48458" y="101240"/>
                    <a:pt x="48472" y="101114"/>
                  </a:cubicBezTo>
                  <a:cubicBezTo>
                    <a:pt x="48500" y="100947"/>
                    <a:pt x="48472" y="100765"/>
                    <a:pt x="48570" y="100598"/>
                  </a:cubicBezTo>
                  <a:lnTo>
                    <a:pt x="48570" y="100570"/>
                  </a:lnTo>
                  <a:lnTo>
                    <a:pt x="48542" y="100542"/>
                  </a:lnTo>
                  <a:lnTo>
                    <a:pt x="48584" y="100556"/>
                  </a:lnTo>
                  <a:cubicBezTo>
                    <a:pt x="48584" y="100570"/>
                    <a:pt x="48584" y="100570"/>
                    <a:pt x="48570" y="100598"/>
                  </a:cubicBezTo>
                  <a:cubicBezTo>
                    <a:pt x="48640" y="100668"/>
                    <a:pt x="48668" y="100738"/>
                    <a:pt x="48668" y="100835"/>
                  </a:cubicBezTo>
                  <a:cubicBezTo>
                    <a:pt x="48668" y="100947"/>
                    <a:pt x="48709" y="101030"/>
                    <a:pt x="48779" y="101100"/>
                  </a:cubicBezTo>
                  <a:cubicBezTo>
                    <a:pt x="48849" y="101184"/>
                    <a:pt x="48877" y="101254"/>
                    <a:pt x="48807" y="101337"/>
                  </a:cubicBezTo>
                  <a:cubicBezTo>
                    <a:pt x="48751" y="101407"/>
                    <a:pt x="48682" y="101505"/>
                    <a:pt x="48584" y="101505"/>
                  </a:cubicBezTo>
                  <a:cubicBezTo>
                    <a:pt x="48528" y="101505"/>
                    <a:pt x="48472" y="101477"/>
                    <a:pt x="48444" y="101505"/>
                  </a:cubicBezTo>
                  <a:cubicBezTo>
                    <a:pt x="48403" y="101519"/>
                    <a:pt x="48361" y="101547"/>
                    <a:pt x="48333" y="101588"/>
                  </a:cubicBezTo>
                  <a:cubicBezTo>
                    <a:pt x="48319" y="101644"/>
                    <a:pt x="48333" y="101672"/>
                    <a:pt x="48389" y="101686"/>
                  </a:cubicBezTo>
                  <a:cubicBezTo>
                    <a:pt x="48458" y="101714"/>
                    <a:pt x="48528" y="101742"/>
                    <a:pt x="48598" y="101742"/>
                  </a:cubicBezTo>
                  <a:cubicBezTo>
                    <a:pt x="48821" y="101756"/>
                    <a:pt x="48891" y="101951"/>
                    <a:pt x="48988" y="102105"/>
                  </a:cubicBezTo>
                  <a:cubicBezTo>
                    <a:pt x="48933" y="102244"/>
                    <a:pt x="49002" y="102342"/>
                    <a:pt x="49100" y="102411"/>
                  </a:cubicBezTo>
                  <a:cubicBezTo>
                    <a:pt x="49267" y="102509"/>
                    <a:pt x="49407" y="102621"/>
                    <a:pt x="49546" y="102718"/>
                  </a:cubicBezTo>
                  <a:lnTo>
                    <a:pt x="49574" y="102718"/>
                  </a:lnTo>
                  <a:cubicBezTo>
                    <a:pt x="49574" y="102732"/>
                    <a:pt x="49588" y="102732"/>
                    <a:pt x="49588" y="102760"/>
                  </a:cubicBezTo>
                  <a:cubicBezTo>
                    <a:pt x="49630" y="102774"/>
                    <a:pt x="49658" y="102802"/>
                    <a:pt x="49686" y="102844"/>
                  </a:cubicBezTo>
                  <a:cubicBezTo>
                    <a:pt x="49700" y="102844"/>
                    <a:pt x="49700" y="102858"/>
                    <a:pt x="49714" y="102858"/>
                  </a:cubicBezTo>
                  <a:lnTo>
                    <a:pt x="49728" y="102900"/>
                  </a:lnTo>
                  <a:lnTo>
                    <a:pt x="49700" y="102872"/>
                  </a:lnTo>
                  <a:cubicBezTo>
                    <a:pt x="49700" y="102858"/>
                    <a:pt x="49686" y="102858"/>
                    <a:pt x="49686" y="102844"/>
                  </a:cubicBezTo>
                  <a:cubicBezTo>
                    <a:pt x="49630" y="102830"/>
                    <a:pt x="49616" y="102788"/>
                    <a:pt x="49588" y="102760"/>
                  </a:cubicBezTo>
                  <a:cubicBezTo>
                    <a:pt x="49574" y="102760"/>
                    <a:pt x="49574" y="102732"/>
                    <a:pt x="49560" y="102732"/>
                  </a:cubicBezTo>
                  <a:lnTo>
                    <a:pt x="49546" y="102718"/>
                  </a:lnTo>
                  <a:cubicBezTo>
                    <a:pt x="49337" y="102732"/>
                    <a:pt x="49142" y="102718"/>
                    <a:pt x="48961" y="102593"/>
                  </a:cubicBezTo>
                  <a:cubicBezTo>
                    <a:pt x="48933" y="102579"/>
                    <a:pt x="48877" y="102565"/>
                    <a:pt x="48821" y="102565"/>
                  </a:cubicBezTo>
                  <a:cubicBezTo>
                    <a:pt x="48807" y="102565"/>
                    <a:pt x="48779" y="102593"/>
                    <a:pt x="48779" y="102593"/>
                  </a:cubicBezTo>
                  <a:cubicBezTo>
                    <a:pt x="48779" y="102649"/>
                    <a:pt x="48793" y="102704"/>
                    <a:pt x="48807" y="102718"/>
                  </a:cubicBezTo>
                  <a:cubicBezTo>
                    <a:pt x="49100" y="102927"/>
                    <a:pt x="49407" y="103109"/>
                    <a:pt x="49630" y="103388"/>
                  </a:cubicBezTo>
                  <a:cubicBezTo>
                    <a:pt x="49714" y="103485"/>
                    <a:pt x="49867" y="103541"/>
                    <a:pt x="49993" y="103569"/>
                  </a:cubicBezTo>
                  <a:cubicBezTo>
                    <a:pt x="50076" y="103611"/>
                    <a:pt x="50174" y="103569"/>
                    <a:pt x="50272" y="103569"/>
                  </a:cubicBezTo>
                  <a:cubicBezTo>
                    <a:pt x="50286" y="103527"/>
                    <a:pt x="50327" y="103471"/>
                    <a:pt x="50341" y="103416"/>
                  </a:cubicBezTo>
                  <a:cubicBezTo>
                    <a:pt x="50355" y="103402"/>
                    <a:pt x="50383" y="103388"/>
                    <a:pt x="50397" y="103388"/>
                  </a:cubicBezTo>
                  <a:cubicBezTo>
                    <a:pt x="50453" y="103388"/>
                    <a:pt x="50453" y="103416"/>
                    <a:pt x="50425" y="103471"/>
                  </a:cubicBezTo>
                  <a:cubicBezTo>
                    <a:pt x="50411" y="103499"/>
                    <a:pt x="50425" y="103541"/>
                    <a:pt x="50425" y="103569"/>
                  </a:cubicBezTo>
                  <a:cubicBezTo>
                    <a:pt x="50467" y="103597"/>
                    <a:pt x="50523" y="103611"/>
                    <a:pt x="50551" y="103611"/>
                  </a:cubicBezTo>
                  <a:cubicBezTo>
                    <a:pt x="50704" y="103639"/>
                    <a:pt x="50816" y="103709"/>
                    <a:pt x="50774" y="103890"/>
                  </a:cubicBezTo>
                  <a:cubicBezTo>
                    <a:pt x="50760" y="103946"/>
                    <a:pt x="50802" y="103974"/>
                    <a:pt x="50844" y="103988"/>
                  </a:cubicBezTo>
                  <a:cubicBezTo>
                    <a:pt x="51025" y="104029"/>
                    <a:pt x="51123" y="104155"/>
                    <a:pt x="51192" y="104308"/>
                  </a:cubicBezTo>
                  <a:cubicBezTo>
                    <a:pt x="51234" y="104392"/>
                    <a:pt x="51332" y="104406"/>
                    <a:pt x="51443" y="104406"/>
                  </a:cubicBezTo>
                  <a:cubicBezTo>
                    <a:pt x="51527" y="104308"/>
                    <a:pt x="51583" y="104183"/>
                    <a:pt x="51708" y="104113"/>
                  </a:cubicBezTo>
                  <a:cubicBezTo>
                    <a:pt x="51750" y="104099"/>
                    <a:pt x="51806" y="104099"/>
                    <a:pt x="51820" y="104155"/>
                  </a:cubicBezTo>
                  <a:cubicBezTo>
                    <a:pt x="51848" y="104183"/>
                    <a:pt x="51848" y="104239"/>
                    <a:pt x="51848" y="104294"/>
                  </a:cubicBezTo>
                  <a:cubicBezTo>
                    <a:pt x="51848" y="104378"/>
                    <a:pt x="51820" y="104476"/>
                    <a:pt x="51918" y="104546"/>
                  </a:cubicBezTo>
                  <a:cubicBezTo>
                    <a:pt x="51987" y="104601"/>
                    <a:pt x="52085" y="104643"/>
                    <a:pt x="52169" y="104657"/>
                  </a:cubicBezTo>
                  <a:cubicBezTo>
                    <a:pt x="52238" y="104671"/>
                    <a:pt x="52308" y="104643"/>
                    <a:pt x="52378" y="104643"/>
                  </a:cubicBezTo>
                  <a:cubicBezTo>
                    <a:pt x="52476" y="104643"/>
                    <a:pt x="52573" y="104657"/>
                    <a:pt x="52657" y="104657"/>
                  </a:cubicBezTo>
                  <a:cubicBezTo>
                    <a:pt x="52824" y="104671"/>
                    <a:pt x="52824" y="104657"/>
                    <a:pt x="52768" y="104448"/>
                  </a:cubicBezTo>
                  <a:lnTo>
                    <a:pt x="52755" y="104448"/>
                  </a:lnTo>
                  <a:lnTo>
                    <a:pt x="52755" y="104406"/>
                  </a:lnTo>
                  <a:cubicBezTo>
                    <a:pt x="52727" y="104406"/>
                    <a:pt x="52727" y="104392"/>
                    <a:pt x="52713" y="104392"/>
                  </a:cubicBezTo>
                  <a:cubicBezTo>
                    <a:pt x="52727" y="104378"/>
                    <a:pt x="52727" y="104378"/>
                    <a:pt x="52755" y="104406"/>
                  </a:cubicBezTo>
                  <a:lnTo>
                    <a:pt x="52768" y="104434"/>
                  </a:lnTo>
                  <a:lnTo>
                    <a:pt x="52768" y="104448"/>
                  </a:lnTo>
                  <a:cubicBezTo>
                    <a:pt x="52894" y="104406"/>
                    <a:pt x="53033" y="104378"/>
                    <a:pt x="53145" y="104336"/>
                  </a:cubicBezTo>
                  <a:cubicBezTo>
                    <a:pt x="53257" y="104308"/>
                    <a:pt x="53312" y="104239"/>
                    <a:pt x="53326" y="104127"/>
                  </a:cubicBezTo>
                  <a:cubicBezTo>
                    <a:pt x="53326" y="104085"/>
                    <a:pt x="53382" y="104057"/>
                    <a:pt x="53452" y="104085"/>
                  </a:cubicBezTo>
                  <a:cubicBezTo>
                    <a:pt x="53536" y="104099"/>
                    <a:pt x="53661" y="104155"/>
                    <a:pt x="53731" y="104113"/>
                  </a:cubicBezTo>
                  <a:cubicBezTo>
                    <a:pt x="53884" y="104029"/>
                    <a:pt x="54024" y="103904"/>
                    <a:pt x="54177" y="103806"/>
                  </a:cubicBezTo>
                  <a:cubicBezTo>
                    <a:pt x="54177" y="103806"/>
                    <a:pt x="54177" y="103750"/>
                    <a:pt x="54163" y="103737"/>
                  </a:cubicBezTo>
                  <a:cubicBezTo>
                    <a:pt x="54094" y="103639"/>
                    <a:pt x="53982" y="103695"/>
                    <a:pt x="53898" y="103667"/>
                  </a:cubicBezTo>
                  <a:cubicBezTo>
                    <a:pt x="53591" y="103541"/>
                    <a:pt x="53285" y="103402"/>
                    <a:pt x="52992" y="103262"/>
                  </a:cubicBezTo>
                  <a:cubicBezTo>
                    <a:pt x="52964" y="103248"/>
                    <a:pt x="52908" y="103206"/>
                    <a:pt x="52866" y="103179"/>
                  </a:cubicBezTo>
                  <a:cubicBezTo>
                    <a:pt x="52727" y="103011"/>
                    <a:pt x="52545" y="102914"/>
                    <a:pt x="52420" y="102732"/>
                  </a:cubicBezTo>
                  <a:cubicBezTo>
                    <a:pt x="52350" y="102635"/>
                    <a:pt x="52308" y="102551"/>
                    <a:pt x="52280" y="102425"/>
                  </a:cubicBezTo>
                  <a:cubicBezTo>
                    <a:pt x="52224" y="102105"/>
                    <a:pt x="52057" y="101993"/>
                    <a:pt x="51736" y="101965"/>
                  </a:cubicBezTo>
                  <a:lnTo>
                    <a:pt x="51499" y="101965"/>
                  </a:lnTo>
                  <a:cubicBezTo>
                    <a:pt x="51499" y="101965"/>
                    <a:pt x="51499" y="101993"/>
                    <a:pt x="51471" y="101993"/>
                  </a:cubicBezTo>
                  <a:cubicBezTo>
                    <a:pt x="51457" y="101993"/>
                    <a:pt x="51457" y="101993"/>
                    <a:pt x="51443" y="102007"/>
                  </a:cubicBezTo>
                  <a:cubicBezTo>
                    <a:pt x="51429" y="102077"/>
                    <a:pt x="51429" y="102146"/>
                    <a:pt x="51388" y="102160"/>
                  </a:cubicBezTo>
                  <a:cubicBezTo>
                    <a:pt x="51150" y="102286"/>
                    <a:pt x="51164" y="102495"/>
                    <a:pt x="51123" y="102704"/>
                  </a:cubicBezTo>
                  <a:cubicBezTo>
                    <a:pt x="51123" y="102718"/>
                    <a:pt x="51123" y="102760"/>
                    <a:pt x="51109" y="102774"/>
                  </a:cubicBezTo>
                  <a:cubicBezTo>
                    <a:pt x="51109" y="102788"/>
                    <a:pt x="51081" y="102802"/>
                    <a:pt x="51053" y="102802"/>
                  </a:cubicBezTo>
                  <a:cubicBezTo>
                    <a:pt x="51039" y="102802"/>
                    <a:pt x="51011" y="102774"/>
                    <a:pt x="51011" y="102760"/>
                  </a:cubicBezTo>
                  <a:cubicBezTo>
                    <a:pt x="51011" y="102662"/>
                    <a:pt x="50983" y="102565"/>
                    <a:pt x="51011" y="102481"/>
                  </a:cubicBezTo>
                  <a:cubicBezTo>
                    <a:pt x="51039" y="102230"/>
                    <a:pt x="51178" y="102063"/>
                    <a:pt x="51429" y="102007"/>
                  </a:cubicBezTo>
                  <a:lnTo>
                    <a:pt x="51429" y="101965"/>
                  </a:lnTo>
                  <a:lnTo>
                    <a:pt x="51457" y="101965"/>
                  </a:lnTo>
                  <a:cubicBezTo>
                    <a:pt x="51513" y="101853"/>
                    <a:pt x="51583" y="101728"/>
                    <a:pt x="51750" y="101784"/>
                  </a:cubicBezTo>
                  <a:cubicBezTo>
                    <a:pt x="51778" y="101784"/>
                    <a:pt x="51806" y="101798"/>
                    <a:pt x="51820" y="101798"/>
                  </a:cubicBezTo>
                  <a:cubicBezTo>
                    <a:pt x="51862" y="101784"/>
                    <a:pt x="51932" y="101756"/>
                    <a:pt x="51946" y="101742"/>
                  </a:cubicBezTo>
                  <a:cubicBezTo>
                    <a:pt x="51959" y="101714"/>
                    <a:pt x="51959" y="101658"/>
                    <a:pt x="51946" y="101616"/>
                  </a:cubicBezTo>
                  <a:cubicBezTo>
                    <a:pt x="51848" y="101463"/>
                    <a:pt x="51708" y="101323"/>
                    <a:pt x="51611" y="101156"/>
                  </a:cubicBezTo>
                  <a:cubicBezTo>
                    <a:pt x="51527" y="100975"/>
                    <a:pt x="51499" y="100779"/>
                    <a:pt x="51443" y="100612"/>
                  </a:cubicBezTo>
                  <a:cubicBezTo>
                    <a:pt x="51374" y="100403"/>
                    <a:pt x="51429" y="100221"/>
                    <a:pt x="51541" y="100068"/>
                  </a:cubicBezTo>
                  <a:cubicBezTo>
                    <a:pt x="51611" y="99998"/>
                    <a:pt x="51667" y="99929"/>
                    <a:pt x="51736" y="99873"/>
                  </a:cubicBezTo>
                  <a:cubicBezTo>
                    <a:pt x="51932" y="99733"/>
                    <a:pt x="52015" y="99552"/>
                    <a:pt x="51987" y="99315"/>
                  </a:cubicBezTo>
                  <a:cubicBezTo>
                    <a:pt x="51959" y="99106"/>
                    <a:pt x="52029" y="98952"/>
                    <a:pt x="52169" y="98799"/>
                  </a:cubicBezTo>
                  <a:cubicBezTo>
                    <a:pt x="52336" y="98645"/>
                    <a:pt x="52448" y="98464"/>
                    <a:pt x="52587" y="98311"/>
                  </a:cubicBezTo>
                  <a:cubicBezTo>
                    <a:pt x="52657" y="98199"/>
                    <a:pt x="52699" y="98101"/>
                    <a:pt x="52685" y="97976"/>
                  </a:cubicBezTo>
                  <a:cubicBezTo>
                    <a:pt x="52657" y="97906"/>
                    <a:pt x="52657" y="97836"/>
                    <a:pt x="52643" y="97767"/>
                  </a:cubicBezTo>
                  <a:cubicBezTo>
                    <a:pt x="52615" y="97571"/>
                    <a:pt x="52517" y="97404"/>
                    <a:pt x="52280" y="97404"/>
                  </a:cubicBezTo>
                  <a:cubicBezTo>
                    <a:pt x="52155" y="97404"/>
                    <a:pt x="52057" y="97348"/>
                    <a:pt x="51946" y="97264"/>
                  </a:cubicBezTo>
                  <a:cubicBezTo>
                    <a:pt x="51848" y="97181"/>
                    <a:pt x="51722" y="97083"/>
                    <a:pt x="51611" y="96999"/>
                  </a:cubicBezTo>
                  <a:cubicBezTo>
                    <a:pt x="51388" y="96790"/>
                    <a:pt x="51374" y="96553"/>
                    <a:pt x="51541" y="96302"/>
                  </a:cubicBezTo>
                  <a:cubicBezTo>
                    <a:pt x="51611" y="96218"/>
                    <a:pt x="51708" y="96107"/>
                    <a:pt x="51806" y="96065"/>
                  </a:cubicBezTo>
                  <a:cubicBezTo>
                    <a:pt x="51946" y="95967"/>
                    <a:pt x="52099" y="95925"/>
                    <a:pt x="52266" y="95856"/>
                  </a:cubicBezTo>
                  <a:cubicBezTo>
                    <a:pt x="52294" y="95828"/>
                    <a:pt x="52350" y="95800"/>
                    <a:pt x="52364" y="95758"/>
                  </a:cubicBezTo>
                  <a:cubicBezTo>
                    <a:pt x="52378" y="95549"/>
                    <a:pt x="52559" y="95381"/>
                    <a:pt x="52448" y="95158"/>
                  </a:cubicBezTo>
                  <a:cubicBezTo>
                    <a:pt x="52420" y="95088"/>
                    <a:pt x="52420" y="95019"/>
                    <a:pt x="52420" y="94949"/>
                  </a:cubicBezTo>
                  <a:cubicBezTo>
                    <a:pt x="52406" y="94754"/>
                    <a:pt x="52434" y="94572"/>
                    <a:pt x="52587" y="94419"/>
                  </a:cubicBezTo>
                  <a:cubicBezTo>
                    <a:pt x="52685" y="94335"/>
                    <a:pt x="52768" y="94210"/>
                    <a:pt x="52838" y="94112"/>
                  </a:cubicBezTo>
                  <a:lnTo>
                    <a:pt x="52838" y="94112"/>
                  </a:lnTo>
                  <a:lnTo>
                    <a:pt x="52824" y="94084"/>
                  </a:lnTo>
                  <a:cubicBezTo>
                    <a:pt x="52768" y="94084"/>
                    <a:pt x="52699" y="94084"/>
                    <a:pt x="52643" y="94070"/>
                  </a:cubicBezTo>
                  <a:cubicBezTo>
                    <a:pt x="52587" y="94056"/>
                    <a:pt x="52615" y="94000"/>
                    <a:pt x="52643" y="93972"/>
                  </a:cubicBezTo>
                  <a:cubicBezTo>
                    <a:pt x="52657" y="93945"/>
                    <a:pt x="52699" y="93945"/>
                    <a:pt x="52713" y="93945"/>
                  </a:cubicBezTo>
                  <a:cubicBezTo>
                    <a:pt x="52755" y="94000"/>
                    <a:pt x="52782" y="94042"/>
                    <a:pt x="52824" y="94084"/>
                  </a:cubicBezTo>
                  <a:lnTo>
                    <a:pt x="52852" y="94084"/>
                  </a:lnTo>
                  <a:lnTo>
                    <a:pt x="52838" y="94112"/>
                  </a:lnTo>
                  <a:cubicBezTo>
                    <a:pt x="52894" y="94112"/>
                    <a:pt x="52922" y="94126"/>
                    <a:pt x="52978" y="94126"/>
                  </a:cubicBezTo>
                  <a:cubicBezTo>
                    <a:pt x="53145" y="94112"/>
                    <a:pt x="53257" y="94000"/>
                    <a:pt x="53243" y="93847"/>
                  </a:cubicBezTo>
                  <a:cubicBezTo>
                    <a:pt x="53215" y="93721"/>
                    <a:pt x="53187" y="93624"/>
                    <a:pt x="53145" y="93498"/>
                  </a:cubicBezTo>
                  <a:cubicBezTo>
                    <a:pt x="53131" y="93442"/>
                    <a:pt x="53033" y="93387"/>
                    <a:pt x="52964" y="93428"/>
                  </a:cubicBezTo>
                  <a:cubicBezTo>
                    <a:pt x="52908" y="93442"/>
                    <a:pt x="52866" y="93484"/>
                    <a:pt x="52838" y="93498"/>
                  </a:cubicBezTo>
                  <a:cubicBezTo>
                    <a:pt x="52615" y="93596"/>
                    <a:pt x="52406" y="93498"/>
                    <a:pt x="52336" y="93275"/>
                  </a:cubicBezTo>
                  <a:cubicBezTo>
                    <a:pt x="52294" y="93136"/>
                    <a:pt x="52266" y="92996"/>
                    <a:pt x="52238" y="92857"/>
                  </a:cubicBezTo>
                  <a:cubicBezTo>
                    <a:pt x="52224" y="92801"/>
                    <a:pt x="52211" y="92759"/>
                    <a:pt x="52211" y="92717"/>
                  </a:cubicBezTo>
                  <a:cubicBezTo>
                    <a:pt x="52197" y="92619"/>
                    <a:pt x="52308" y="92536"/>
                    <a:pt x="52406" y="92550"/>
                  </a:cubicBezTo>
                  <a:cubicBezTo>
                    <a:pt x="52545" y="92606"/>
                    <a:pt x="52685" y="92647"/>
                    <a:pt x="52796" y="92717"/>
                  </a:cubicBezTo>
                  <a:cubicBezTo>
                    <a:pt x="52978" y="92815"/>
                    <a:pt x="53173" y="92829"/>
                    <a:pt x="53354" y="92801"/>
                  </a:cubicBezTo>
                  <a:cubicBezTo>
                    <a:pt x="53550" y="92759"/>
                    <a:pt x="53801" y="92550"/>
                    <a:pt x="53773" y="92368"/>
                  </a:cubicBezTo>
                  <a:cubicBezTo>
                    <a:pt x="53773" y="92229"/>
                    <a:pt x="53731" y="92089"/>
                    <a:pt x="53731" y="91950"/>
                  </a:cubicBezTo>
                  <a:cubicBezTo>
                    <a:pt x="53731" y="91783"/>
                    <a:pt x="53773" y="91615"/>
                    <a:pt x="53801" y="91462"/>
                  </a:cubicBezTo>
                  <a:cubicBezTo>
                    <a:pt x="53801" y="91434"/>
                    <a:pt x="53773" y="91406"/>
                    <a:pt x="53773" y="91392"/>
                  </a:cubicBezTo>
                  <a:cubicBezTo>
                    <a:pt x="53759" y="91336"/>
                    <a:pt x="53745" y="91294"/>
                    <a:pt x="53745" y="91253"/>
                  </a:cubicBezTo>
                  <a:cubicBezTo>
                    <a:pt x="53703" y="91085"/>
                    <a:pt x="53773" y="91001"/>
                    <a:pt x="53912" y="91043"/>
                  </a:cubicBezTo>
                  <a:cubicBezTo>
                    <a:pt x="54456" y="91155"/>
                    <a:pt x="54958" y="91113"/>
                    <a:pt x="55475" y="90904"/>
                  </a:cubicBezTo>
                  <a:cubicBezTo>
                    <a:pt x="55614" y="90848"/>
                    <a:pt x="55753" y="90806"/>
                    <a:pt x="55865" y="90736"/>
                  </a:cubicBezTo>
                  <a:cubicBezTo>
                    <a:pt x="56102" y="90639"/>
                    <a:pt x="56284" y="90513"/>
                    <a:pt x="56339" y="90234"/>
                  </a:cubicBezTo>
                  <a:cubicBezTo>
                    <a:pt x="56381" y="90081"/>
                    <a:pt x="56479" y="89941"/>
                    <a:pt x="56535" y="89788"/>
                  </a:cubicBezTo>
                  <a:cubicBezTo>
                    <a:pt x="56562" y="89690"/>
                    <a:pt x="56590" y="89607"/>
                    <a:pt x="56618" y="89509"/>
                  </a:cubicBezTo>
                  <a:cubicBezTo>
                    <a:pt x="56632" y="89397"/>
                    <a:pt x="56590" y="89258"/>
                    <a:pt x="56479" y="89202"/>
                  </a:cubicBezTo>
                  <a:cubicBezTo>
                    <a:pt x="56409" y="89174"/>
                    <a:pt x="56353" y="89160"/>
                    <a:pt x="56284" y="89104"/>
                  </a:cubicBezTo>
                  <a:cubicBezTo>
                    <a:pt x="56214" y="89063"/>
                    <a:pt x="56200" y="88993"/>
                    <a:pt x="56200" y="88909"/>
                  </a:cubicBezTo>
                  <a:cubicBezTo>
                    <a:pt x="56200" y="88839"/>
                    <a:pt x="56214" y="88770"/>
                    <a:pt x="56242" y="88700"/>
                  </a:cubicBezTo>
                  <a:cubicBezTo>
                    <a:pt x="56311" y="88505"/>
                    <a:pt x="56214" y="88393"/>
                    <a:pt x="56102" y="88268"/>
                  </a:cubicBezTo>
                  <a:cubicBezTo>
                    <a:pt x="55935" y="88128"/>
                    <a:pt x="55753" y="88058"/>
                    <a:pt x="55614" y="87905"/>
                  </a:cubicBezTo>
                  <a:lnTo>
                    <a:pt x="55572" y="87905"/>
                  </a:lnTo>
                  <a:lnTo>
                    <a:pt x="55572" y="87863"/>
                  </a:lnTo>
                  <a:lnTo>
                    <a:pt x="55544" y="87835"/>
                  </a:lnTo>
                  <a:cubicBezTo>
                    <a:pt x="55558" y="87835"/>
                    <a:pt x="55572" y="87849"/>
                    <a:pt x="55572" y="87849"/>
                  </a:cubicBezTo>
                  <a:lnTo>
                    <a:pt x="55572" y="87863"/>
                  </a:lnTo>
                  <a:lnTo>
                    <a:pt x="55586" y="87877"/>
                  </a:lnTo>
                  <a:lnTo>
                    <a:pt x="55614" y="87905"/>
                  </a:lnTo>
                  <a:cubicBezTo>
                    <a:pt x="55963" y="87933"/>
                    <a:pt x="56311" y="87933"/>
                    <a:pt x="56604" y="88128"/>
                  </a:cubicBezTo>
                  <a:cubicBezTo>
                    <a:pt x="56660" y="88156"/>
                    <a:pt x="56744" y="88156"/>
                    <a:pt x="56814" y="88156"/>
                  </a:cubicBezTo>
                  <a:cubicBezTo>
                    <a:pt x="56953" y="88184"/>
                    <a:pt x="57093" y="88184"/>
                    <a:pt x="57246" y="88184"/>
                  </a:cubicBezTo>
                  <a:cubicBezTo>
                    <a:pt x="57609" y="88184"/>
                    <a:pt x="57888" y="88058"/>
                    <a:pt x="58083" y="87724"/>
                  </a:cubicBezTo>
                  <a:cubicBezTo>
                    <a:pt x="58194" y="87570"/>
                    <a:pt x="58222" y="87361"/>
                    <a:pt x="58376" y="87235"/>
                  </a:cubicBezTo>
                  <a:cubicBezTo>
                    <a:pt x="58557" y="87096"/>
                    <a:pt x="58641" y="86901"/>
                    <a:pt x="58697" y="86691"/>
                  </a:cubicBezTo>
                  <a:cubicBezTo>
                    <a:pt x="58752" y="86468"/>
                    <a:pt x="58822" y="86231"/>
                    <a:pt x="58864" y="85994"/>
                  </a:cubicBezTo>
                  <a:lnTo>
                    <a:pt x="58892" y="86022"/>
                  </a:lnTo>
                  <a:lnTo>
                    <a:pt x="58892" y="85994"/>
                  </a:lnTo>
                  <a:lnTo>
                    <a:pt x="58864" y="85994"/>
                  </a:lnTo>
                  <a:cubicBezTo>
                    <a:pt x="58822" y="85813"/>
                    <a:pt x="58836" y="85701"/>
                    <a:pt x="58976" y="85617"/>
                  </a:cubicBezTo>
                  <a:cubicBezTo>
                    <a:pt x="59031" y="85575"/>
                    <a:pt x="59101" y="85575"/>
                    <a:pt x="59143" y="85561"/>
                  </a:cubicBezTo>
                  <a:cubicBezTo>
                    <a:pt x="59185" y="85394"/>
                    <a:pt x="59255" y="85213"/>
                    <a:pt x="59352" y="85059"/>
                  </a:cubicBezTo>
                  <a:cubicBezTo>
                    <a:pt x="59380" y="85017"/>
                    <a:pt x="59422" y="84990"/>
                    <a:pt x="59478" y="84990"/>
                  </a:cubicBezTo>
                  <a:cubicBezTo>
                    <a:pt x="59520" y="84990"/>
                    <a:pt x="59547" y="85045"/>
                    <a:pt x="59547" y="85073"/>
                  </a:cubicBezTo>
                  <a:cubicBezTo>
                    <a:pt x="59561" y="85143"/>
                    <a:pt x="59589" y="85199"/>
                    <a:pt x="59603" y="85269"/>
                  </a:cubicBezTo>
                  <a:cubicBezTo>
                    <a:pt x="59743" y="85255"/>
                    <a:pt x="59799" y="85143"/>
                    <a:pt x="59840" y="85045"/>
                  </a:cubicBezTo>
                  <a:cubicBezTo>
                    <a:pt x="60036" y="84571"/>
                    <a:pt x="60245" y="84111"/>
                    <a:pt x="60538" y="83720"/>
                  </a:cubicBezTo>
                  <a:cubicBezTo>
                    <a:pt x="60733" y="83441"/>
                    <a:pt x="60859" y="83107"/>
                    <a:pt x="60663" y="82772"/>
                  </a:cubicBezTo>
                  <a:cubicBezTo>
                    <a:pt x="60649" y="82744"/>
                    <a:pt x="60649" y="82688"/>
                    <a:pt x="60635" y="82632"/>
                  </a:cubicBezTo>
                  <a:cubicBezTo>
                    <a:pt x="60566" y="82200"/>
                    <a:pt x="60649" y="81837"/>
                    <a:pt x="60998" y="81530"/>
                  </a:cubicBezTo>
                  <a:cubicBezTo>
                    <a:pt x="61138" y="81419"/>
                    <a:pt x="61291" y="81279"/>
                    <a:pt x="61417" y="81154"/>
                  </a:cubicBezTo>
                  <a:cubicBezTo>
                    <a:pt x="61640" y="80931"/>
                    <a:pt x="61905" y="80763"/>
                    <a:pt x="62198" y="80666"/>
                  </a:cubicBezTo>
                  <a:cubicBezTo>
                    <a:pt x="62351" y="80610"/>
                    <a:pt x="62491" y="80540"/>
                    <a:pt x="62616" y="80414"/>
                  </a:cubicBezTo>
                  <a:cubicBezTo>
                    <a:pt x="62728" y="80317"/>
                    <a:pt x="62839" y="80247"/>
                    <a:pt x="62881" y="80094"/>
                  </a:cubicBezTo>
                  <a:cubicBezTo>
                    <a:pt x="62881" y="80052"/>
                    <a:pt x="62965" y="80024"/>
                    <a:pt x="63007" y="80038"/>
                  </a:cubicBezTo>
                  <a:cubicBezTo>
                    <a:pt x="63146" y="80066"/>
                    <a:pt x="63286" y="80038"/>
                    <a:pt x="63425" y="80024"/>
                  </a:cubicBezTo>
                  <a:cubicBezTo>
                    <a:pt x="63565" y="79996"/>
                    <a:pt x="63704" y="80038"/>
                    <a:pt x="63844" y="80038"/>
                  </a:cubicBezTo>
                  <a:cubicBezTo>
                    <a:pt x="64095" y="80038"/>
                    <a:pt x="64346" y="79982"/>
                    <a:pt x="64541" y="79745"/>
                  </a:cubicBezTo>
                  <a:cubicBezTo>
                    <a:pt x="64625" y="79633"/>
                    <a:pt x="64778" y="79578"/>
                    <a:pt x="64890" y="79508"/>
                  </a:cubicBezTo>
                  <a:cubicBezTo>
                    <a:pt x="64960" y="79466"/>
                    <a:pt x="65001" y="79368"/>
                    <a:pt x="64987" y="79271"/>
                  </a:cubicBezTo>
                  <a:cubicBezTo>
                    <a:pt x="64960" y="79145"/>
                    <a:pt x="64974" y="79020"/>
                    <a:pt x="65043" y="78922"/>
                  </a:cubicBezTo>
                  <a:cubicBezTo>
                    <a:pt x="65183" y="78671"/>
                    <a:pt x="65308" y="78420"/>
                    <a:pt x="65462" y="78169"/>
                  </a:cubicBezTo>
                  <a:cubicBezTo>
                    <a:pt x="65587" y="77973"/>
                    <a:pt x="65657" y="77792"/>
                    <a:pt x="65615" y="77555"/>
                  </a:cubicBezTo>
                  <a:cubicBezTo>
                    <a:pt x="65601" y="77388"/>
                    <a:pt x="65601" y="77206"/>
                    <a:pt x="65685" y="77067"/>
                  </a:cubicBezTo>
                  <a:cubicBezTo>
                    <a:pt x="65880" y="76788"/>
                    <a:pt x="65908" y="76495"/>
                    <a:pt x="65936" y="76188"/>
                  </a:cubicBezTo>
                  <a:cubicBezTo>
                    <a:pt x="65950" y="75797"/>
                    <a:pt x="65950" y="75421"/>
                    <a:pt x="65950" y="75030"/>
                  </a:cubicBezTo>
                  <a:cubicBezTo>
                    <a:pt x="65950" y="74765"/>
                    <a:pt x="65936" y="74514"/>
                    <a:pt x="65936" y="74249"/>
                  </a:cubicBezTo>
                  <a:cubicBezTo>
                    <a:pt x="65936" y="74124"/>
                    <a:pt x="65964" y="73998"/>
                    <a:pt x="66089" y="73956"/>
                  </a:cubicBezTo>
                  <a:cubicBezTo>
                    <a:pt x="66424" y="73817"/>
                    <a:pt x="66605" y="73552"/>
                    <a:pt x="66717" y="73203"/>
                  </a:cubicBezTo>
                  <a:cubicBezTo>
                    <a:pt x="66731" y="73133"/>
                    <a:pt x="66787" y="73077"/>
                    <a:pt x="66801" y="73008"/>
                  </a:cubicBezTo>
                  <a:cubicBezTo>
                    <a:pt x="66884" y="72812"/>
                    <a:pt x="67010" y="72645"/>
                    <a:pt x="67191" y="72492"/>
                  </a:cubicBezTo>
                  <a:cubicBezTo>
                    <a:pt x="67373" y="72310"/>
                    <a:pt x="67568" y="72115"/>
                    <a:pt x="67749" y="71934"/>
                  </a:cubicBezTo>
                  <a:cubicBezTo>
                    <a:pt x="67917" y="71738"/>
                    <a:pt x="68070" y="71515"/>
                    <a:pt x="68168" y="71264"/>
                  </a:cubicBezTo>
                  <a:cubicBezTo>
                    <a:pt x="68251" y="71027"/>
                    <a:pt x="68335" y="70469"/>
                    <a:pt x="68265" y="70274"/>
                  </a:cubicBezTo>
                  <a:cubicBezTo>
                    <a:pt x="68251" y="69981"/>
                    <a:pt x="68154" y="69660"/>
                    <a:pt x="68028" y="69353"/>
                  </a:cubicBezTo>
                  <a:close/>
                  <a:moveTo>
                    <a:pt x="57023" y="29293"/>
                  </a:moveTo>
                  <a:cubicBezTo>
                    <a:pt x="57023" y="29293"/>
                    <a:pt x="57065" y="29335"/>
                    <a:pt x="57065" y="29349"/>
                  </a:cubicBezTo>
                  <a:cubicBezTo>
                    <a:pt x="57009" y="29544"/>
                    <a:pt x="56814" y="29544"/>
                    <a:pt x="56688" y="29628"/>
                  </a:cubicBezTo>
                  <a:cubicBezTo>
                    <a:pt x="56660" y="29572"/>
                    <a:pt x="56618" y="29558"/>
                    <a:pt x="56632" y="29544"/>
                  </a:cubicBezTo>
                  <a:cubicBezTo>
                    <a:pt x="56716" y="29404"/>
                    <a:pt x="56869" y="29349"/>
                    <a:pt x="57023" y="29293"/>
                  </a:cubicBezTo>
                  <a:close/>
                  <a:moveTo>
                    <a:pt x="53954" y="30255"/>
                  </a:moveTo>
                  <a:lnTo>
                    <a:pt x="53968" y="30199"/>
                  </a:lnTo>
                  <a:lnTo>
                    <a:pt x="53996" y="30255"/>
                  </a:lnTo>
                  <a:close/>
                  <a:moveTo>
                    <a:pt x="53787" y="28874"/>
                  </a:moveTo>
                  <a:cubicBezTo>
                    <a:pt x="53898" y="28860"/>
                    <a:pt x="54010" y="28916"/>
                    <a:pt x="54135" y="28846"/>
                  </a:cubicBezTo>
                  <a:cubicBezTo>
                    <a:pt x="54359" y="28721"/>
                    <a:pt x="54582" y="28805"/>
                    <a:pt x="54805" y="28874"/>
                  </a:cubicBezTo>
                  <a:cubicBezTo>
                    <a:pt x="54833" y="28902"/>
                    <a:pt x="54847" y="28944"/>
                    <a:pt x="54847" y="29000"/>
                  </a:cubicBezTo>
                  <a:cubicBezTo>
                    <a:pt x="54847" y="29014"/>
                    <a:pt x="54819" y="29056"/>
                    <a:pt x="54805" y="29056"/>
                  </a:cubicBezTo>
                  <a:cubicBezTo>
                    <a:pt x="54721" y="29084"/>
                    <a:pt x="54638" y="29125"/>
                    <a:pt x="54568" y="29139"/>
                  </a:cubicBezTo>
                  <a:cubicBezTo>
                    <a:pt x="54359" y="29028"/>
                    <a:pt x="54177" y="29070"/>
                    <a:pt x="53996" y="29070"/>
                  </a:cubicBezTo>
                  <a:cubicBezTo>
                    <a:pt x="53940" y="29070"/>
                    <a:pt x="53870" y="29014"/>
                    <a:pt x="53801" y="28986"/>
                  </a:cubicBezTo>
                  <a:cubicBezTo>
                    <a:pt x="53773" y="28958"/>
                    <a:pt x="53759" y="28944"/>
                    <a:pt x="53759" y="28930"/>
                  </a:cubicBezTo>
                  <a:cubicBezTo>
                    <a:pt x="53745" y="28930"/>
                    <a:pt x="53759" y="28874"/>
                    <a:pt x="53787" y="28874"/>
                  </a:cubicBezTo>
                  <a:close/>
                  <a:moveTo>
                    <a:pt x="53591" y="30116"/>
                  </a:moveTo>
                  <a:lnTo>
                    <a:pt x="53605" y="30130"/>
                  </a:lnTo>
                  <a:close/>
                  <a:moveTo>
                    <a:pt x="51862" y="28205"/>
                  </a:moveTo>
                  <a:lnTo>
                    <a:pt x="51904" y="28233"/>
                  </a:lnTo>
                  <a:cubicBezTo>
                    <a:pt x="51918" y="28275"/>
                    <a:pt x="51918" y="28302"/>
                    <a:pt x="51932" y="28344"/>
                  </a:cubicBezTo>
                  <a:lnTo>
                    <a:pt x="51876" y="28233"/>
                  </a:lnTo>
                  <a:cubicBezTo>
                    <a:pt x="51834" y="28233"/>
                    <a:pt x="51834" y="28233"/>
                    <a:pt x="51862" y="28205"/>
                  </a:cubicBezTo>
                  <a:close/>
                  <a:moveTo>
                    <a:pt x="51388" y="28428"/>
                  </a:moveTo>
                  <a:cubicBezTo>
                    <a:pt x="51429" y="28372"/>
                    <a:pt x="51485" y="28316"/>
                    <a:pt x="51513" y="28275"/>
                  </a:cubicBezTo>
                  <a:cubicBezTo>
                    <a:pt x="51527" y="28302"/>
                    <a:pt x="51555" y="28358"/>
                    <a:pt x="51555" y="28386"/>
                  </a:cubicBezTo>
                  <a:cubicBezTo>
                    <a:pt x="51569" y="28442"/>
                    <a:pt x="51569" y="28484"/>
                    <a:pt x="51583" y="28581"/>
                  </a:cubicBezTo>
                  <a:cubicBezTo>
                    <a:pt x="51583" y="28595"/>
                    <a:pt x="51569" y="28651"/>
                    <a:pt x="51569" y="28721"/>
                  </a:cubicBezTo>
                  <a:cubicBezTo>
                    <a:pt x="51569" y="28735"/>
                    <a:pt x="51527" y="28735"/>
                    <a:pt x="51513" y="28735"/>
                  </a:cubicBezTo>
                  <a:cubicBezTo>
                    <a:pt x="51360" y="28707"/>
                    <a:pt x="51304" y="28567"/>
                    <a:pt x="51388" y="28428"/>
                  </a:cubicBezTo>
                  <a:close/>
                  <a:moveTo>
                    <a:pt x="50062" y="27717"/>
                  </a:moveTo>
                  <a:cubicBezTo>
                    <a:pt x="50132" y="27731"/>
                    <a:pt x="50132" y="27744"/>
                    <a:pt x="50048" y="27744"/>
                  </a:cubicBezTo>
                  <a:cubicBezTo>
                    <a:pt x="50035" y="27744"/>
                    <a:pt x="50021" y="27731"/>
                    <a:pt x="49993" y="27731"/>
                  </a:cubicBezTo>
                  <a:cubicBezTo>
                    <a:pt x="50035" y="27731"/>
                    <a:pt x="50048" y="27717"/>
                    <a:pt x="50062" y="27717"/>
                  </a:cubicBezTo>
                  <a:close/>
                  <a:moveTo>
                    <a:pt x="48933" y="31162"/>
                  </a:moveTo>
                  <a:cubicBezTo>
                    <a:pt x="48947" y="31162"/>
                    <a:pt x="48988" y="31176"/>
                    <a:pt x="48988" y="31176"/>
                  </a:cubicBezTo>
                  <a:lnTo>
                    <a:pt x="48988" y="31232"/>
                  </a:lnTo>
                  <a:cubicBezTo>
                    <a:pt x="48877" y="31287"/>
                    <a:pt x="48793" y="31343"/>
                    <a:pt x="48695" y="31385"/>
                  </a:cubicBezTo>
                  <a:cubicBezTo>
                    <a:pt x="48695" y="31385"/>
                    <a:pt x="48668" y="31357"/>
                    <a:pt x="48654" y="31343"/>
                  </a:cubicBezTo>
                  <a:cubicBezTo>
                    <a:pt x="48723" y="31232"/>
                    <a:pt x="48793" y="31162"/>
                    <a:pt x="48933" y="31162"/>
                  </a:cubicBezTo>
                  <a:close/>
                  <a:moveTo>
                    <a:pt x="47677" y="33170"/>
                  </a:moveTo>
                  <a:cubicBezTo>
                    <a:pt x="47691" y="33170"/>
                    <a:pt x="47719" y="33184"/>
                    <a:pt x="47733" y="33184"/>
                  </a:cubicBezTo>
                  <a:lnTo>
                    <a:pt x="47733" y="33240"/>
                  </a:lnTo>
                  <a:cubicBezTo>
                    <a:pt x="47719" y="33254"/>
                    <a:pt x="47691" y="33254"/>
                    <a:pt x="47677" y="33254"/>
                  </a:cubicBezTo>
                  <a:cubicBezTo>
                    <a:pt x="47663" y="33254"/>
                    <a:pt x="47649" y="33240"/>
                    <a:pt x="47649" y="33212"/>
                  </a:cubicBezTo>
                  <a:cubicBezTo>
                    <a:pt x="47649" y="33184"/>
                    <a:pt x="47663" y="33170"/>
                    <a:pt x="47677" y="33170"/>
                  </a:cubicBezTo>
                  <a:close/>
                  <a:moveTo>
                    <a:pt x="44790" y="15818"/>
                  </a:moveTo>
                  <a:cubicBezTo>
                    <a:pt x="44804" y="15818"/>
                    <a:pt x="44832" y="15818"/>
                    <a:pt x="44846" y="15832"/>
                  </a:cubicBezTo>
                  <a:cubicBezTo>
                    <a:pt x="45027" y="16000"/>
                    <a:pt x="45139" y="16209"/>
                    <a:pt x="45250" y="16418"/>
                  </a:cubicBezTo>
                  <a:lnTo>
                    <a:pt x="45250" y="16460"/>
                  </a:lnTo>
                  <a:cubicBezTo>
                    <a:pt x="45236" y="16488"/>
                    <a:pt x="45222" y="16502"/>
                    <a:pt x="45194" y="16502"/>
                  </a:cubicBezTo>
                  <a:cubicBezTo>
                    <a:pt x="45139" y="16488"/>
                    <a:pt x="45055" y="16446"/>
                    <a:pt x="45013" y="16418"/>
                  </a:cubicBezTo>
                  <a:cubicBezTo>
                    <a:pt x="44874" y="16293"/>
                    <a:pt x="44776" y="16111"/>
                    <a:pt x="44734" y="15944"/>
                  </a:cubicBezTo>
                  <a:cubicBezTo>
                    <a:pt x="44720" y="15874"/>
                    <a:pt x="44734" y="15832"/>
                    <a:pt x="44790" y="15818"/>
                  </a:cubicBezTo>
                  <a:close/>
                  <a:moveTo>
                    <a:pt x="41024" y="16976"/>
                  </a:moveTo>
                  <a:cubicBezTo>
                    <a:pt x="41024" y="16948"/>
                    <a:pt x="41052" y="16948"/>
                    <a:pt x="41066" y="16948"/>
                  </a:cubicBezTo>
                  <a:cubicBezTo>
                    <a:pt x="41177" y="16990"/>
                    <a:pt x="41275" y="17018"/>
                    <a:pt x="41317" y="17144"/>
                  </a:cubicBezTo>
                  <a:lnTo>
                    <a:pt x="41331" y="17144"/>
                  </a:lnTo>
                  <a:cubicBezTo>
                    <a:pt x="41331" y="17157"/>
                    <a:pt x="41345" y="17157"/>
                    <a:pt x="41345" y="17157"/>
                  </a:cubicBezTo>
                  <a:cubicBezTo>
                    <a:pt x="41442" y="17185"/>
                    <a:pt x="41526" y="17199"/>
                    <a:pt x="41596" y="17269"/>
                  </a:cubicBezTo>
                  <a:lnTo>
                    <a:pt x="41624" y="17269"/>
                  </a:lnTo>
                  <a:lnTo>
                    <a:pt x="41624" y="17325"/>
                  </a:lnTo>
                  <a:lnTo>
                    <a:pt x="41610" y="17283"/>
                  </a:lnTo>
                  <a:lnTo>
                    <a:pt x="41596" y="17269"/>
                  </a:lnTo>
                  <a:cubicBezTo>
                    <a:pt x="41498" y="17269"/>
                    <a:pt x="41414" y="17227"/>
                    <a:pt x="41345" y="17157"/>
                  </a:cubicBezTo>
                  <a:lnTo>
                    <a:pt x="41317" y="17157"/>
                  </a:lnTo>
                  <a:lnTo>
                    <a:pt x="41317" y="17144"/>
                  </a:lnTo>
                  <a:cubicBezTo>
                    <a:pt x="41121" y="17213"/>
                    <a:pt x="41093" y="17213"/>
                    <a:pt x="40996" y="17088"/>
                  </a:cubicBezTo>
                  <a:cubicBezTo>
                    <a:pt x="40982" y="17060"/>
                    <a:pt x="40996" y="17004"/>
                    <a:pt x="41024" y="16976"/>
                  </a:cubicBezTo>
                  <a:close/>
                  <a:moveTo>
                    <a:pt x="39643" y="16460"/>
                  </a:moveTo>
                  <a:cubicBezTo>
                    <a:pt x="39657" y="16460"/>
                    <a:pt x="39671" y="16488"/>
                    <a:pt x="39671" y="16502"/>
                  </a:cubicBezTo>
                  <a:cubicBezTo>
                    <a:pt x="39657" y="16502"/>
                    <a:pt x="39643" y="16516"/>
                    <a:pt x="39615" y="16516"/>
                  </a:cubicBezTo>
                  <a:cubicBezTo>
                    <a:pt x="39573" y="16488"/>
                    <a:pt x="39573" y="16460"/>
                    <a:pt x="39643" y="16460"/>
                  </a:cubicBezTo>
                  <a:close/>
                  <a:moveTo>
                    <a:pt x="44874" y="32836"/>
                  </a:moveTo>
                  <a:cubicBezTo>
                    <a:pt x="44888" y="32822"/>
                    <a:pt x="44901" y="32822"/>
                    <a:pt x="44929" y="32822"/>
                  </a:cubicBezTo>
                  <a:cubicBezTo>
                    <a:pt x="44943" y="32836"/>
                    <a:pt x="44957" y="32836"/>
                    <a:pt x="44971" y="32850"/>
                  </a:cubicBezTo>
                  <a:cubicBezTo>
                    <a:pt x="44999" y="32905"/>
                    <a:pt x="44971" y="32919"/>
                    <a:pt x="44929" y="32919"/>
                  </a:cubicBezTo>
                  <a:cubicBezTo>
                    <a:pt x="44901" y="32919"/>
                    <a:pt x="44888" y="32905"/>
                    <a:pt x="44874" y="32892"/>
                  </a:cubicBezTo>
                  <a:cubicBezTo>
                    <a:pt x="44860" y="32892"/>
                    <a:pt x="44860" y="32850"/>
                    <a:pt x="44874" y="32836"/>
                  </a:cubicBezTo>
                  <a:close/>
                  <a:moveTo>
                    <a:pt x="44385" y="37090"/>
                  </a:moveTo>
                  <a:cubicBezTo>
                    <a:pt x="44399" y="37076"/>
                    <a:pt x="44413" y="37048"/>
                    <a:pt x="44441" y="37048"/>
                  </a:cubicBezTo>
                  <a:cubicBezTo>
                    <a:pt x="44539" y="37020"/>
                    <a:pt x="44664" y="36951"/>
                    <a:pt x="44762" y="36937"/>
                  </a:cubicBezTo>
                  <a:cubicBezTo>
                    <a:pt x="45013" y="36895"/>
                    <a:pt x="45236" y="36881"/>
                    <a:pt x="45487" y="36881"/>
                  </a:cubicBezTo>
                  <a:cubicBezTo>
                    <a:pt x="45641" y="36881"/>
                    <a:pt x="45766" y="36825"/>
                    <a:pt x="45864" y="36727"/>
                  </a:cubicBezTo>
                  <a:cubicBezTo>
                    <a:pt x="45892" y="36686"/>
                    <a:pt x="45948" y="36686"/>
                    <a:pt x="45989" y="36672"/>
                  </a:cubicBezTo>
                  <a:lnTo>
                    <a:pt x="46031" y="36727"/>
                  </a:lnTo>
                  <a:cubicBezTo>
                    <a:pt x="46129" y="36867"/>
                    <a:pt x="46101" y="37006"/>
                    <a:pt x="46017" y="37118"/>
                  </a:cubicBezTo>
                  <a:cubicBezTo>
                    <a:pt x="45864" y="37313"/>
                    <a:pt x="45669" y="37467"/>
                    <a:pt x="45404" y="37369"/>
                  </a:cubicBezTo>
                  <a:cubicBezTo>
                    <a:pt x="45083" y="37243"/>
                    <a:pt x="44748" y="37327"/>
                    <a:pt x="44413" y="37299"/>
                  </a:cubicBezTo>
                  <a:cubicBezTo>
                    <a:pt x="44385" y="37299"/>
                    <a:pt x="44330" y="37243"/>
                    <a:pt x="44330" y="37216"/>
                  </a:cubicBezTo>
                  <a:cubicBezTo>
                    <a:pt x="44330" y="37174"/>
                    <a:pt x="44371" y="37132"/>
                    <a:pt x="44385" y="37090"/>
                  </a:cubicBezTo>
                  <a:close/>
                  <a:moveTo>
                    <a:pt x="44274" y="37760"/>
                  </a:moveTo>
                  <a:cubicBezTo>
                    <a:pt x="44274" y="37787"/>
                    <a:pt x="44260" y="37843"/>
                    <a:pt x="44232" y="37857"/>
                  </a:cubicBezTo>
                  <a:cubicBezTo>
                    <a:pt x="43981" y="37997"/>
                    <a:pt x="43716" y="38136"/>
                    <a:pt x="43465" y="38248"/>
                  </a:cubicBezTo>
                  <a:cubicBezTo>
                    <a:pt x="43269" y="38331"/>
                    <a:pt x="43060" y="38401"/>
                    <a:pt x="42879" y="38499"/>
                  </a:cubicBezTo>
                  <a:cubicBezTo>
                    <a:pt x="42712" y="38610"/>
                    <a:pt x="42488" y="38666"/>
                    <a:pt x="42251" y="38666"/>
                  </a:cubicBezTo>
                  <a:cubicBezTo>
                    <a:pt x="42181" y="38624"/>
                    <a:pt x="42112" y="38569"/>
                    <a:pt x="42028" y="38527"/>
                  </a:cubicBezTo>
                  <a:cubicBezTo>
                    <a:pt x="41958" y="38471"/>
                    <a:pt x="41972" y="38318"/>
                    <a:pt x="42042" y="38276"/>
                  </a:cubicBezTo>
                  <a:cubicBezTo>
                    <a:pt x="42070" y="38262"/>
                    <a:pt x="42084" y="38248"/>
                    <a:pt x="42098" y="38248"/>
                  </a:cubicBezTo>
                  <a:cubicBezTo>
                    <a:pt x="42447" y="38206"/>
                    <a:pt x="42725" y="38052"/>
                    <a:pt x="43004" y="37857"/>
                  </a:cubicBezTo>
                  <a:cubicBezTo>
                    <a:pt x="43116" y="37787"/>
                    <a:pt x="43228" y="37774"/>
                    <a:pt x="43353" y="37829"/>
                  </a:cubicBezTo>
                  <a:cubicBezTo>
                    <a:pt x="43493" y="37871"/>
                    <a:pt x="43632" y="37857"/>
                    <a:pt x="43772" y="37787"/>
                  </a:cubicBezTo>
                  <a:cubicBezTo>
                    <a:pt x="43883" y="37732"/>
                    <a:pt x="43995" y="37704"/>
                    <a:pt x="44106" y="37662"/>
                  </a:cubicBezTo>
                  <a:cubicBezTo>
                    <a:pt x="44162" y="37662"/>
                    <a:pt x="44274" y="37718"/>
                    <a:pt x="44274" y="37760"/>
                  </a:cubicBezTo>
                  <a:close/>
                  <a:moveTo>
                    <a:pt x="42223" y="34802"/>
                  </a:moveTo>
                  <a:cubicBezTo>
                    <a:pt x="42725" y="34872"/>
                    <a:pt x="43200" y="34998"/>
                    <a:pt x="43674" y="35179"/>
                  </a:cubicBezTo>
                  <a:cubicBezTo>
                    <a:pt x="43744" y="35193"/>
                    <a:pt x="43813" y="35235"/>
                    <a:pt x="43827" y="35291"/>
                  </a:cubicBezTo>
                  <a:cubicBezTo>
                    <a:pt x="43925" y="35486"/>
                    <a:pt x="44037" y="35681"/>
                    <a:pt x="44120" y="35877"/>
                  </a:cubicBezTo>
                  <a:cubicBezTo>
                    <a:pt x="44176" y="35974"/>
                    <a:pt x="44106" y="36044"/>
                    <a:pt x="44051" y="36128"/>
                  </a:cubicBezTo>
                  <a:cubicBezTo>
                    <a:pt x="44023" y="36197"/>
                    <a:pt x="43939" y="36225"/>
                    <a:pt x="43883" y="36183"/>
                  </a:cubicBezTo>
                  <a:cubicBezTo>
                    <a:pt x="43702" y="36114"/>
                    <a:pt x="43618" y="35974"/>
                    <a:pt x="43507" y="35849"/>
                  </a:cubicBezTo>
                  <a:cubicBezTo>
                    <a:pt x="43493" y="35835"/>
                    <a:pt x="43437" y="35835"/>
                    <a:pt x="43395" y="35835"/>
                  </a:cubicBezTo>
                  <a:cubicBezTo>
                    <a:pt x="43367" y="35835"/>
                    <a:pt x="43353" y="35877"/>
                    <a:pt x="43353" y="35890"/>
                  </a:cubicBezTo>
                  <a:cubicBezTo>
                    <a:pt x="43339" y="35960"/>
                    <a:pt x="43353" y="36044"/>
                    <a:pt x="43325" y="36100"/>
                  </a:cubicBezTo>
                  <a:cubicBezTo>
                    <a:pt x="43144" y="36407"/>
                    <a:pt x="43018" y="36741"/>
                    <a:pt x="42921" y="37090"/>
                  </a:cubicBezTo>
                  <a:cubicBezTo>
                    <a:pt x="42893" y="37132"/>
                    <a:pt x="42851" y="37160"/>
                    <a:pt x="42809" y="37202"/>
                  </a:cubicBezTo>
                  <a:cubicBezTo>
                    <a:pt x="42753" y="37243"/>
                    <a:pt x="42656" y="37216"/>
                    <a:pt x="42642" y="37160"/>
                  </a:cubicBezTo>
                  <a:cubicBezTo>
                    <a:pt x="42600" y="37020"/>
                    <a:pt x="42586" y="36881"/>
                    <a:pt x="42572" y="36741"/>
                  </a:cubicBezTo>
                  <a:cubicBezTo>
                    <a:pt x="42544" y="36616"/>
                    <a:pt x="42391" y="36574"/>
                    <a:pt x="42279" y="36616"/>
                  </a:cubicBezTo>
                  <a:cubicBezTo>
                    <a:pt x="42209" y="36658"/>
                    <a:pt x="42154" y="36686"/>
                    <a:pt x="42084" y="36727"/>
                  </a:cubicBezTo>
                  <a:cubicBezTo>
                    <a:pt x="42028" y="36755"/>
                    <a:pt x="42000" y="36769"/>
                    <a:pt x="41958" y="36727"/>
                  </a:cubicBezTo>
                  <a:cubicBezTo>
                    <a:pt x="41944" y="36699"/>
                    <a:pt x="41944" y="36672"/>
                    <a:pt x="41958" y="36658"/>
                  </a:cubicBezTo>
                  <a:cubicBezTo>
                    <a:pt x="42028" y="36546"/>
                    <a:pt x="42112" y="36462"/>
                    <a:pt x="42168" y="36379"/>
                  </a:cubicBezTo>
                  <a:cubicBezTo>
                    <a:pt x="42307" y="36183"/>
                    <a:pt x="42321" y="35974"/>
                    <a:pt x="42237" y="35765"/>
                  </a:cubicBezTo>
                  <a:cubicBezTo>
                    <a:pt x="42195" y="35681"/>
                    <a:pt x="42154" y="35584"/>
                    <a:pt x="42084" y="35528"/>
                  </a:cubicBezTo>
                  <a:cubicBezTo>
                    <a:pt x="41972" y="35430"/>
                    <a:pt x="41833" y="35360"/>
                    <a:pt x="41735" y="35277"/>
                  </a:cubicBezTo>
                  <a:cubicBezTo>
                    <a:pt x="41679" y="35235"/>
                    <a:pt x="41665" y="35179"/>
                    <a:pt x="41610" y="35123"/>
                  </a:cubicBezTo>
                  <a:lnTo>
                    <a:pt x="41596" y="35123"/>
                  </a:lnTo>
                  <a:lnTo>
                    <a:pt x="41596" y="35123"/>
                  </a:lnTo>
                  <a:cubicBezTo>
                    <a:pt x="41470" y="35207"/>
                    <a:pt x="41345" y="35333"/>
                    <a:pt x="41261" y="35458"/>
                  </a:cubicBezTo>
                  <a:cubicBezTo>
                    <a:pt x="41191" y="35556"/>
                    <a:pt x="41107" y="35625"/>
                    <a:pt x="40982" y="35639"/>
                  </a:cubicBezTo>
                  <a:cubicBezTo>
                    <a:pt x="40828" y="35667"/>
                    <a:pt x="40717" y="35765"/>
                    <a:pt x="40647" y="35890"/>
                  </a:cubicBezTo>
                  <a:cubicBezTo>
                    <a:pt x="40438" y="36281"/>
                    <a:pt x="40271" y="36713"/>
                    <a:pt x="40284" y="37174"/>
                  </a:cubicBezTo>
                  <a:cubicBezTo>
                    <a:pt x="40298" y="37634"/>
                    <a:pt x="40075" y="37941"/>
                    <a:pt x="39727" y="38192"/>
                  </a:cubicBezTo>
                  <a:cubicBezTo>
                    <a:pt x="39643" y="38262"/>
                    <a:pt x="39461" y="38192"/>
                    <a:pt x="39448" y="38066"/>
                  </a:cubicBezTo>
                  <a:cubicBezTo>
                    <a:pt x="39378" y="37662"/>
                    <a:pt x="39378" y="37257"/>
                    <a:pt x="39587" y="36881"/>
                  </a:cubicBezTo>
                  <a:cubicBezTo>
                    <a:pt x="39727" y="36658"/>
                    <a:pt x="39754" y="36393"/>
                    <a:pt x="39866" y="36142"/>
                  </a:cubicBezTo>
                  <a:cubicBezTo>
                    <a:pt x="39922" y="36044"/>
                    <a:pt x="39908" y="35918"/>
                    <a:pt x="39852" y="35793"/>
                  </a:cubicBezTo>
                  <a:cubicBezTo>
                    <a:pt x="39824" y="35765"/>
                    <a:pt x="39852" y="35709"/>
                    <a:pt x="39852" y="35653"/>
                  </a:cubicBezTo>
                  <a:cubicBezTo>
                    <a:pt x="39852" y="35639"/>
                    <a:pt x="39866" y="35611"/>
                    <a:pt x="39880" y="35584"/>
                  </a:cubicBezTo>
                  <a:cubicBezTo>
                    <a:pt x="40452" y="34942"/>
                    <a:pt x="40312" y="35026"/>
                    <a:pt x="41135" y="34914"/>
                  </a:cubicBezTo>
                  <a:cubicBezTo>
                    <a:pt x="41331" y="34872"/>
                    <a:pt x="41456" y="34984"/>
                    <a:pt x="41568" y="35081"/>
                  </a:cubicBezTo>
                  <a:lnTo>
                    <a:pt x="41596" y="35067"/>
                  </a:lnTo>
                  <a:cubicBezTo>
                    <a:pt x="41596" y="35067"/>
                    <a:pt x="41596" y="35081"/>
                    <a:pt x="41610" y="35081"/>
                  </a:cubicBezTo>
                  <a:cubicBezTo>
                    <a:pt x="41735" y="35054"/>
                    <a:pt x="41875" y="35012"/>
                    <a:pt x="42000" y="34956"/>
                  </a:cubicBezTo>
                  <a:cubicBezTo>
                    <a:pt x="42028" y="34942"/>
                    <a:pt x="42042" y="34886"/>
                    <a:pt x="42084" y="34858"/>
                  </a:cubicBezTo>
                  <a:cubicBezTo>
                    <a:pt x="42168" y="34872"/>
                    <a:pt x="42195" y="34802"/>
                    <a:pt x="42223" y="34802"/>
                  </a:cubicBezTo>
                  <a:close/>
                  <a:moveTo>
                    <a:pt x="42084" y="28512"/>
                  </a:moveTo>
                  <a:cubicBezTo>
                    <a:pt x="42084" y="28498"/>
                    <a:pt x="42098" y="28498"/>
                    <a:pt x="42098" y="28484"/>
                  </a:cubicBezTo>
                  <a:lnTo>
                    <a:pt x="42098" y="28316"/>
                  </a:lnTo>
                  <a:cubicBezTo>
                    <a:pt x="42098" y="28247"/>
                    <a:pt x="42140" y="28233"/>
                    <a:pt x="42168" y="28275"/>
                  </a:cubicBezTo>
                  <a:cubicBezTo>
                    <a:pt x="42181" y="28288"/>
                    <a:pt x="42181" y="28316"/>
                    <a:pt x="42168" y="28344"/>
                  </a:cubicBezTo>
                  <a:cubicBezTo>
                    <a:pt x="42154" y="28386"/>
                    <a:pt x="42112" y="28428"/>
                    <a:pt x="42084" y="28484"/>
                  </a:cubicBezTo>
                  <a:lnTo>
                    <a:pt x="42084" y="28526"/>
                  </a:lnTo>
                  <a:lnTo>
                    <a:pt x="42028" y="28553"/>
                  </a:lnTo>
                  <a:close/>
                  <a:moveTo>
                    <a:pt x="40298" y="31497"/>
                  </a:moveTo>
                  <a:cubicBezTo>
                    <a:pt x="40326" y="31469"/>
                    <a:pt x="40340" y="31469"/>
                    <a:pt x="40368" y="31469"/>
                  </a:cubicBezTo>
                  <a:cubicBezTo>
                    <a:pt x="40410" y="31497"/>
                    <a:pt x="40452" y="31525"/>
                    <a:pt x="40452" y="31566"/>
                  </a:cubicBezTo>
                  <a:cubicBezTo>
                    <a:pt x="40494" y="31664"/>
                    <a:pt x="40494" y="31790"/>
                    <a:pt x="40410" y="31873"/>
                  </a:cubicBezTo>
                  <a:cubicBezTo>
                    <a:pt x="40382" y="31887"/>
                    <a:pt x="40368" y="31915"/>
                    <a:pt x="40354" y="31915"/>
                  </a:cubicBezTo>
                  <a:cubicBezTo>
                    <a:pt x="40298" y="31929"/>
                    <a:pt x="40271" y="31915"/>
                    <a:pt x="40229" y="31859"/>
                  </a:cubicBezTo>
                  <a:cubicBezTo>
                    <a:pt x="40159" y="31720"/>
                    <a:pt x="40187" y="31594"/>
                    <a:pt x="40298" y="31497"/>
                  </a:cubicBezTo>
                  <a:close/>
                  <a:moveTo>
                    <a:pt x="39629" y="30450"/>
                  </a:moveTo>
                  <a:lnTo>
                    <a:pt x="39629" y="30478"/>
                  </a:lnTo>
                  <a:lnTo>
                    <a:pt x="39559" y="30464"/>
                  </a:lnTo>
                  <a:close/>
                  <a:moveTo>
                    <a:pt x="39169" y="18580"/>
                  </a:moveTo>
                  <a:cubicBezTo>
                    <a:pt x="39183" y="18538"/>
                    <a:pt x="39252" y="18524"/>
                    <a:pt x="39294" y="18524"/>
                  </a:cubicBezTo>
                  <a:cubicBezTo>
                    <a:pt x="39322" y="18524"/>
                    <a:pt x="39378" y="18552"/>
                    <a:pt x="39392" y="18594"/>
                  </a:cubicBezTo>
                  <a:cubicBezTo>
                    <a:pt x="39420" y="18664"/>
                    <a:pt x="39420" y="18734"/>
                    <a:pt x="39434" y="18789"/>
                  </a:cubicBezTo>
                  <a:cubicBezTo>
                    <a:pt x="39392" y="18845"/>
                    <a:pt x="39364" y="18873"/>
                    <a:pt x="39308" y="18831"/>
                  </a:cubicBezTo>
                  <a:cubicBezTo>
                    <a:pt x="39252" y="18803"/>
                    <a:pt x="39210" y="18748"/>
                    <a:pt x="39169" y="18692"/>
                  </a:cubicBezTo>
                  <a:cubicBezTo>
                    <a:pt x="39155" y="18678"/>
                    <a:pt x="39155" y="18608"/>
                    <a:pt x="39169" y="18580"/>
                  </a:cubicBezTo>
                  <a:close/>
                  <a:moveTo>
                    <a:pt x="38680" y="18120"/>
                  </a:moveTo>
                  <a:cubicBezTo>
                    <a:pt x="38680" y="18134"/>
                    <a:pt x="38694" y="18162"/>
                    <a:pt x="38694" y="18176"/>
                  </a:cubicBezTo>
                  <a:cubicBezTo>
                    <a:pt x="38680" y="18190"/>
                    <a:pt x="38680" y="18204"/>
                    <a:pt x="38666" y="18204"/>
                  </a:cubicBezTo>
                  <a:cubicBezTo>
                    <a:pt x="38666" y="18190"/>
                    <a:pt x="38652" y="18176"/>
                    <a:pt x="38652" y="18162"/>
                  </a:cubicBezTo>
                  <a:cubicBezTo>
                    <a:pt x="38666" y="18162"/>
                    <a:pt x="38680" y="18134"/>
                    <a:pt x="38680" y="18120"/>
                  </a:cubicBezTo>
                  <a:close/>
                  <a:moveTo>
                    <a:pt x="38457" y="26991"/>
                  </a:moveTo>
                  <a:cubicBezTo>
                    <a:pt x="38471" y="26991"/>
                    <a:pt x="38485" y="27019"/>
                    <a:pt x="38513" y="27019"/>
                  </a:cubicBezTo>
                  <a:cubicBezTo>
                    <a:pt x="38513" y="27033"/>
                    <a:pt x="38485" y="27047"/>
                    <a:pt x="38485" y="27047"/>
                  </a:cubicBezTo>
                  <a:cubicBezTo>
                    <a:pt x="38471" y="27047"/>
                    <a:pt x="38457" y="27033"/>
                    <a:pt x="38429" y="27033"/>
                  </a:cubicBezTo>
                  <a:cubicBezTo>
                    <a:pt x="38443" y="27019"/>
                    <a:pt x="38443" y="26991"/>
                    <a:pt x="38457" y="26991"/>
                  </a:cubicBezTo>
                  <a:close/>
                  <a:moveTo>
                    <a:pt x="38178" y="30939"/>
                  </a:moveTo>
                  <a:cubicBezTo>
                    <a:pt x="38178" y="30939"/>
                    <a:pt x="38192" y="30953"/>
                    <a:pt x="38192" y="30967"/>
                  </a:cubicBezTo>
                  <a:lnTo>
                    <a:pt x="38206" y="30967"/>
                  </a:lnTo>
                  <a:cubicBezTo>
                    <a:pt x="38346" y="30994"/>
                    <a:pt x="38485" y="30994"/>
                    <a:pt x="38611" y="31008"/>
                  </a:cubicBezTo>
                  <a:cubicBezTo>
                    <a:pt x="38666" y="31008"/>
                    <a:pt x="38666" y="31078"/>
                    <a:pt x="38625" y="31106"/>
                  </a:cubicBezTo>
                  <a:cubicBezTo>
                    <a:pt x="38611" y="31134"/>
                    <a:pt x="38597" y="31148"/>
                    <a:pt x="38583" y="31148"/>
                  </a:cubicBezTo>
                  <a:cubicBezTo>
                    <a:pt x="38443" y="31106"/>
                    <a:pt x="38318" y="31064"/>
                    <a:pt x="38206" y="30953"/>
                  </a:cubicBezTo>
                  <a:lnTo>
                    <a:pt x="38192" y="30953"/>
                  </a:lnTo>
                  <a:cubicBezTo>
                    <a:pt x="38136" y="30967"/>
                    <a:pt x="38136" y="30967"/>
                    <a:pt x="38178" y="30939"/>
                  </a:cubicBezTo>
                  <a:close/>
                  <a:moveTo>
                    <a:pt x="38764" y="33449"/>
                  </a:moveTo>
                  <a:cubicBezTo>
                    <a:pt x="39057" y="33338"/>
                    <a:pt x="39364" y="33254"/>
                    <a:pt x="39601" y="33059"/>
                  </a:cubicBezTo>
                  <a:cubicBezTo>
                    <a:pt x="39838" y="32892"/>
                    <a:pt x="40145" y="32864"/>
                    <a:pt x="40354" y="32640"/>
                  </a:cubicBezTo>
                  <a:cubicBezTo>
                    <a:pt x="40424" y="32571"/>
                    <a:pt x="40536" y="32571"/>
                    <a:pt x="40633" y="32599"/>
                  </a:cubicBezTo>
                  <a:cubicBezTo>
                    <a:pt x="40703" y="32613"/>
                    <a:pt x="40773" y="32640"/>
                    <a:pt x="40842" y="32668"/>
                  </a:cubicBezTo>
                  <a:cubicBezTo>
                    <a:pt x="41107" y="32710"/>
                    <a:pt x="41275" y="32836"/>
                    <a:pt x="41331" y="33115"/>
                  </a:cubicBezTo>
                  <a:cubicBezTo>
                    <a:pt x="41372" y="33268"/>
                    <a:pt x="41470" y="33380"/>
                    <a:pt x="41624" y="33394"/>
                  </a:cubicBezTo>
                  <a:cubicBezTo>
                    <a:pt x="41805" y="33436"/>
                    <a:pt x="41861" y="33533"/>
                    <a:pt x="41861" y="33687"/>
                  </a:cubicBezTo>
                  <a:cubicBezTo>
                    <a:pt x="41861" y="33896"/>
                    <a:pt x="41903" y="34105"/>
                    <a:pt x="41930" y="34342"/>
                  </a:cubicBezTo>
                  <a:cubicBezTo>
                    <a:pt x="41944" y="34426"/>
                    <a:pt x="41819" y="34496"/>
                    <a:pt x="41735" y="34440"/>
                  </a:cubicBezTo>
                  <a:cubicBezTo>
                    <a:pt x="41651" y="34384"/>
                    <a:pt x="41582" y="34342"/>
                    <a:pt x="41470" y="34356"/>
                  </a:cubicBezTo>
                  <a:cubicBezTo>
                    <a:pt x="41275" y="34370"/>
                    <a:pt x="41093" y="34370"/>
                    <a:pt x="40898" y="34412"/>
                  </a:cubicBezTo>
                  <a:cubicBezTo>
                    <a:pt x="40647" y="34454"/>
                    <a:pt x="40480" y="34412"/>
                    <a:pt x="40340" y="34217"/>
                  </a:cubicBezTo>
                  <a:cubicBezTo>
                    <a:pt x="40298" y="34175"/>
                    <a:pt x="40271" y="34147"/>
                    <a:pt x="40229" y="34133"/>
                  </a:cubicBezTo>
                  <a:cubicBezTo>
                    <a:pt x="40173" y="34091"/>
                    <a:pt x="40075" y="34091"/>
                    <a:pt x="40089" y="34007"/>
                  </a:cubicBezTo>
                  <a:cubicBezTo>
                    <a:pt x="40103" y="33938"/>
                    <a:pt x="40173" y="33896"/>
                    <a:pt x="40215" y="33826"/>
                  </a:cubicBezTo>
                  <a:cubicBezTo>
                    <a:pt x="40243" y="33784"/>
                    <a:pt x="40243" y="33742"/>
                    <a:pt x="40201" y="33714"/>
                  </a:cubicBezTo>
                  <a:cubicBezTo>
                    <a:pt x="40173" y="33687"/>
                    <a:pt x="40159" y="33687"/>
                    <a:pt x="40131" y="33673"/>
                  </a:cubicBezTo>
                  <a:lnTo>
                    <a:pt x="39992" y="33673"/>
                  </a:lnTo>
                  <a:cubicBezTo>
                    <a:pt x="39936" y="33687"/>
                    <a:pt x="39894" y="33714"/>
                    <a:pt x="39866" y="33728"/>
                  </a:cubicBezTo>
                  <a:cubicBezTo>
                    <a:pt x="39587" y="33938"/>
                    <a:pt x="39266" y="34035"/>
                    <a:pt x="38959" y="34147"/>
                  </a:cubicBezTo>
                  <a:cubicBezTo>
                    <a:pt x="38764" y="34217"/>
                    <a:pt x="38611" y="34245"/>
                    <a:pt x="38471" y="34035"/>
                  </a:cubicBezTo>
                  <a:cubicBezTo>
                    <a:pt x="38387" y="33910"/>
                    <a:pt x="38220" y="33952"/>
                    <a:pt x="38081" y="33938"/>
                  </a:cubicBezTo>
                  <a:cubicBezTo>
                    <a:pt x="38081" y="33938"/>
                    <a:pt x="38081" y="33952"/>
                    <a:pt x="38067" y="33952"/>
                  </a:cubicBezTo>
                  <a:lnTo>
                    <a:pt x="38039" y="33952"/>
                  </a:lnTo>
                  <a:lnTo>
                    <a:pt x="37997" y="33979"/>
                  </a:lnTo>
                  <a:cubicBezTo>
                    <a:pt x="37997" y="33966"/>
                    <a:pt x="37997" y="33952"/>
                    <a:pt x="38011" y="33952"/>
                  </a:cubicBezTo>
                  <a:lnTo>
                    <a:pt x="38039" y="33952"/>
                  </a:lnTo>
                  <a:lnTo>
                    <a:pt x="38053" y="33938"/>
                  </a:lnTo>
                  <a:lnTo>
                    <a:pt x="38095" y="33938"/>
                  </a:lnTo>
                  <a:cubicBezTo>
                    <a:pt x="38234" y="33728"/>
                    <a:pt x="38471" y="33575"/>
                    <a:pt x="38764" y="33449"/>
                  </a:cubicBezTo>
                  <a:close/>
                  <a:moveTo>
                    <a:pt x="37983" y="27884"/>
                  </a:moveTo>
                  <a:cubicBezTo>
                    <a:pt x="37927" y="27870"/>
                    <a:pt x="37913" y="27828"/>
                    <a:pt x="37955" y="27800"/>
                  </a:cubicBezTo>
                  <a:cubicBezTo>
                    <a:pt x="37955" y="27786"/>
                    <a:pt x="37997" y="27786"/>
                    <a:pt x="37997" y="27786"/>
                  </a:cubicBezTo>
                  <a:cubicBezTo>
                    <a:pt x="38025" y="27814"/>
                    <a:pt x="38039" y="27856"/>
                    <a:pt x="38053" y="27870"/>
                  </a:cubicBezTo>
                  <a:cubicBezTo>
                    <a:pt x="38011" y="27884"/>
                    <a:pt x="37997" y="27884"/>
                    <a:pt x="37983" y="27884"/>
                  </a:cubicBezTo>
                  <a:close/>
                  <a:moveTo>
                    <a:pt x="37648" y="17632"/>
                  </a:moveTo>
                  <a:cubicBezTo>
                    <a:pt x="37746" y="17604"/>
                    <a:pt x="37830" y="17576"/>
                    <a:pt x="37927" y="17562"/>
                  </a:cubicBezTo>
                  <a:cubicBezTo>
                    <a:pt x="37969" y="17562"/>
                    <a:pt x="37997" y="17618"/>
                    <a:pt x="38039" y="17632"/>
                  </a:cubicBezTo>
                  <a:cubicBezTo>
                    <a:pt x="37885" y="17771"/>
                    <a:pt x="37913" y="17980"/>
                    <a:pt x="37857" y="18162"/>
                  </a:cubicBezTo>
                  <a:cubicBezTo>
                    <a:pt x="37816" y="18273"/>
                    <a:pt x="37690" y="18315"/>
                    <a:pt x="37578" y="18232"/>
                  </a:cubicBezTo>
                  <a:cubicBezTo>
                    <a:pt x="37299" y="17994"/>
                    <a:pt x="37341" y="17785"/>
                    <a:pt x="37648" y="17632"/>
                  </a:cubicBezTo>
                  <a:close/>
                  <a:moveTo>
                    <a:pt x="37439" y="21133"/>
                  </a:moveTo>
                  <a:lnTo>
                    <a:pt x="37481" y="21105"/>
                  </a:lnTo>
                  <a:cubicBezTo>
                    <a:pt x="37495" y="21063"/>
                    <a:pt x="37495" y="21049"/>
                    <a:pt x="37509" y="21021"/>
                  </a:cubicBezTo>
                  <a:cubicBezTo>
                    <a:pt x="37537" y="21021"/>
                    <a:pt x="37537" y="21035"/>
                    <a:pt x="37551" y="21035"/>
                  </a:cubicBezTo>
                  <a:lnTo>
                    <a:pt x="37481" y="21105"/>
                  </a:lnTo>
                  <a:cubicBezTo>
                    <a:pt x="37481" y="21133"/>
                    <a:pt x="37467" y="21133"/>
                    <a:pt x="37439" y="21133"/>
                  </a:cubicBezTo>
                  <a:cubicBezTo>
                    <a:pt x="37411" y="21203"/>
                    <a:pt x="37355" y="21272"/>
                    <a:pt x="37299" y="21328"/>
                  </a:cubicBezTo>
                  <a:lnTo>
                    <a:pt x="37272" y="21370"/>
                  </a:lnTo>
                  <a:cubicBezTo>
                    <a:pt x="37272" y="21342"/>
                    <a:pt x="37286" y="21328"/>
                    <a:pt x="37286" y="21314"/>
                  </a:cubicBezTo>
                  <a:cubicBezTo>
                    <a:pt x="37341" y="21258"/>
                    <a:pt x="37397" y="21203"/>
                    <a:pt x="37439" y="21133"/>
                  </a:cubicBezTo>
                  <a:close/>
                  <a:moveTo>
                    <a:pt x="37299" y="18762"/>
                  </a:moveTo>
                  <a:lnTo>
                    <a:pt x="37299" y="18817"/>
                  </a:lnTo>
                  <a:lnTo>
                    <a:pt x="37258" y="18803"/>
                  </a:lnTo>
                  <a:close/>
                  <a:moveTo>
                    <a:pt x="36951" y="24313"/>
                  </a:moveTo>
                  <a:lnTo>
                    <a:pt x="36979" y="24369"/>
                  </a:lnTo>
                  <a:lnTo>
                    <a:pt x="36937" y="24369"/>
                  </a:lnTo>
                  <a:close/>
                  <a:moveTo>
                    <a:pt x="36714" y="31999"/>
                  </a:moveTo>
                  <a:cubicBezTo>
                    <a:pt x="36769" y="31901"/>
                    <a:pt x="36769" y="31776"/>
                    <a:pt x="36867" y="31720"/>
                  </a:cubicBezTo>
                  <a:lnTo>
                    <a:pt x="36867" y="31692"/>
                  </a:lnTo>
                  <a:lnTo>
                    <a:pt x="36895" y="31650"/>
                  </a:lnTo>
                  <a:cubicBezTo>
                    <a:pt x="36895" y="31664"/>
                    <a:pt x="36881" y="31692"/>
                    <a:pt x="36881" y="31706"/>
                  </a:cubicBezTo>
                  <a:lnTo>
                    <a:pt x="36867" y="31706"/>
                  </a:lnTo>
                  <a:cubicBezTo>
                    <a:pt x="36881" y="31790"/>
                    <a:pt x="36895" y="31859"/>
                    <a:pt x="36937" y="31943"/>
                  </a:cubicBezTo>
                  <a:cubicBezTo>
                    <a:pt x="36937" y="31957"/>
                    <a:pt x="36951" y="31999"/>
                    <a:pt x="36937" y="32013"/>
                  </a:cubicBezTo>
                  <a:cubicBezTo>
                    <a:pt x="36895" y="32055"/>
                    <a:pt x="36867" y="32069"/>
                    <a:pt x="36825" y="32096"/>
                  </a:cubicBezTo>
                  <a:cubicBezTo>
                    <a:pt x="36811" y="32124"/>
                    <a:pt x="36783" y="32096"/>
                    <a:pt x="36755" y="32096"/>
                  </a:cubicBezTo>
                  <a:cubicBezTo>
                    <a:pt x="36714" y="32082"/>
                    <a:pt x="36700" y="32041"/>
                    <a:pt x="36714" y="31999"/>
                  </a:cubicBezTo>
                  <a:close/>
                  <a:moveTo>
                    <a:pt x="36574" y="26852"/>
                  </a:moveTo>
                  <a:lnTo>
                    <a:pt x="36630" y="26880"/>
                  </a:lnTo>
                  <a:lnTo>
                    <a:pt x="36574" y="26894"/>
                  </a:lnTo>
                  <a:close/>
                  <a:moveTo>
                    <a:pt x="36379" y="24578"/>
                  </a:moveTo>
                  <a:cubicBezTo>
                    <a:pt x="36435" y="24550"/>
                    <a:pt x="36463" y="24592"/>
                    <a:pt x="36490" y="24648"/>
                  </a:cubicBezTo>
                  <a:cubicBezTo>
                    <a:pt x="36490" y="24690"/>
                    <a:pt x="36463" y="24732"/>
                    <a:pt x="36393" y="24718"/>
                  </a:cubicBezTo>
                  <a:cubicBezTo>
                    <a:pt x="36365" y="24718"/>
                    <a:pt x="36323" y="24676"/>
                    <a:pt x="36295" y="24662"/>
                  </a:cubicBezTo>
                  <a:cubicBezTo>
                    <a:pt x="36309" y="24648"/>
                    <a:pt x="36351" y="24592"/>
                    <a:pt x="36379" y="24578"/>
                  </a:cubicBezTo>
                  <a:close/>
                  <a:moveTo>
                    <a:pt x="36267" y="30060"/>
                  </a:moveTo>
                  <a:cubicBezTo>
                    <a:pt x="36309" y="30311"/>
                    <a:pt x="36253" y="30520"/>
                    <a:pt x="36030" y="30674"/>
                  </a:cubicBezTo>
                  <a:lnTo>
                    <a:pt x="36030" y="30716"/>
                  </a:lnTo>
                  <a:lnTo>
                    <a:pt x="36002" y="30716"/>
                  </a:lnTo>
                  <a:lnTo>
                    <a:pt x="36016" y="30688"/>
                  </a:lnTo>
                  <a:lnTo>
                    <a:pt x="36030" y="30674"/>
                  </a:lnTo>
                  <a:cubicBezTo>
                    <a:pt x="35974" y="30437"/>
                    <a:pt x="36072" y="30227"/>
                    <a:pt x="36184" y="30032"/>
                  </a:cubicBezTo>
                  <a:cubicBezTo>
                    <a:pt x="36184" y="30004"/>
                    <a:pt x="36225" y="30004"/>
                    <a:pt x="36239" y="30004"/>
                  </a:cubicBezTo>
                  <a:cubicBezTo>
                    <a:pt x="36253" y="30004"/>
                    <a:pt x="36267" y="30046"/>
                    <a:pt x="36267" y="30060"/>
                  </a:cubicBezTo>
                  <a:close/>
                  <a:moveTo>
                    <a:pt x="36184" y="27159"/>
                  </a:moveTo>
                  <a:cubicBezTo>
                    <a:pt x="36211" y="27159"/>
                    <a:pt x="36225" y="27173"/>
                    <a:pt x="36225" y="27187"/>
                  </a:cubicBezTo>
                  <a:cubicBezTo>
                    <a:pt x="36225" y="27200"/>
                    <a:pt x="36198" y="27228"/>
                    <a:pt x="36198" y="27242"/>
                  </a:cubicBezTo>
                  <a:cubicBezTo>
                    <a:pt x="36184" y="27242"/>
                    <a:pt x="36170" y="27242"/>
                    <a:pt x="36156" y="27214"/>
                  </a:cubicBezTo>
                  <a:cubicBezTo>
                    <a:pt x="36114" y="27187"/>
                    <a:pt x="36142" y="27159"/>
                    <a:pt x="36184" y="27159"/>
                  </a:cubicBezTo>
                  <a:close/>
                  <a:moveTo>
                    <a:pt x="35695" y="27744"/>
                  </a:moveTo>
                  <a:cubicBezTo>
                    <a:pt x="35723" y="27731"/>
                    <a:pt x="35793" y="27703"/>
                    <a:pt x="35821" y="27731"/>
                  </a:cubicBezTo>
                  <a:cubicBezTo>
                    <a:pt x="35960" y="27758"/>
                    <a:pt x="36086" y="27828"/>
                    <a:pt x="36142" y="27982"/>
                  </a:cubicBezTo>
                  <a:cubicBezTo>
                    <a:pt x="36184" y="28149"/>
                    <a:pt x="36225" y="28302"/>
                    <a:pt x="36211" y="28470"/>
                  </a:cubicBezTo>
                  <a:cubicBezTo>
                    <a:pt x="36184" y="28707"/>
                    <a:pt x="36184" y="28944"/>
                    <a:pt x="36170" y="29139"/>
                  </a:cubicBezTo>
                  <a:cubicBezTo>
                    <a:pt x="36211" y="29265"/>
                    <a:pt x="36225" y="29335"/>
                    <a:pt x="36225" y="29404"/>
                  </a:cubicBezTo>
                  <a:cubicBezTo>
                    <a:pt x="36225" y="29474"/>
                    <a:pt x="36225" y="29558"/>
                    <a:pt x="36184" y="29586"/>
                  </a:cubicBezTo>
                  <a:cubicBezTo>
                    <a:pt x="36100" y="29641"/>
                    <a:pt x="36086" y="29558"/>
                    <a:pt x="36044" y="29488"/>
                  </a:cubicBezTo>
                  <a:cubicBezTo>
                    <a:pt x="36016" y="29432"/>
                    <a:pt x="35960" y="29363"/>
                    <a:pt x="35905" y="29349"/>
                  </a:cubicBezTo>
                  <a:cubicBezTo>
                    <a:pt x="35765" y="29307"/>
                    <a:pt x="35695" y="29223"/>
                    <a:pt x="35667" y="29125"/>
                  </a:cubicBezTo>
                  <a:lnTo>
                    <a:pt x="35612" y="28916"/>
                  </a:lnTo>
                  <a:cubicBezTo>
                    <a:pt x="35584" y="28735"/>
                    <a:pt x="35486" y="28540"/>
                    <a:pt x="35612" y="28372"/>
                  </a:cubicBezTo>
                  <a:cubicBezTo>
                    <a:pt x="35584" y="28302"/>
                    <a:pt x="35528" y="28219"/>
                    <a:pt x="35486" y="28149"/>
                  </a:cubicBezTo>
                  <a:cubicBezTo>
                    <a:pt x="35556" y="27996"/>
                    <a:pt x="35626" y="27870"/>
                    <a:pt x="35695" y="27744"/>
                  </a:cubicBezTo>
                  <a:close/>
                  <a:moveTo>
                    <a:pt x="34900" y="28763"/>
                  </a:moveTo>
                  <a:cubicBezTo>
                    <a:pt x="34845" y="28860"/>
                    <a:pt x="34775" y="28944"/>
                    <a:pt x="34705" y="29056"/>
                  </a:cubicBezTo>
                  <a:cubicBezTo>
                    <a:pt x="34677" y="29111"/>
                    <a:pt x="34635" y="29125"/>
                    <a:pt x="34621" y="29070"/>
                  </a:cubicBezTo>
                  <a:cubicBezTo>
                    <a:pt x="34593" y="29056"/>
                    <a:pt x="34593" y="29014"/>
                    <a:pt x="34593" y="29000"/>
                  </a:cubicBezTo>
                  <a:cubicBezTo>
                    <a:pt x="34593" y="28986"/>
                    <a:pt x="34593" y="28944"/>
                    <a:pt x="34621" y="28930"/>
                  </a:cubicBezTo>
                  <a:cubicBezTo>
                    <a:pt x="34677" y="28805"/>
                    <a:pt x="34733" y="28693"/>
                    <a:pt x="34705" y="28526"/>
                  </a:cubicBezTo>
                  <a:cubicBezTo>
                    <a:pt x="34649" y="28358"/>
                    <a:pt x="34496" y="28372"/>
                    <a:pt x="34370" y="28302"/>
                  </a:cubicBezTo>
                  <a:cubicBezTo>
                    <a:pt x="34356" y="28288"/>
                    <a:pt x="34342" y="28247"/>
                    <a:pt x="34356" y="28247"/>
                  </a:cubicBezTo>
                  <a:cubicBezTo>
                    <a:pt x="34370" y="28219"/>
                    <a:pt x="34412" y="28177"/>
                    <a:pt x="34440" y="28177"/>
                  </a:cubicBezTo>
                  <a:cubicBezTo>
                    <a:pt x="34482" y="28177"/>
                    <a:pt x="34524" y="28205"/>
                    <a:pt x="34579" y="28205"/>
                  </a:cubicBezTo>
                  <a:lnTo>
                    <a:pt x="34845" y="28247"/>
                  </a:lnTo>
                  <a:lnTo>
                    <a:pt x="34845" y="28233"/>
                  </a:lnTo>
                  <a:lnTo>
                    <a:pt x="34858" y="28233"/>
                  </a:lnTo>
                  <a:cubicBezTo>
                    <a:pt x="34789" y="28135"/>
                    <a:pt x="34719" y="28009"/>
                    <a:pt x="34649" y="27898"/>
                  </a:cubicBezTo>
                  <a:cubicBezTo>
                    <a:pt x="34552" y="27731"/>
                    <a:pt x="34566" y="27535"/>
                    <a:pt x="34635" y="27340"/>
                  </a:cubicBezTo>
                  <a:cubicBezTo>
                    <a:pt x="34649" y="27298"/>
                    <a:pt x="34719" y="27228"/>
                    <a:pt x="34775" y="27200"/>
                  </a:cubicBezTo>
                  <a:cubicBezTo>
                    <a:pt x="34831" y="27187"/>
                    <a:pt x="34914" y="27228"/>
                    <a:pt x="34956" y="27270"/>
                  </a:cubicBezTo>
                  <a:cubicBezTo>
                    <a:pt x="35026" y="27368"/>
                    <a:pt x="35096" y="27465"/>
                    <a:pt x="35137" y="27549"/>
                  </a:cubicBezTo>
                  <a:lnTo>
                    <a:pt x="35137" y="27549"/>
                  </a:lnTo>
                  <a:lnTo>
                    <a:pt x="35165" y="27521"/>
                  </a:lnTo>
                  <a:lnTo>
                    <a:pt x="35137" y="27577"/>
                  </a:lnTo>
                  <a:lnTo>
                    <a:pt x="35137" y="27549"/>
                  </a:lnTo>
                  <a:cubicBezTo>
                    <a:pt x="34956" y="27731"/>
                    <a:pt x="34956" y="27898"/>
                    <a:pt x="35137" y="28079"/>
                  </a:cubicBezTo>
                  <a:cubicBezTo>
                    <a:pt x="35179" y="28107"/>
                    <a:pt x="35137" y="28163"/>
                    <a:pt x="35096" y="28177"/>
                  </a:cubicBezTo>
                  <a:lnTo>
                    <a:pt x="34831" y="28233"/>
                  </a:lnTo>
                  <a:lnTo>
                    <a:pt x="34845" y="28247"/>
                  </a:lnTo>
                  <a:lnTo>
                    <a:pt x="34831" y="28247"/>
                  </a:lnTo>
                  <a:cubicBezTo>
                    <a:pt x="34858" y="28344"/>
                    <a:pt x="34900" y="28414"/>
                    <a:pt x="34900" y="28498"/>
                  </a:cubicBezTo>
                  <a:cubicBezTo>
                    <a:pt x="34956" y="28581"/>
                    <a:pt x="34928" y="28665"/>
                    <a:pt x="34900" y="28763"/>
                  </a:cubicBezTo>
                  <a:close/>
                  <a:moveTo>
                    <a:pt x="35221" y="30688"/>
                  </a:moveTo>
                  <a:cubicBezTo>
                    <a:pt x="35221" y="30716"/>
                    <a:pt x="35193" y="30743"/>
                    <a:pt x="35193" y="30743"/>
                  </a:cubicBezTo>
                  <a:cubicBezTo>
                    <a:pt x="35165" y="30743"/>
                    <a:pt x="35082" y="30743"/>
                    <a:pt x="35082" y="30729"/>
                  </a:cubicBezTo>
                  <a:cubicBezTo>
                    <a:pt x="35040" y="30576"/>
                    <a:pt x="34998" y="30409"/>
                    <a:pt x="34984" y="30255"/>
                  </a:cubicBezTo>
                  <a:cubicBezTo>
                    <a:pt x="34984" y="30213"/>
                    <a:pt x="35012" y="30185"/>
                    <a:pt x="35054" y="30130"/>
                  </a:cubicBezTo>
                  <a:cubicBezTo>
                    <a:pt x="35054" y="30130"/>
                    <a:pt x="35054" y="30116"/>
                    <a:pt x="35040" y="30116"/>
                  </a:cubicBezTo>
                  <a:cubicBezTo>
                    <a:pt x="35054" y="30074"/>
                    <a:pt x="35054" y="30046"/>
                    <a:pt x="35068" y="30004"/>
                  </a:cubicBezTo>
                  <a:lnTo>
                    <a:pt x="35068" y="30004"/>
                  </a:lnTo>
                  <a:cubicBezTo>
                    <a:pt x="35068" y="29990"/>
                    <a:pt x="35068" y="29976"/>
                    <a:pt x="35082" y="29962"/>
                  </a:cubicBezTo>
                  <a:cubicBezTo>
                    <a:pt x="35082" y="29976"/>
                    <a:pt x="35068" y="29990"/>
                    <a:pt x="35068" y="30004"/>
                  </a:cubicBezTo>
                  <a:cubicBezTo>
                    <a:pt x="35068" y="30046"/>
                    <a:pt x="35054" y="30102"/>
                    <a:pt x="35054" y="30130"/>
                  </a:cubicBezTo>
                  <a:lnTo>
                    <a:pt x="35054" y="30130"/>
                  </a:lnTo>
                  <a:cubicBezTo>
                    <a:pt x="35123" y="30269"/>
                    <a:pt x="35193" y="30395"/>
                    <a:pt x="35249" y="30534"/>
                  </a:cubicBezTo>
                  <a:cubicBezTo>
                    <a:pt x="35249" y="30604"/>
                    <a:pt x="35221" y="30660"/>
                    <a:pt x="35221" y="30688"/>
                  </a:cubicBezTo>
                  <a:close/>
                  <a:moveTo>
                    <a:pt x="34998" y="16209"/>
                  </a:moveTo>
                  <a:cubicBezTo>
                    <a:pt x="34998" y="16181"/>
                    <a:pt x="35040" y="16181"/>
                    <a:pt x="35054" y="16181"/>
                  </a:cubicBezTo>
                  <a:cubicBezTo>
                    <a:pt x="35110" y="16209"/>
                    <a:pt x="35123" y="16237"/>
                    <a:pt x="35096" y="16293"/>
                  </a:cubicBezTo>
                  <a:cubicBezTo>
                    <a:pt x="35096" y="16307"/>
                    <a:pt x="35054" y="16307"/>
                    <a:pt x="35040" y="16307"/>
                  </a:cubicBezTo>
                  <a:cubicBezTo>
                    <a:pt x="34984" y="16293"/>
                    <a:pt x="34970" y="16251"/>
                    <a:pt x="34998" y="16209"/>
                  </a:cubicBezTo>
                  <a:close/>
                  <a:moveTo>
                    <a:pt x="34607" y="22918"/>
                  </a:moveTo>
                  <a:cubicBezTo>
                    <a:pt x="34621" y="22807"/>
                    <a:pt x="34705" y="22765"/>
                    <a:pt x="34789" y="22737"/>
                  </a:cubicBezTo>
                  <a:cubicBezTo>
                    <a:pt x="34831" y="22737"/>
                    <a:pt x="34886" y="22765"/>
                    <a:pt x="34914" y="22793"/>
                  </a:cubicBezTo>
                  <a:cubicBezTo>
                    <a:pt x="34928" y="22793"/>
                    <a:pt x="34928" y="22849"/>
                    <a:pt x="34914" y="22862"/>
                  </a:cubicBezTo>
                  <a:cubicBezTo>
                    <a:pt x="34831" y="23002"/>
                    <a:pt x="34719" y="23114"/>
                    <a:pt x="34566" y="23183"/>
                  </a:cubicBezTo>
                  <a:lnTo>
                    <a:pt x="34566" y="23211"/>
                  </a:lnTo>
                  <a:lnTo>
                    <a:pt x="34538" y="23211"/>
                  </a:lnTo>
                  <a:cubicBezTo>
                    <a:pt x="34510" y="23225"/>
                    <a:pt x="34510" y="23253"/>
                    <a:pt x="34496" y="23253"/>
                  </a:cubicBezTo>
                  <a:cubicBezTo>
                    <a:pt x="34496" y="23225"/>
                    <a:pt x="34496" y="23211"/>
                    <a:pt x="34510" y="23211"/>
                  </a:cubicBezTo>
                  <a:lnTo>
                    <a:pt x="34538" y="23211"/>
                  </a:lnTo>
                  <a:lnTo>
                    <a:pt x="34552" y="23197"/>
                  </a:lnTo>
                  <a:cubicBezTo>
                    <a:pt x="34552" y="23197"/>
                    <a:pt x="34566" y="23197"/>
                    <a:pt x="34566" y="23183"/>
                  </a:cubicBezTo>
                  <a:cubicBezTo>
                    <a:pt x="34579" y="23086"/>
                    <a:pt x="34579" y="23002"/>
                    <a:pt x="34607" y="22918"/>
                  </a:cubicBezTo>
                  <a:close/>
                  <a:moveTo>
                    <a:pt x="34510" y="16000"/>
                  </a:moveTo>
                  <a:cubicBezTo>
                    <a:pt x="34579" y="16000"/>
                    <a:pt x="34607" y="16028"/>
                    <a:pt x="34552" y="16056"/>
                  </a:cubicBezTo>
                  <a:cubicBezTo>
                    <a:pt x="34524" y="16083"/>
                    <a:pt x="34496" y="16056"/>
                    <a:pt x="34482" y="16056"/>
                  </a:cubicBezTo>
                  <a:cubicBezTo>
                    <a:pt x="34468" y="16042"/>
                    <a:pt x="34468" y="16028"/>
                    <a:pt x="34440" y="16028"/>
                  </a:cubicBezTo>
                  <a:cubicBezTo>
                    <a:pt x="34468" y="16014"/>
                    <a:pt x="34482" y="16000"/>
                    <a:pt x="34510" y="16000"/>
                  </a:cubicBezTo>
                  <a:close/>
                  <a:moveTo>
                    <a:pt x="34259" y="24718"/>
                  </a:moveTo>
                  <a:cubicBezTo>
                    <a:pt x="34342" y="24690"/>
                    <a:pt x="34426" y="24676"/>
                    <a:pt x="34510" y="24676"/>
                  </a:cubicBezTo>
                  <a:cubicBezTo>
                    <a:pt x="34538" y="24662"/>
                    <a:pt x="34552" y="24662"/>
                    <a:pt x="34566" y="24648"/>
                  </a:cubicBezTo>
                  <a:cubicBezTo>
                    <a:pt x="34621" y="24592"/>
                    <a:pt x="34677" y="24536"/>
                    <a:pt x="34747" y="24480"/>
                  </a:cubicBezTo>
                  <a:lnTo>
                    <a:pt x="34761" y="24480"/>
                  </a:lnTo>
                  <a:cubicBezTo>
                    <a:pt x="34761" y="24467"/>
                    <a:pt x="34747" y="24453"/>
                    <a:pt x="34747" y="24439"/>
                  </a:cubicBezTo>
                  <a:cubicBezTo>
                    <a:pt x="34621" y="23853"/>
                    <a:pt x="34552" y="23811"/>
                    <a:pt x="35207" y="23420"/>
                  </a:cubicBezTo>
                  <a:cubicBezTo>
                    <a:pt x="35249" y="23406"/>
                    <a:pt x="35319" y="23420"/>
                    <a:pt x="35333" y="23434"/>
                  </a:cubicBezTo>
                  <a:cubicBezTo>
                    <a:pt x="35375" y="23476"/>
                    <a:pt x="35375" y="23532"/>
                    <a:pt x="35375" y="23560"/>
                  </a:cubicBezTo>
                  <a:cubicBezTo>
                    <a:pt x="35375" y="23574"/>
                    <a:pt x="35347" y="23616"/>
                    <a:pt x="35347" y="23630"/>
                  </a:cubicBezTo>
                  <a:cubicBezTo>
                    <a:pt x="35249" y="23755"/>
                    <a:pt x="35123" y="23881"/>
                    <a:pt x="35026" y="23992"/>
                  </a:cubicBezTo>
                  <a:cubicBezTo>
                    <a:pt x="34956" y="24118"/>
                    <a:pt x="34914" y="24257"/>
                    <a:pt x="34845" y="24383"/>
                  </a:cubicBezTo>
                  <a:cubicBezTo>
                    <a:pt x="34831" y="24411"/>
                    <a:pt x="34789" y="24439"/>
                    <a:pt x="34761" y="24467"/>
                  </a:cubicBezTo>
                  <a:lnTo>
                    <a:pt x="34761" y="24480"/>
                  </a:lnTo>
                  <a:cubicBezTo>
                    <a:pt x="34705" y="24536"/>
                    <a:pt x="34649" y="24592"/>
                    <a:pt x="34579" y="24648"/>
                  </a:cubicBezTo>
                  <a:cubicBezTo>
                    <a:pt x="34566" y="24648"/>
                    <a:pt x="34552" y="24648"/>
                    <a:pt x="34510" y="24662"/>
                  </a:cubicBezTo>
                  <a:cubicBezTo>
                    <a:pt x="34426" y="24718"/>
                    <a:pt x="34356" y="24746"/>
                    <a:pt x="34273" y="24801"/>
                  </a:cubicBezTo>
                  <a:cubicBezTo>
                    <a:pt x="34273" y="24801"/>
                    <a:pt x="34231" y="24787"/>
                    <a:pt x="34231" y="24759"/>
                  </a:cubicBezTo>
                  <a:cubicBezTo>
                    <a:pt x="34217" y="24746"/>
                    <a:pt x="34231" y="24718"/>
                    <a:pt x="34259" y="24718"/>
                  </a:cubicBezTo>
                  <a:close/>
                  <a:moveTo>
                    <a:pt x="34217" y="13796"/>
                  </a:moveTo>
                  <a:lnTo>
                    <a:pt x="34203" y="13852"/>
                  </a:lnTo>
                  <a:lnTo>
                    <a:pt x="34189" y="13796"/>
                  </a:lnTo>
                  <a:close/>
                  <a:moveTo>
                    <a:pt x="33784" y="15205"/>
                  </a:moveTo>
                  <a:cubicBezTo>
                    <a:pt x="33798" y="15191"/>
                    <a:pt x="33812" y="15205"/>
                    <a:pt x="33840" y="15205"/>
                  </a:cubicBezTo>
                  <a:cubicBezTo>
                    <a:pt x="33882" y="15247"/>
                    <a:pt x="33882" y="15274"/>
                    <a:pt x="33854" y="15316"/>
                  </a:cubicBezTo>
                  <a:cubicBezTo>
                    <a:pt x="33840" y="15330"/>
                    <a:pt x="33798" y="15330"/>
                    <a:pt x="33798" y="15330"/>
                  </a:cubicBezTo>
                  <a:cubicBezTo>
                    <a:pt x="33743" y="15302"/>
                    <a:pt x="33743" y="15260"/>
                    <a:pt x="33784" y="15205"/>
                  </a:cubicBezTo>
                  <a:close/>
                  <a:moveTo>
                    <a:pt x="17730" y="21203"/>
                  </a:moveTo>
                  <a:lnTo>
                    <a:pt x="17688" y="21230"/>
                  </a:lnTo>
                  <a:lnTo>
                    <a:pt x="17702" y="21189"/>
                  </a:lnTo>
                  <a:cubicBezTo>
                    <a:pt x="17702" y="21175"/>
                    <a:pt x="17730" y="21175"/>
                    <a:pt x="17730" y="21161"/>
                  </a:cubicBezTo>
                  <a:close/>
                  <a:moveTo>
                    <a:pt x="18120" y="20156"/>
                  </a:moveTo>
                  <a:lnTo>
                    <a:pt x="18120" y="20129"/>
                  </a:lnTo>
                  <a:cubicBezTo>
                    <a:pt x="18106" y="20115"/>
                    <a:pt x="18078" y="20087"/>
                    <a:pt x="18050" y="20073"/>
                  </a:cubicBezTo>
                  <a:cubicBezTo>
                    <a:pt x="18050" y="20073"/>
                    <a:pt x="18078" y="20045"/>
                    <a:pt x="18078" y="20017"/>
                  </a:cubicBezTo>
                  <a:cubicBezTo>
                    <a:pt x="18120" y="20045"/>
                    <a:pt x="18120" y="20087"/>
                    <a:pt x="18120" y="20129"/>
                  </a:cubicBezTo>
                  <a:lnTo>
                    <a:pt x="18148" y="20142"/>
                  </a:lnTo>
                  <a:cubicBezTo>
                    <a:pt x="18162" y="20156"/>
                    <a:pt x="18162" y="20184"/>
                    <a:pt x="18176" y="20198"/>
                  </a:cubicBezTo>
                  <a:cubicBezTo>
                    <a:pt x="18162" y="20184"/>
                    <a:pt x="18148" y="20184"/>
                    <a:pt x="18120" y="20156"/>
                  </a:cubicBezTo>
                  <a:close/>
                  <a:moveTo>
                    <a:pt x="18232" y="19236"/>
                  </a:moveTo>
                  <a:cubicBezTo>
                    <a:pt x="18232" y="19236"/>
                    <a:pt x="18218" y="19236"/>
                    <a:pt x="18190" y="19250"/>
                  </a:cubicBezTo>
                  <a:lnTo>
                    <a:pt x="18190" y="19152"/>
                  </a:lnTo>
                  <a:cubicBezTo>
                    <a:pt x="18190" y="19166"/>
                    <a:pt x="18218" y="19180"/>
                    <a:pt x="18218" y="19180"/>
                  </a:cubicBezTo>
                  <a:cubicBezTo>
                    <a:pt x="18232" y="19208"/>
                    <a:pt x="18232" y="19222"/>
                    <a:pt x="18232" y="19236"/>
                  </a:cubicBezTo>
                  <a:close/>
                  <a:moveTo>
                    <a:pt x="18315" y="23058"/>
                  </a:moveTo>
                  <a:cubicBezTo>
                    <a:pt x="18288" y="23086"/>
                    <a:pt x="18232" y="23072"/>
                    <a:pt x="18218" y="23030"/>
                  </a:cubicBezTo>
                  <a:cubicBezTo>
                    <a:pt x="18162" y="22974"/>
                    <a:pt x="18092" y="22876"/>
                    <a:pt x="18050" y="22793"/>
                  </a:cubicBezTo>
                  <a:cubicBezTo>
                    <a:pt x="18022" y="22681"/>
                    <a:pt x="18036" y="22570"/>
                    <a:pt x="18162" y="22500"/>
                  </a:cubicBezTo>
                  <a:cubicBezTo>
                    <a:pt x="18162" y="22500"/>
                    <a:pt x="18162" y="22486"/>
                    <a:pt x="18148" y="22486"/>
                  </a:cubicBezTo>
                  <a:lnTo>
                    <a:pt x="18162" y="22458"/>
                  </a:lnTo>
                  <a:cubicBezTo>
                    <a:pt x="18162" y="22402"/>
                    <a:pt x="18148" y="22374"/>
                    <a:pt x="18190" y="22332"/>
                  </a:cubicBezTo>
                  <a:cubicBezTo>
                    <a:pt x="18190" y="22360"/>
                    <a:pt x="18204" y="22374"/>
                    <a:pt x="18204" y="22374"/>
                  </a:cubicBezTo>
                  <a:cubicBezTo>
                    <a:pt x="18190" y="22402"/>
                    <a:pt x="18176" y="22430"/>
                    <a:pt x="18162" y="22458"/>
                  </a:cubicBezTo>
                  <a:lnTo>
                    <a:pt x="18162" y="22500"/>
                  </a:lnTo>
                  <a:lnTo>
                    <a:pt x="18134" y="22500"/>
                  </a:lnTo>
                  <a:cubicBezTo>
                    <a:pt x="18204" y="22653"/>
                    <a:pt x="18260" y="22821"/>
                    <a:pt x="18329" y="22988"/>
                  </a:cubicBezTo>
                  <a:cubicBezTo>
                    <a:pt x="18357" y="23016"/>
                    <a:pt x="18329" y="23044"/>
                    <a:pt x="18315" y="23058"/>
                  </a:cubicBezTo>
                  <a:close/>
                  <a:moveTo>
                    <a:pt x="18511" y="22570"/>
                  </a:moveTo>
                  <a:cubicBezTo>
                    <a:pt x="18497" y="22570"/>
                    <a:pt x="18469" y="22528"/>
                    <a:pt x="18469" y="22528"/>
                  </a:cubicBezTo>
                  <a:cubicBezTo>
                    <a:pt x="18469" y="22500"/>
                    <a:pt x="18497" y="22458"/>
                    <a:pt x="18511" y="22430"/>
                  </a:cubicBezTo>
                  <a:lnTo>
                    <a:pt x="18594" y="22514"/>
                  </a:lnTo>
                  <a:cubicBezTo>
                    <a:pt x="18594" y="22556"/>
                    <a:pt x="18566" y="22570"/>
                    <a:pt x="18511" y="22570"/>
                  </a:cubicBezTo>
                  <a:close/>
                  <a:moveTo>
                    <a:pt x="24941" y="7366"/>
                  </a:moveTo>
                  <a:cubicBezTo>
                    <a:pt x="24927" y="7366"/>
                    <a:pt x="24913" y="7324"/>
                    <a:pt x="24913" y="7310"/>
                  </a:cubicBezTo>
                  <a:lnTo>
                    <a:pt x="24913" y="7198"/>
                  </a:lnTo>
                  <a:cubicBezTo>
                    <a:pt x="24913" y="7059"/>
                    <a:pt x="24913" y="7031"/>
                    <a:pt x="24927" y="6975"/>
                  </a:cubicBezTo>
                  <a:cubicBezTo>
                    <a:pt x="24927" y="6961"/>
                    <a:pt x="24941" y="6947"/>
                    <a:pt x="24955" y="6919"/>
                  </a:cubicBezTo>
                  <a:lnTo>
                    <a:pt x="24997" y="6947"/>
                  </a:lnTo>
                  <a:cubicBezTo>
                    <a:pt x="24997" y="7045"/>
                    <a:pt x="24997" y="7170"/>
                    <a:pt x="25011" y="7268"/>
                  </a:cubicBezTo>
                  <a:cubicBezTo>
                    <a:pt x="25011" y="7352"/>
                    <a:pt x="24997" y="7366"/>
                    <a:pt x="24941" y="7366"/>
                  </a:cubicBezTo>
                  <a:close/>
                  <a:moveTo>
                    <a:pt x="25931" y="7045"/>
                  </a:moveTo>
                  <a:cubicBezTo>
                    <a:pt x="25917" y="7073"/>
                    <a:pt x="25903" y="7073"/>
                    <a:pt x="25903" y="7087"/>
                  </a:cubicBezTo>
                  <a:cubicBezTo>
                    <a:pt x="25903" y="7073"/>
                    <a:pt x="25917" y="7045"/>
                    <a:pt x="25917" y="7031"/>
                  </a:cubicBezTo>
                  <a:lnTo>
                    <a:pt x="25959" y="7031"/>
                  </a:lnTo>
                  <a:close/>
                  <a:moveTo>
                    <a:pt x="26196" y="19027"/>
                  </a:moveTo>
                  <a:lnTo>
                    <a:pt x="26182" y="19041"/>
                  </a:lnTo>
                  <a:lnTo>
                    <a:pt x="26196" y="19027"/>
                  </a:lnTo>
                  <a:lnTo>
                    <a:pt x="26210" y="18999"/>
                  </a:lnTo>
                  <a:close/>
                  <a:moveTo>
                    <a:pt x="27298" y="24871"/>
                  </a:moveTo>
                  <a:cubicBezTo>
                    <a:pt x="27284" y="24871"/>
                    <a:pt x="27256" y="24857"/>
                    <a:pt x="27243" y="24857"/>
                  </a:cubicBezTo>
                  <a:cubicBezTo>
                    <a:pt x="27284" y="24829"/>
                    <a:pt x="27298" y="24815"/>
                    <a:pt x="27326" y="24815"/>
                  </a:cubicBezTo>
                  <a:cubicBezTo>
                    <a:pt x="27354" y="24815"/>
                    <a:pt x="27354" y="24829"/>
                    <a:pt x="27368" y="24857"/>
                  </a:cubicBezTo>
                  <a:cubicBezTo>
                    <a:pt x="27326" y="24871"/>
                    <a:pt x="27312" y="24871"/>
                    <a:pt x="27298" y="24871"/>
                  </a:cubicBezTo>
                  <a:close/>
                  <a:moveTo>
                    <a:pt x="27452" y="6557"/>
                  </a:moveTo>
                  <a:cubicBezTo>
                    <a:pt x="27438" y="6584"/>
                    <a:pt x="27424" y="6598"/>
                    <a:pt x="27396" y="6598"/>
                  </a:cubicBezTo>
                  <a:lnTo>
                    <a:pt x="26699" y="6598"/>
                  </a:lnTo>
                  <a:cubicBezTo>
                    <a:pt x="26685" y="6598"/>
                    <a:pt x="26671" y="6612"/>
                    <a:pt x="26657" y="6612"/>
                  </a:cubicBezTo>
                  <a:lnTo>
                    <a:pt x="26489" y="6766"/>
                  </a:lnTo>
                  <a:lnTo>
                    <a:pt x="26461" y="6766"/>
                  </a:lnTo>
                  <a:cubicBezTo>
                    <a:pt x="26447" y="6794"/>
                    <a:pt x="26420" y="6822"/>
                    <a:pt x="26392" y="6835"/>
                  </a:cubicBezTo>
                  <a:cubicBezTo>
                    <a:pt x="26392" y="6835"/>
                    <a:pt x="26350" y="6822"/>
                    <a:pt x="26336" y="6822"/>
                  </a:cubicBezTo>
                  <a:cubicBezTo>
                    <a:pt x="26350" y="6766"/>
                    <a:pt x="26406" y="6766"/>
                    <a:pt x="26461" y="6766"/>
                  </a:cubicBezTo>
                  <a:lnTo>
                    <a:pt x="26475" y="6752"/>
                  </a:lnTo>
                  <a:cubicBezTo>
                    <a:pt x="26531" y="6696"/>
                    <a:pt x="26573" y="6640"/>
                    <a:pt x="26629" y="6570"/>
                  </a:cubicBezTo>
                  <a:lnTo>
                    <a:pt x="26699" y="6570"/>
                  </a:lnTo>
                  <a:cubicBezTo>
                    <a:pt x="26950" y="6459"/>
                    <a:pt x="27201" y="6487"/>
                    <a:pt x="27452" y="6501"/>
                  </a:cubicBezTo>
                  <a:close/>
                  <a:moveTo>
                    <a:pt x="32682" y="26043"/>
                  </a:moveTo>
                  <a:cubicBezTo>
                    <a:pt x="32669" y="26043"/>
                    <a:pt x="32655" y="26015"/>
                    <a:pt x="32627" y="26001"/>
                  </a:cubicBezTo>
                  <a:cubicBezTo>
                    <a:pt x="32655" y="25973"/>
                    <a:pt x="32655" y="25917"/>
                    <a:pt x="32669" y="25903"/>
                  </a:cubicBezTo>
                  <a:cubicBezTo>
                    <a:pt x="32724" y="25847"/>
                    <a:pt x="32766" y="25834"/>
                    <a:pt x="32836" y="25861"/>
                  </a:cubicBezTo>
                  <a:cubicBezTo>
                    <a:pt x="32864" y="25861"/>
                    <a:pt x="32878" y="25903"/>
                    <a:pt x="32878" y="25917"/>
                  </a:cubicBezTo>
                  <a:cubicBezTo>
                    <a:pt x="32878" y="25987"/>
                    <a:pt x="32766" y="26057"/>
                    <a:pt x="32682" y="26043"/>
                  </a:cubicBezTo>
                  <a:close/>
                  <a:moveTo>
                    <a:pt x="32627" y="23699"/>
                  </a:moveTo>
                  <a:cubicBezTo>
                    <a:pt x="32613" y="23699"/>
                    <a:pt x="32585" y="23685"/>
                    <a:pt x="32585" y="23671"/>
                  </a:cubicBezTo>
                  <a:cubicBezTo>
                    <a:pt x="32585" y="23644"/>
                    <a:pt x="32585" y="23616"/>
                    <a:pt x="32599" y="23602"/>
                  </a:cubicBezTo>
                  <a:cubicBezTo>
                    <a:pt x="32669" y="23504"/>
                    <a:pt x="32752" y="23462"/>
                    <a:pt x="32878" y="23476"/>
                  </a:cubicBezTo>
                  <a:cubicBezTo>
                    <a:pt x="32892" y="23476"/>
                    <a:pt x="32892" y="23504"/>
                    <a:pt x="32892" y="23532"/>
                  </a:cubicBezTo>
                  <a:cubicBezTo>
                    <a:pt x="32836" y="23644"/>
                    <a:pt x="32752" y="23699"/>
                    <a:pt x="32627" y="23699"/>
                  </a:cubicBezTo>
                  <a:close/>
                  <a:moveTo>
                    <a:pt x="32892" y="18734"/>
                  </a:moveTo>
                  <a:lnTo>
                    <a:pt x="32906" y="18678"/>
                  </a:lnTo>
                  <a:lnTo>
                    <a:pt x="32934" y="18734"/>
                  </a:lnTo>
                  <a:close/>
                  <a:moveTo>
                    <a:pt x="33296" y="13015"/>
                  </a:moveTo>
                  <a:cubicBezTo>
                    <a:pt x="33324" y="13015"/>
                    <a:pt x="33380" y="13029"/>
                    <a:pt x="33422" y="13043"/>
                  </a:cubicBezTo>
                  <a:cubicBezTo>
                    <a:pt x="33436" y="13043"/>
                    <a:pt x="33436" y="13084"/>
                    <a:pt x="33450" y="13098"/>
                  </a:cubicBezTo>
                  <a:lnTo>
                    <a:pt x="33450" y="13154"/>
                  </a:lnTo>
                  <a:cubicBezTo>
                    <a:pt x="33422" y="13154"/>
                    <a:pt x="33366" y="13168"/>
                    <a:pt x="33352" y="13154"/>
                  </a:cubicBezTo>
                  <a:cubicBezTo>
                    <a:pt x="33240" y="13098"/>
                    <a:pt x="33226" y="13015"/>
                    <a:pt x="33296" y="13015"/>
                  </a:cubicBezTo>
                  <a:close/>
                  <a:moveTo>
                    <a:pt x="27800" y="10351"/>
                  </a:moveTo>
                  <a:cubicBezTo>
                    <a:pt x="27814" y="10351"/>
                    <a:pt x="27814" y="10351"/>
                    <a:pt x="27814" y="10323"/>
                  </a:cubicBezTo>
                  <a:lnTo>
                    <a:pt x="27814" y="10295"/>
                  </a:lnTo>
                  <a:cubicBezTo>
                    <a:pt x="27856" y="10295"/>
                    <a:pt x="27842" y="10309"/>
                    <a:pt x="27814" y="10323"/>
                  </a:cubicBezTo>
                  <a:lnTo>
                    <a:pt x="27814" y="10364"/>
                  </a:lnTo>
                  <a:lnTo>
                    <a:pt x="27773" y="10378"/>
                  </a:lnTo>
                  <a:close/>
                  <a:moveTo>
                    <a:pt x="28372" y="18301"/>
                  </a:moveTo>
                  <a:lnTo>
                    <a:pt x="28344" y="18259"/>
                  </a:lnTo>
                  <a:cubicBezTo>
                    <a:pt x="28358" y="18259"/>
                    <a:pt x="28372" y="18273"/>
                    <a:pt x="28400" y="18273"/>
                  </a:cubicBezTo>
                  <a:lnTo>
                    <a:pt x="28414" y="18315"/>
                  </a:lnTo>
                  <a:close/>
                  <a:moveTo>
                    <a:pt x="28498" y="13419"/>
                  </a:moveTo>
                  <a:cubicBezTo>
                    <a:pt x="28331" y="13559"/>
                    <a:pt x="28135" y="13573"/>
                    <a:pt x="27912" y="13433"/>
                  </a:cubicBezTo>
                  <a:cubicBezTo>
                    <a:pt x="27800" y="13377"/>
                    <a:pt x="27787" y="13322"/>
                    <a:pt x="27856" y="13280"/>
                  </a:cubicBezTo>
                  <a:cubicBezTo>
                    <a:pt x="27954" y="13210"/>
                    <a:pt x="28079" y="13154"/>
                    <a:pt x="28149" y="13071"/>
                  </a:cubicBezTo>
                  <a:cubicBezTo>
                    <a:pt x="28247" y="12931"/>
                    <a:pt x="28372" y="12819"/>
                    <a:pt x="28526" y="12764"/>
                  </a:cubicBezTo>
                  <a:cubicBezTo>
                    <a:pt x="28651" y="12736"/>
                    <a:pt x="28707" y="12624"/>
                    <a:pt x="28735" y="12513"/>
                  </a:cubicBezTo>
                  <a:cubicBezTo>
                    <a:pt x="28763" y="12471"/>
                    <a:pt x="28805" y="12443"/>
                    <a:pt x="28847" y="12457"/>
                  </a:cubicBezTo>
                  <a:cubicBezTo>
                    <a:pt x="28972" y="12457"/>
                    <a:pt x="29070" y="12540"/>
                    <a:pt x="29195" y="12513"/>
                  </a:cubicBezTo>
                  <a:cubicBezTo>
                    <a:pt x="29279" y="12485"/>
                    <a:pt x="29349" y="12345"/>
                    <a:pt x="29293" y="12275"/>
                  </a:cubicBezTo>
                  <a:cubicBezTo>
                    <a:pt x="29223" y="12206"/>
                    <a:pt x="29181" y="12122"/>
                    <a:pt x="29084" y="12094"/>
                  </a:cubicBezTo>
                  <a:cubicBezTo>
                    <a:pt x="28944" y="11996"/>
                    <a:pt x="28777" y="11969"/>
                    <a:pt x="28596" y="11969"/>
                  </a:cubicBezTo>
                  <a:cubicBezTo>
                    <a:pt x="28289" y="11969"/>
                    <a:pt x="27996" y="11927"/>
                    <a:pt x="27675" y="11913"/>
                  </a:cubicBezTo>
                  <a:cubicBezTo>
                    <a:pt x="27661" y="11913"/>
                    <a:pt x="27647" y="11885"/>
                    <a:pt x="27647" y="11857"/>
                  </a:cubicBezTo>
                  <a:cubicBezTo>
                    <a:pt x="27661" y="11829"/>
                    <a:pt x="27675" y="11773"/>
                    <a:pt x="27689" y="11745"/>
                  </a:cubicBezTo>
                  <a:cubicBezTo>
                    <a:pt x="27731" y="11718"/>
                    <a:pt x="27787" y="11704"/>
                    <a:pt x="27828" y="11704"/>
                  </a:cubicBezTo>
                  <a:cubicBezTo>
                    <a:pt x="28205" y="11690"/>
                    <a:pt x="28554" y="11676"/>
                    <a:pt x="28916" y="11676"/>
                  </a:cubicBezTo>
                  <a:cubicBezTo>
                    <a:pt x="29181" y="11676"/>
                    <a:pt x="29432" y="11634"/>
                    <a:pt x="29697" y="11550"/>
                  </a:cubicBezTo>
                  <a:cubicBezTo>
                    <a:pt x="29921" y="11480"/>
                    <a:pt x="30172" y="11425"/>
                    <a:pt x="30395" y="11397"/>
                  </a:cubicBezTo>
                  <a:cubicBezTo>
                    <a:pt x="30465" y="11369"/>
                    <a:pt x="30534" y="11397"/>
                    <a:pt x="30604" y="11411"/>
                  </a:cubicBezTo>
                  <a:cubicBezTo>
                    <a:pt x="30646" y="11411"/>
                    <a:pt x="30688" y="11466"/>
                    <a:pt x="30716" y="11480"/>
                  </a:cubicBezTo>
                  <a:cubicBezTo>
                    <a:pt x="30730" y="11508"/>
                    <a:pt x="30688" y="11578"/>
                    <a:pt x="30660" y="11606"/>
                  </a:cubicBezTo>
                  <a:cubicBezTo>
                    <a:pt x="30465" y="11690"/>
                    <a:pt x="30255" y="11759"/>
                    <a:pt x="30060" y="11829"/>
                  </a:cubicBezTo>
                  <a:cubicBezTo>
                    <a:pt x="30018" y="11843"/>
                    <a:pt x="29976" y="11969"/>
                    <a:pt x="30018" y="12024"/>
                  </a:cubicBezTo>
                  <a:cubicBezTo>
                    <a:pt x="30032" y="12038"/>
                    <a:pt x="30032" y="12066"/>
                    <a:pt x="30046" y="12066"/>
                  </a:cubicBezTo>
                  <a:cubicBezTo>
                    <a:pt x="30088" y="12108"/>
                    <a:pt x="30116" y="12122"/>
                    <a:pt x="30172" y="12164"/>
                  </a:cubicBezTo>
                  <a:cubicBezTo>
                    <a:pt x="30479" y="12387"/>
                    <a:pt x="30813" y="12485"/>
                    <a:pt x="31148" y="12192"/>
                  </a:cubicBezTo>
                  <a:cubicBezTo>
                    <a:pt x="31162" y="12178"/>
                    <a:pt x="31204" y="12178"/>
                    <a:pt x="31218" y="12192"/>
                  </a:cubicBezTo>
                  <a:cubicBezTo>
                    <a:pt x="31274" y="12206"/>
                    <a:pt x="31274" y="12262"/>
                    <a:pt x="31246" y="12317"/>
                  </a:cubicBezTo>
                  <a:cubicBezTo>
                    <a:pt x="31218" y="12401"/>
                    <a:pt x="31204" y="12513"/>
                    <a:pt x="31106" y="12554"/>
                  </a:cubicBezTo>
                  <a:cubicBezTo>
                    <a:pt x="31023" y="12624"/>
                    <a:pt x="30925" y="12694"/>
                    <a:pt x="30827" y="12792"/>
                  </a:cubicBezTo>
                  <a:cubicBezTo>
                    <a:pt x="30785" y="12833"/>
                    <a:pt x="30758" y="12903"/>
                    <a:pt x="30730" y="12959"/>
                  </a:cubicBezTo>
                  <a:cubicBezTo>
                    <a:pt x="30618" y="13210"/>
                    <a:pt x="30576" y="13238"/>
                    <a:pt x="30381" y="13084"/>
                  </a:cubicBezTo>
                  <a:cubicBezTo>
                    <a:pt x="30186" y="12903"/>
                    <a:pt x="29990" y="12903"/>
                    <a:pt x="29781" y="13001"/>
                  </a:cubicBezTo>
                  <a:cubicBezTo>
                    <a:pt x="29739" y="13015"/>
                    <a:pt x="29642" y="13084"/>
                    <a:pt x="29642" y="13140"/>
                  </a:cubicBezTo>
                  <a:cubicBezTo>
                    <a:pt x="29614" y="13377"/>
                    <a:pt x="29460" y="13489"/>
                    <a:pt x="29251" y="13531"/>
                  </a:cubicBezTo>
                  <a:lnTo>
                    <a:pt x="29251" y="13559"/>
                  </a:lnTo>
                  <a:lnTo>
                    <a:pt x="29195" y="13559"/>
                  </a:lnTo>
                  <a:cubicBezTo>
                    <a:pt x="29126" y="13601"/>
                    <a:pt x="29056" y="13642"/>
                    <a:pt x="28972" y="13656"/>
                  </a:cubicBezTo>
                  <a:cubicBezTo>
                    <a:pt x="28972" y="13670"/>
                    <a:pt x="28944" y="13670"/>
                    <a:pt x="28944" y="13698"/>
                  </a:cubicBezTo>
                  <a:lnTo>
                    <a:pt x="28916" y="13698"/>
                  </a:lnTo>
                  <a:cubicBezTo>
                    <a:pt x="28902" y="13712"/>
                    <a:pt x="28875" y="13740"/>
                    <a:pt x="28861" y="13768"/>
                  </a:cubicBezTo>
                  <a:cubicBezTo>
                    <a:pt x="28861" y="13768"/>
                    <a:pt x="28833" y="13768"/>
                    <a:pt x="28805" y="13740"/>
                  </a:cubicBezTo>
                  <a:cubicBezTo>
                    <a:pt x="28833" y="13698"/>
                    <a:pt x="28875" y="13698"/>
                    <a:pt x="28916" y="13698"/>
                  </a:cubicBezTo>
                  <a:lnTo>
                    <a:pt x="28930" y="13670"/>
                  </a:lnTo>
                  <a:cubicBezTo>
                    <a:pt x="28944" y="13670"/>
                    <a:pt x="28972" y="13670"/>
                    <a:pt x="28972" y="13656"/>
                  </a:cubicBezTo>
                  <a:cubicBezTo>
                    <a:pt x="29014" y="13587"/>
                    <a:pt x="29112" y="13559"/>
                    <a:pt x="29195" y="13559"/>
                  </a:cubicBezTo>
                  <a:cubicBezTo>
                    <a:pt x="29209" y="13559"/>
                    <a:pt x="29209" y="13531"/>
                    <a:pt x="29223" y="13531"/>
                  </a:cubicBezTo>
                  <a:lnTo>
                    <a:pt x="29251" y="13531"/>
                  </a:lnTo>
                  <a:lnTo>
                    <a:pt x="29349" y="13224"/>
                  </a:lnTo>
                  <a:cubicBezTo>
                    <a:pt x="29391" y="13098"/>
                    <a:pt x="29251" y="12959"/>
                    <a:pt x="29140" y="13015"/>
                  </a:cubicBezTo>
                  <a:cubicBezTo>
                    <a:pt x="29000" y="13071"/>
                    <a:pt x="28861" y="13112"/>
                    <a:pt x="28735" y="13182"/>
                  </a:cubicBezTo>
                  <a:cubicBezTo>
                    <a:pt x="28679" y="13224"/>
                    <a:pt x="28609" y="13322"/>
                    <a:pt x="28498" y="13419"/>
                  </a:cubicBezTo>
                  <a:close/>
                  <a:moveTo>
                    <a:pt x="30186" y="13866"/>
                  </a:moveTo>
                  <a:cubicBezTo>
                    <a:pt x="30172" y="13880"/>
                    <a:pt x="30144" y="13907"/>
                    <a:pt x="30102" y="13921"/>
                  </a:cubicBezTo>
                  <a:lnTo>
                    <a:pt x="30102" y="13949"/>
                  </a:lnTo>
                  <a:cubicBezTo>
                    <a:pt x="30102" y="13977"/>
                    <a:pt x="30088" y="13977"/>
                    <a:pt x="30088" y="13991"/>
                  </a:cubicBezTo>
                  <a:lnTo>
                    <a:pt x="30088" y="14075"/>
                  </a:lnTo>
                  <a:cubicBezTo>
                    <a:pt x="30032" y="14047"/>
                    <a:pt x="30074" y="14019"/>
                    <a:pt x="30088" y="13991"/>
                  </a:cubicBezTo>
                  <a:lnTo>
                    <a:pt x="30088" y="13935"/>
                  </a:lnTo>
                  <a:lnTo>
                    <a:pt x="30102" y="13921"/>
                  </a:lnTo>
                  <a:cubicBezTo>
                    <a:pt x="30102" y="13866"/>
                    <a:pt x="30102" y="13810"/>
                    <a:pt x="30172" y="13810"/>
                  </a:cubicBezTo>
                  <a:cubicBezTo>
                    <a:pt x="30186" y="13796"/>
                    <a:pt x="30214" y="13852"/>
                    <a:pt x="30186" y="13866"/>
                  </a:cubicBezTo>
                  <a:close/>
                  <a:moveTo>
                    <a:pt x="29614" y="16083"/>
                  </a:moveTo>
                  <a:cubicBezTo>
                    <a:pt x="29586" y="16111"/>
                    <a:pt x="29558" y="16153"/>
                    <a:pt x="29544" y="16153"/>
                  </a:cubicBezTo>
                  <a:cubicBezTo>
                    <a:pt x="29349" y="16111"/>
                    <a:pt x="29265" y="15972"/>
                    <a:pt x="29209" y="15818"/>
                  </a:cubicBezTo>
                  <a:cubicBezTo>
                    <a:pt x="29209" y="15804"/>
                    <a:pt x="29265" y="15735"/>
                    <a:pt x="29293" y="15707"/>
                  </a:cubicBezTo>
                  <a:cubicBezTo>
                    <a:pt x="29335" y="15693"/>
                    <a:pt x="29418" y="15693"/>
                    <a:pt x="29446" y="15707"/>
                  </a:cubicBezTo>
                  <a:cubicBezTo>
                    <a:pt x="29488" y="15818"/>
                    <a:pt x="29544" y="15958"/>
                    <a:pt x="29614" y="16083"/>
                  </a:cubicBezTo>
                  <a:close/>
                  <a:moveTo>
                    <a:pt x="29098" y="19836"/>
                  </a:moveTo>
                  <a:lnTo>
                    <a:pt x="29098" y="19794"/>
                  </a:lnTo>
                  <a:lnTo>
                    <a:pt x="29140" y="19836"/>
                  </a:lnTo>
                  <a:close/>
                  <a:moveTo>
                    <a:pt x="30214" y="21998"/>
                  </a:moveTo>
                  <a:cubicBezTo>
                    <a:pt x="30214" y="22012"/>
                    <a:pt x="30172" y="22012"/>
                    <a:pt x="30158" y="22012"/>
                  </a:cubicBezTo>
                  <a:cubicBezTo>
                    <a:pt x="30144" y="21970"/>
                    <a:pt x="30144" y="21928"/>
                    <a:pt x="30116" y="21886"/>
                  </a:cubicBezTo>
                  <a:cubicBezTo>
                    <a:pt x="30116" y="21886"/>
                    <a:pt x="30158" y="21872"/>
                    <a:pt x="30172" y="21872"/>
                  </a:cubicBezTo>
                  <a:cubicBezTo>
                    <a:pt x="30186" y="21872"/>
                    <a:pt x="30186" y="21900"/>
                    <a:pt x="30214" y="21928"/>
                  </a:cubicBezTo>
                  <a:cubicBezTo>
                    <a:pt x="30228" y="21956"/>
                    <a:pt x="30228" y="21970"/>
                    <a:pt x="30214" y="21998"/>
                  </a:cubicBezTo>
                  <a:close/>
                  <a:moveTo>
                    <a:pt x="30493" y="18803"/>
                  </a:moveTo>
                  <a:cubicBezTo>
                    <a:pt x="30381" y="18901"/>
                    <a:pt x="30283" y="18999"/>
                    <a:pt x="30116" y="19013"/>
                  </a:cubicBezTo>
                  <a:cubicBezTo>
                    <a:pt x="29907" y="19041"/>
                    <a:pt x="29697" y="19096"/>
                    <a:pt x="29488" y="19110"/>
                  </a:cubicBezTo>
                  <a:cubicBezTo>
                    <a:pt x="29321" y="19138"/>
                    <a:pt x="29167" y="19082"/>
                    <a:pt x="29056" y="18943"/>
                  </a:cubicBezTo>
                  <a:cubicBezTo>
                    <a:pt x="28986" y="18859"/>
                    <a:pt x="28902" y="18762"/>
                    <a:pt x="28833" y="18664"/>
                  </a:cubicBezTo>
                  <a:cubicBezTo>
                    <a:pt x="28833" y="18664"/>
                    <a:pt x="28833" y="18622"/>
                    <a:pt x="28847" y="18608"/>
                  </a:cubicBezTo>
                  <a:cubicBezTo>
                    <a:pt x="28861" y="18594"/>
                    <a:pt x="28902" y="18594"/>
                    <a:pt x="28916" y="18594"/>
                  </a:cubicBezTo>
                  <a:cubicBezTo>
                    <a:pt x="29000" y="18608"/>
                    <a:pt x="29098" y="18664"/>
                    <a:pt x="29195" y="18678"/>
                  </a:cubicBezTo>
                  <a:cubicBezTo>
                    <a:pt x="29265" y="18678"/>
                    <a:pt x="29349" y="18678"/>
                    <a:pt x="29391" y="18622"/>
                  </a:cubicBezTo>
                  <a:cubicBezTo>
                    <a:pt x="29488" y="18538"/>
                    <a:pt x="29600" y="18427"/>
                    <a:pt x="29684" y="18315"/>
                  </a:cubicBezTo>
                  <a:cubicBezTo>
                    <a:pt x="29781" y="18190"/>
                    <a:pt x="29907" y="18134"/>
                    <a:pt x="30060" y="18148"/>
                  </a:cubicBezTo>
                  <a:cubicBezTo>
                    <a:pt x="30116" y="18148"/>
                    <a:pt x="30158" y="18148"/>
                    <a:pt x="30200" y="18134"/>
                  </a:cubicBezTo>
                  <a:cubicBezTo>
                    <a:pt x="30297" y="18120"/>
                    <a:pt x="30381" y="18008"/>
                    <a:pt x="30367" y="17925"/>
                  </a:cubicBezTo>
                  <a:cubicBezTo>
                    <a:pt x="30367" y="17855"/>
                    <a:pt x="30339" y="17785"/>
                    <a:pt x="30339" y="17715"/>
                  </a:cubicBezTo>
                  <a:cubicBezTo>
                    <a:pt x="30325" y="17576"/>
                    <a:pt x="30297" y="17436"/>
                    <a:pt x="30255" y="17297"/>
                  </a:cubicBezTo>
                  <a:cubicBezTo>
                    <a:pt x="30241" y="17255"/>
                    <a:pt x="30255" y="17213"/>
                    <a:pt x="30311" y="17199"/>
                  </a:cubicBezTo>
                  <a:cubicBezTo>
                    <a:pt x="30325" y="17199"/>
                    <a:pt x="30367" y="17213"/>
                    <a:pt x="30381" y="17227"/>
                  </a:cubicBezTo>
                  <a:cubicBezTo>
                    <a:pt x="30604" y="17381"/>
                    <a:pt x="30716" y="17632"/>
                    <a:pt x="30869" y="17855"/>
                  </a:cubicBezTo>
                  <a:cubicBezTo>
                    <a:pt x="30939" y="17966"/>
                    <a:pt x="31050" y="18008"/>
                    <a:pt x="31162" y="18008"/>
                  </a:cubicBezTo>
                  <a:cubicBezTo>
                    <a:pt x="31497" y="18050"/>
                    <a:pt x="31790" y="17966"/>
                    <a:pt x="32041" y="17757"/>
                  </a:cubicBezTo>
                  <a:cubicBezTo>
                    <a:pt x="32264" y="17562"/>
                    <a:pt x="32543" y="17478"/>
                    <a:pt x="32822" y="17422"/>
                  </a:cubicBezTo>
                  <a:cubicBezTo>
                    <a:pt x="32934" y="17409"/>
                    <a:pt x="33045" y="17422"/>
                    <a:pt x="33171" y="17436"/>
                  </a:cubicBezTo>
                  <a:cubicBezTo>
                    <a:pt x="33171" y="17436"/>
                    <a:pt x="33171" y="17422"/>
                    <a:pt x="33185" y="17422"/>
                  </a:cubicBezTo>
                  <a:cubicBezTo>
                    <a:pt x="33185" y="17367"/>
                    <a:pt x="33185" y="17367"/>
                    <a:pt x="33226" y="17409"/>
                  </a:cubicBezTo>
                  <a:lnTo>
                    <a:pt x="33185" y="17436"/>
                  </a:lnTo>
                  <a:lnTo>
                    <a:pt x="33171" y="17436"/>
                  </a:lnTo>
                  <a:cubicBezTo>
                    <a:pt x="33115" y="17506"/>
                    <a:pt x="33073" y="17576"/>
                    <a:pt x="33003" y="17632"/>
                  </a:cubicBezTo>
                  <a:cubicBezTo>
                    <a:pt x="32906" y="17701"/>
                    <a:pt x="32794" y="17757"/>
                    <a:pt x="32682" y="17799"/>
                  </a:cubicBezTo>
                  <a:cubicBezTo>
                    <a:pt x="32431" y="17911"/>
                    <a:pt x="32208" y="18036"/>
                    <a:pt x="31999" y="18204"/>
                  </a:cubicBezTo>
                  <a:cubicBezTo>
                    <a:pt x="31762" y="18399"/>
                    <a:pt x="31469" y="18497"/>
                    <a:pt x="31190" y="18650"/>
                  </a:cubicBezTo>
                  <a:cubicBezTo>
                    <a:pt x="31148" y="18664"/>
                    <a:pt x="31078" y="18664"/>
                    <a:pt x="31037" y="18650"/>
                  </a:cubicBezTo>
                  <a:cubicBezTo>
                    <a:pt x="30785" y="18552"/>
                    <a:pt x="30632" y="18664"/>
                    <a:pt x="30493" y="18803"/>
                  </a:cubicBezTo>
                  <a:close/>
                  <a:moveTo>
                    <a:pt x="30981" y="24955"/>
                  </a:moveTo>
                  <a:cubicBezTo>
                    <a:pt x="30953" y="24941"/>
                    <a:pt x="30953" y="24927"/>
                    <a:pt x="30953" y="24927"/>
                  </a:cubicBezTo>
                  <a:lnTo>
                    <a:pt x="30911" y="24815"/>
                  </a:lnTo>
                  <a:lnTo>
                    <a:pt x="30953" y="24927"/>
                  </a:lnTo>
                  <a:cubicBezTo>
                    <a:pt x="31009" y="24927"/>
                    <a:pt x="31009" y="24927"/>
                    <a:pt x="30981" y="24955"/>
                  </a:cubicBezTo>
                  <a:close/>
                  <a:moveTo>
                    <a:pt x="31092" y="21956"/>
                  </a:moveTo>
                  <a:cubicBezTo>
                    <a:pt x="31064" y="21970"/>
                    <a:pt x="31009" y="21942"/>
                    <a:pt x="30981" y="21928"/>
                  </a:cubicBezTo>
                  <a:lnTo>
                    <a:pt x="30981" y="21872"/>
                  </a:lnTo>
                  <a:cubicBezTo>
                    <a:pt x="31023" y="21802"/>
                    <a:pt x="31078" y="21691"/>
                    <a:pt x="31148" y="21649"/>
                  </a:cubicBezTo>
                  <a:cubicBezTo>
                    <a:pt x="31413" y="21482"/>
                    <a:pt x="31678" y="21328"/>
                    <a:pt x="31957" y="21189"/>
                  </a:cubicBezTo>
                  <a:cubicBezTo>
                    <a:pt x="31985" y="21175"/>
                    <a:pt x="32055" y="21189"/>
                    <a:pt x="32097" y="21203"/>
                  </a:cubicBezTo>
                  <a:cubicBezTo>
                    <a:pt x="32208" y="21314"/>
                    <a:pt x="32348" y="21398"/>
                    <a:pt x="32529" y="21398"/>
                  </a:cubicBezTo>
                  <a:cubicBezTo>
                    <a:pt x="32543" y="21398"/>
                    <a:pt x="32557" y="21468"/>
                    <a:pt x="32585" y="21509"/>
                  </a:cubicBezTo>
                  <a:cubicBezTo>
                    <a:pt x="32585" y="21523"/>
                    <a:pt x="32557" y="21551"/>
                    <a:pt x="32543" y="21551"/>
                  </a:cubicBezTo>
                  <a:cubicBezTo>
                    <a:pt x="32390" y="21579"/>
                    <a:pt x="32208" y="21593"/>
                    <a:pt x="32055" y="21607"/>
                  </a:cubicBezTo>
                  <a:lnTo>
                    <a:pt x="32055" y="21579"/>
                  </a:lnTo>
                  <a:lnTo>
                    <a:pt x="31846" y="21579"/>
                  </a:lnTo>
                  <a:cubicBezTo>
                    <a:pt x="31622" y="21551"/>
                    <a:pt x="31427" y="21649"/>
                    <a:pt x="31274" y="21816"/>
                  </a:cubicBezTo>
                  <a:cubicBezTo>
                    <a:pt x="31204" y="21886"/>
                    <a:pt x="31148" y="21942"/>
                    <a:pt x="31092" y="21956"/>
                  </a:cubicBezTo>
                  <a:close/>
                  <a:moveTo>
                    <a:pt x="38555" y="59129"/>
                  </a:moveTo>
                  <a:lnTo>
                    <a:pt x="38513" y="59185"/>
                  </a:lnTo>
                  <a:cubicBezTo>
                    <a:pt x="38360" y="59213"/>
                    <a:pt x="38220" y="59087"/>
                    <a:pt x="38248" y="58961"/>
                  </a:cubicBezTo>
                  <a:cubicBezTo>
                    <a:pt x="38248" y="58934"/>
                    <a:pt x="38276" y="58906"/>
                    <a:pt x="38304" y="58906"/>
                  </a:cubicBezTo>
                  <a:cubicBezTo>
                    <a:pt x="38415" y="58906"/>
                    <a:pt x="38527" y="58961"/>
                    <a:pt x="38583" y="59059"/>
                  </a:cubicBezTo>
                  <a:cubicBezTo>
                    <a:pt x="38555" y="59073"/>
                    <a:pt x="38555" y="59115"/>
                    <a:pt x="38555" y="59129"/>
                  </a:cubicBezTo>
                  <a:close/>
                  <a:moveTo>
                    <a:pt x="46645" y="60314"/>
                  </a:moveTo>
                  <a:cubicBezTo>
                    <a:pt x="46645" y="60370"/>
                    <a:pt x="46547" y="60454"/>
                    <a:pt x="46506" y="60440"/>
                  </a:cubicBezTo>
                  <a:cubicBezTo>
                    <a:pt x="46478" y="60426"/>
                    <a:pt x="46422" y="60384"/>
                    <a:pt x="46408" y="60356"/>
                  </a:cubicBezTo>
                  <a:cubicBezTo>
                    <a:pt x="46282" y="60175"/>
                    <a:pt x="46296" y="60105"/>
                    <a:pt x="46506" y="59882"/>
                  </a:cubicBezTo>
                  <a:cubicBezTo>
                    <a:pt x="46533" y="59840"/>
                    <a:pt x="46575" y="59868"/>
                    <a:pt x="46631" y="59840"/>
                  </a:cubicBezTo>
                  <a:cubicBezTo>
                    <a:pt x="46631" y="59840"/>
                    <a:pt x="46645" y="59882"/>
                    <a:pt x="46645" y="59896"/>
                  </a:cubicBezTo>
                  <a:cubicBezTo>
                    <a:pt x="46673" y="59966"/>
                    <a:pt x="46673" y="60036"/>
                    <a:pt x="46673" y="60119"/>
                  </a:cubicBezTo>
                  <a:cubicBezTo>
                    <a:pt x="46673" y="60189"/>
                    <a:pt x="46645" y="60259"/>
                    <a:pt x="46645" y="60314"/>
                  </a:cubicBezTo>
                  <a:close/>
                  <a:moveTo>
                    <a:pt x="48068" y="98882"/>
                  </a:moveTo>
                  <a:cubicBezTo>
                    <a:pt x="48040" y="98882"/>
                    <a:pt x="48026" y="98868"/>
                    <a:pt x="48026" y="98868"/>
                  </a:cubicBezTo>
                  <a:lnTo>
                    <a:pt x="48026" y="98813"/>
                  </a:lnTo>
                  <a:cubicBezTo>
                    <a:pt x="48040" y="98757"/>
                    <a:pt x="48068" y="98785"/>
                    <a:pt x="48082" y="98854"/>
                  </a:cubicBezTo>
                  <a:cubicBezTo>
                    <a:pt x="48082" y="98854"/>
                    <a:pt x="48082" y="98868"/>
                    <a:pt x="48068" y="98882"/>
                  </a:cubicBezTo>
                  <a:close/>
                  <a:moveTo>
                    <a:pt x="48249" y="75951"/>
                  </a:moveTo>
                  <a:lnTo>
                    <a:pt x="48249" y="75937"/>
                  </a:lnTo>
                  <a:cubicBezTo>
                    <a:pt x="48026" y="75937"/>
                    <a:pt x="47886" y="75797"/>
                    <a:pt x="47789" y="75630"/>
                  </a:cubicBezTo>
                  <a:cubicBezTo>
                    <a:pt x="47761" y="75602"/>
                    <a:pt x="47803" y="75532"/>
                    <a:pt x="47803" y="75505"/>
                  </a:cubicBezTo>
                  <a:cubicBezTo>
                    <a:pt x="47803" y="75505"/>
                    <a:pt x="47859" y="75477"/>
                    <a:pt x="47859" y="75505"/>
                  </a:cubicBezTo>
                  <a:cubicBezTo>
                    <a:pt x="47998" y="75630"/>
                    <a:pt x="48179" y="75728"/>
                    <a:pt x="48235" y="75937"/>
                  </a:cubicBezTo>
                  <a:lnTo>
                    <a:pt x="48249" y="75937"/>
                  </a:lnTo>
                  <a:lnTo>
                    <a:pt x="48291" y="75979"/>
                  </a:lnTo>
                  <a:cubicBezTo>
                    <a:pt x="48291" y="75979"/>
                    <a:pt x="48277" y="75979"/>
                    <a:pt x="48249" y="75951"/>
                  </a:cubicBezTo>
                  <a:close/>
                  <a:moveTo>
                    <a:pt x="49602" y="101602"/>
                  </a:moveTo>
                  <a:lnTo>
                    <a:pt x="49602" y="101616"/>
                  </a:lnTo>
                  <a:lnTo>
                    <a:pt x="49546" y="101644"/>
                  </a:lnTo>
                  <a:lnTo>
                    <a:pt x="49574" y="101602"/>
                  </a:lnTo>
                  <a:lnTo>
                    <a:pt x="49602" y="101602"/>
                  </a:lnTo>
                  <a:lnTo>
                    <a:pt x="49602" y="101574"/>
                  </a:lnTo>
                  <a:cubicBezTo>
                    <a:pt x="49630" y="101588"/>
                    <a:pt x="49616" y="101588"/>
                    <a:pt x="49602" y="101602"/>
                  </a:cubicBezTo>
                  <a:close/>
                  <a:moveTo>
                    <a:pt x="49979" y="102314"/>
                  </a:moveTo>
                  <a:cubicBezTo>
                    <a:pt x="49951" y="102342"/>
                    <a:pt x="49895" y="102356"/>
                    <a:pt x="49853" y="102370"/>
                  </a:cubicBezTo>
                  <a:cubicBezTo>
                    <a:pt x="49839" y="102370"/>
                    <a:pt x="49811" y="102356"/>
                    <a:pt x="49811" y="102328"/>
                  </a:cubicBezTo>
                  <a:cubicBezTo>
                    <a:pt x="49770" y="102286"/>
                    <a:pt x="49783" y="102244"/>
                    <a:pt x="49853" y="102244"/>
                  </a:cubicBezTo>
                  <a:cubicBezTo>
                    <a:pt x="49909" y="102244"/>
                    <a:pt x="49951" y="102272"/>
                    <a:pt x="49993" y="102272"/>
                  </a:cubicBezTo>
                  <a:cubicBezTo>
                    <a:pt x="49979" y="102272"/>
                    <a:pt x="49979" y="102300"/>
                    <a:pt x="49979" y="102314"/>
                  </a:cubicBezTo>
                  <a:close/>
                  <a:moveTo>
                    <a:pt x="50104" y="103151"/>
                  </a:moveTo>
                  <a:cubicBezTo>
                    <a:pt x="50104" y="103151"/>
                    <a:pt x="50090" y="103137"/>
                    <a:pt x="50090" y="103123"/>
                  </a:cubicBezTo>
                  <a:cubicBezTo>
                    <a:pt x="50104" y="103123"/>
                    <a:pt x="50118" y="103123"/>
                    <a:pt x="50132" y="103095"/>
                  </a:cubicBezTo>
                  <a:cubicBezTo>
                    <a:pt x="50132" y="103123"/>
                    <a:pt x="50160" y="103123"/>
                    <a:pt x="50160" y="103137"/>
                  </a:cubicBezTo>
                  <a:cubicBezTo>
                    <a:pt x="50132" y="103151"/>
                    <a:pt x="50118" y="103151"/>
                    <a:pt x="50104" y="103151"/>
                  </a:cubicBezTo>
                  <a:close/>
                  <a:moveTo>
                    <a:pt x="50453" y="102621"/>
                  </a:moveTo>
                  <a:cubicBezTo>
                    <a:pt x="50453" y="102621"/>
                    <a:pt x="50453" y="102635"/>
                    <a:pt x="50439" y="102635"/>
                  </a:cubicBezTo>
                  <a:cubicBezTo>
                    <a:pt x="50411" y="102635"/>
                    <a:pt x="50411" y="102649"/>
                    <a:pt x="50397" y="102649"/>
                  </a:cubicBezTo>
                  <a:cubicBezTo>
                    <a:pt x="50383" y="102704"/>
                    <a:pt x="50341" y="102732"/>
                    <a:pt x="50314" y="102732"/>
                  </a:cubicBezTo>
                  <a:cubicBezTo>
                    <a:pt x="50314" y="102760"/>
                    <a:pt x="50286" y="102760"/>
                    <a:pt x="50286" y="102774"/>
                  </a:cubicBezTo>
                  <a:lnTo>
                    <a:pt x="50258" y="102802"/>
                  </a:lnTo>
                  <a:lnTo>
                    <a:pt x="50272" y="102760"/>
                  </a:lnTo>
                  <a:cubicBezTo>
                    <a:pt x="50300" y="102760"/>
                    <a:pt x="50300" y="102732"/>
                    <a:pt x="50314" y="102732"/>
                  </a:cubicBezTo>
                  <a:cubicBezTo>
                    <a:pt x="50327" y="102690"/>
                    <a:pt x="50369" y="102662"/>
                    <a:pt x="50397" y="102649"/>
                  </a:cubicBezTo>
                  <a:cubicBezTo>
                    <a:pt x="50397" y="102635"/>
                    <a:pt x="50411" y="102635"/>
                    <a:pt x="50411" y="102621"/>
                  </a:cubicBezTo>
                  <a:lnTo>
                    <a:pt x="50453" y="102621"/>
                  </a:lnTo>
                  <a:cubicBezTo>
                    <a:pt x="50453" y="102593"/>
                    <a:pt x="50467" y="102593"/>
                    <a:pt x="50467" y="102579"/>
                  </a:cubicBezTo>
                  <a:cubicBezTo>
                    <a:pt x="50509" y="102593"/>
                    <a:pt x="50481" y="102593"/>
                    <a:pt x="50453" y="102621"/>
                  </a:cubicBezTo>
                  <a:close/>
                  <a:moveTo>
                    <a:pt x="51499" y="102983"/>
                  </a:moveTo>
                  <a:cubicBezTo>
                    <a:pt x="51555" y="102969"/>
                    <a:pt x="51583" y="102969"/>
                    <a:pt x="51625" y="103011"/>
                  </a:cubicBezTo>
                  <a:cubicBezTo>
                    <a:pt x="51625" y="103039"/>
                    <a:pt x="51597" y="103053"/>
                    <a:pt x="51597" y="103067"/>
                  </a:cubicBezTo>
                  <a:cubicBezTo>
                    <a:pt x="51569" y="103109"/>
                    <a:pt x="51527" y="103123"/>
                    <a:pt x="51499" y="103151"/>
                  </a:cubicBezTo>
                  <a:cubicBezTo>
                    <a:pt x="51471" y="103151"/>
                    <a:pt x="51457" y="103151"/>
                    <a:pt x="51443" y="103137"/>
                  </a:cubicBezTo>
                  <a:cubicBezTo>
                    <a:pt x="51360" y="103109"/>
                    <a:pt x="51415" y="103011"/>
                    <a:pt x="51499" y="102983"/>
                  </a:cubicBezTo>
                  <a:close/>
                  <a:moveTo>
                    <a:pt x="51025" y="103485"/>
                  </a:moveTo>
                  <a:lnTo>
                    <a:pt x="51025" y="103527"/>
                  </a:lnTo>
                  <a:cubicBezTo>
                    <a:pt x="51109" y="103569"/>
                    <a:pt x="51206" y="103611"/>
                    <a:pt x="51290" y="103667"/>
                  </a:cubicBezTo>
                  <a:lnTo>
                    <a:pt x="51304" y="103667"/>
                  </a:lnTo>
                  <a:lnTo>
                    <a:pt x="51318" y="103667"/>
                  </a:lnTo>
                  <a:lnTo>
                    <a:pt x="51318" y="103555"/>
                  </a:lnTo>
                  <a:cubicBezTo>
                    <a:pt x="51318" y="103499"/>
                    <a:pt x="51360" y="103485"/>
                    <a:pt x="51415" y="103485"/>
                  </a:cubicBezTo>
                  <a:cubicBezTo>
                    <a:pt x="51429" y="103485"/>
                    <a:pt x="51443" y="103499"/>
                    <a:pt x="51457" y="103527"/>
                  </a:cubicBezTo>
                  <a:cubicBezTo>
                    <a:pt x="51499" y="103555"/>
                    <a:pt x="51485" y="103611"/>
                    <a:pt x="51429" y="103625"/>
                  </a:cubicBezTo>
                  <a:cubicBezTo>
                    <a:pt x="51388" y="103639"/>
                    <a:pt x="51360" y="103639"/>
                    <a:pt x="51318" y="103667"/>
                  </a:cubicBezTo>
                  <a:lnTo>
                    <a:pt x="51318" y="103681"/>
                  </a:lnTo>
                  <a:cubicBezTo>
                    <a:pt x="51304" y="103681"/>
                    <a:pt x="51304" y="103667"/>
                    <a:pt x="51290" y="103667"/>
                  </a:cubicBezTo>
                  <a:cubicBezTo>
                    <a:pt x="51248" y="103681"/>
                    <a:pt x="51220" y="103695"/>
                    <a:pt x="51178" y="103695"/>
                  </a:cubicBezTo>
                  <a:cubicBezTo>
                    <a:pt x="51109" y="103709"/>
                    <a:pt x="51067" y="103681"/>
                    <a:pt x="51039" y="103611"/>
                  </a:cubicBezTo>
                  <a:cubicBezTo>
                    <a:pt x="51025" y="103569"/>
                    <a:pt x="51025" y="103541"/>
                    <a:pt x="51025" y="103527"/>
                  </a:cubicBezTo>
                  <a:lnTo>
                    <a:pt x="51011" y="103499"/>
                  </a:lnTo>
                  <a:cubicBezTo>
                    <a:pt x="51011" y="103485"/>
                    <a:pt x="50983" y="103485"/>
                    <a:pt x="50983" y="103471"/>
                  </a:cubicBezTo>
                  <a:cubicBezTo>
                    <a:pt x="50955" y="103471"/>
                    <a:pt x="50899" y="103471"/>
                    <a:pt x="50885" y="103402"/>
                  </a:cubicBezTo>
                  <a:lnTo>
                    <a:pt x="50941" y="103388"/>
                  </a:lnTo>
                  <a:cubicBezTo>
                    <a:pt x="50955" y="103402"/>
                    <a:pt x="50969" y="103430"/>
                    <a:pt x="50983" y="103458"/>
                  </a:cubicBezTo>
                  <a:cubicBezTo>
                    <a:pt x="51011" y="103485"/>
                    <a:pt x="51011" y="103485"/>
                    <a:pt x="51025" y="103485"/>
                  </a:cubicBezTo>
                  <a:close/>
                  <a:moveTo>
                    <a:pt x="51639" y="61709"/>
                  </a:moveTo>
                  <a:lnTo>
                    <a:pt x="51667" y="61654"/>
                  </a:lnTo>
                  <a:lnTo>
                    <a:pt x="51667" y="61709"/>
                  </a:lnTo>
                  <a:close/>
                  <a:moveTo>
                    <a:pt x="52713" y="85296"/>
                  </a:moveTo>
                  <a:cubicBezTo>
                    <a:pt x="52685" y="85282"/>
                    <a:pt x="52643" y="85269"/>
                    <a:pt x="52601" y="85255"/>
                  </a:cubicBezTo>
                  <a:cubicBezTo>
                    <a:pt x="52615" y="85227"/>
                    <a:pt x="52629" y="85213"/>
                    <a:pt x="52643" y="85213"/>
                  </a:cubicBezTo>
                  <a:lnTo>
                    <a:pt x="52713" y="85213"/>
                  </a:lnTo>
                  <a:cubicBezTo>
                    <a:pt x="52741" y="85213"/>
                    <a:pt x="52755" y="85255"/>
                    <a:pt x="52768" y="85269"/>
                  </a:cubicBezTo>
                  <a:cubicBezTo>
                    <a:pt x="52755" y="85282"/>
                    <a:pt x="52741" y="85282"/>
                    <a:pt x="52713" y="85296"/>
                  </a:cubicBezTo>
                  <a:close/>
                  <a:moveTo>
                    <a:pt x="56032" y="63076"/>
                  </a:moveTo>
                  <a:cubicBezTo>
                    <a:pt x="56019" y="63076"/>
                    <a:pt x="56019" y="63034"/>
                    <a:pt x="56019" y="63021"/>
                  </a:cubicBezTo>
                  <a:lnTo>
                    <a:pt x="56116" y="62965"/>
                  </a:lnTo>
                  <a:cubicBezTo>
                    <a:pt x="56116" y="62979"/>
                    <a:pt x="56130" y="63007"/>
                    <a:pt x="56130" y="63021"/>
                  </a:cubicBezTo>
                  <a:cubicBezTo>
                    <a:pt x="56116" y="63090"/>
                    <a:pt x="56088" y="63104"/>
                    <a:pt x="56032" y="63076"/>
                  </a:cubicBezTo>
                  <a:close/>
                  <a:moveTo>
                    <a:pt x="58836" y="66452"/>
                  </a:moveTo>
                  <a:cubicBezTo>
                    <a:pt x="58780" y="66522"/>
                    <a:pt x="58669" y="66536"/>
                    <a:pt x="58599" y="66508"/>
                  </a:cubicBezTo>
                  <a:cubicBezTo>
                    <a:pt x="58529" y="66452"/>
                    <a:pt x="58529" y="66382"/>
                    <a:pt x="58543" y="66326"/>
                  </a:cubicBezTo>
                  <a:cubicBezTo>
                    <a:pt x="58557" y="66284"/>
                    <a:pt x="58599" y="66229"/>
                    <a:pt x="58627" y="66187"/>
                  </a:cubicBezTo>
                  <a:cubicBezTo>
                    <a:pt x="58627" y="66229"/>
                    <a:pt x="58641" y="66257"/>
                    <a:pt x="58641" y="66298"/>
                  </a:cubicBezTo>
                  <a:cubicBezTo>
                    <a:pt x="58683" y="66368"/>
                    <a:pt x="58738" y="66396"/>
                    <a:pt x="58808" y="66382"/>
                  </a:cubicBezTo>
                  <a:cubicBezTo>
                    <a:pt x="58836" y="66382"/>
                    <a:pt x="58850" y="66368"/>
                    <a:pt x="58892" y="66354"/>
                  </a:cubicBezTo>
                  <a:cubicBezTo>
                    <a:pt x="58892" y="66368"/>
                    <a:pt x="58878" y="66424"/>
                    <a:pt x="58836" y="66452"/>
                  </a:cubicBezTo>
                  <a:close/>
                  <a:moveTo>
                    <a:pt x="59547" y="67233"/>
                  </a:moveTo>
                  <a:lnTo>
                    <a:pt x="59547" y="67191"/>
                  </a:lnTo>
                  <a:cubicBezTo>
                    <a:pt x="59589" y="67163"/>
                    <a:pt x="59645" y="67149"/>
                    <a:pt x="59673" y="67135"/>
                  </a:cubicBezTo>
                  <a:cubicBezTo>
                    <a:pt x="59673" y="67135"/>
                    <a:pt x="59701" y="67163"/>
                    <a:pt x="59701" y="67191"/>
                  </a:cubicBezTo>
                  <a:cubicBezTo>
                    <a:pt x="59701" y="67205"/>
                    <a:pt x="59687" y="67233"/>
                    <a:pt x="59673" y="67233"/>
                  </a:cubicBezTo>
                  <a:close/>
                  <a:moveTo>
                    <a:pt x="59743" y="68865"/>
                  </a:moveTo>
                  <a:lnTo>
                    <a:pt x="59715" y="68865"/>
                  </a:lnTo>
                  <a:cubicBezTo>
                    <a:pt x="59673" y="68809"/>
                    <a:pt x="59645" y="68739"/>
                    <a:pt x="59603" y="68684"/>
                  </a:cubicBezTo>
                  <a:cubicBezTo>
                    <a:pt x="59575" y="68628"/>
                    <a:pt x="59589" y="68600"/>
                    <a:pt x="59645" y="68586"/>
                  </a:cubicBezTo>
                  <a:cubicBezTo>
                    <a:pt x="59659" y="68586"/>
                    <a:pt x="59673" y="68600"/>
                    <a:pt x="59687" y="68614"/>
                  </a:cubicBezTo>
                  <a:cubicBezTo>
                    <a:pt x="59729" y="68670"/>
                    <a:pt x="59743" y="68739"/>
                    <a:pt x="59785" y="68795"/>
                  </a:cubicBezTo>
                  <a:cubicBezTo>
                    <a:pt x="59757" y="68823"/>
                    <a:pt x="59743" y="68837"/>
                    <a:pt x="59743" y="68865"/>
                  </a:cubicBezTo>
                  <a:close/>
                  <a:moveTo>
                    <a:pt x="60231" y="77192"/>
                  </a:moveTo>
                  <a:lnTo>
                    <a:pt x="60175" y="77178"/>
                  </a:lnTo>
                  <a:lnTo>
                    <a:pt x="60231" y="77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52" name="Google Shape;1752;p56"/>
            <p:cNvSpPr/>
            <p:nvPr/>
          </p:nvSpPr>
          <p:spPr>
            <a:xfrm>
              <a:off x="1959875" y="2567175"/>
              <a:ext cx="725" cy="375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29" y="1"/>
                  </a:moveTo>
                  <a:lnTo>
                    <a:pt x="1" y="1"/>
                  </a:lnTo>
                  <a:cubicBezTo>
                    <a:pt x="1" y="1"/>
                    <a:pt x="1" y="15"/>
                    <a:pt x="29" y="1"/>
                  </a:cubicBezTo>
                  <a:lnTo>
                    <a:pt x="29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53" name="Google Shape;1753;p56"/>
            <p:cNvSpPr/>
            <p:nvPr/>
          </p:nvSpPr>
          <p:spPr>
            <a:xfrm>
              <a:off x="3038100" y="2188825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14"/>
                  </a:moveTo>
                  <a:cubicBezTo>
                    <a:pt x="15" y="14"/>
                    <a:pt x="15" y="14"/>
                    <a:pt x="1" y="14"/>
                  </a:cubicBezTo>
                  <a:cubicBezTo>
                    <a:pt x="15" y="14"/>
                    <a:pt x="15" y="1"/>
                    <a:pt x="1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54" name="Google Shape;1754;p56"/>
            <p:cNvSpPr/>
            <p:nvPr/>
          </p:nvSpPr>
          <p:spPr>
            <a:xfrm>
              <a:off x="2930000" y="1617625"/>
              <a:ext cx="624925" cy="800325"/>
            </a:xfrm>
            <a:custGeom>
              <a:avLst/>
              <a:gdLst/>
              <a:ahLst/>
              <a:cxnLst/>
              <a:rect l="l" t="t" r="r" b="b"/>
              <a:pathLst>
                <a:path w="24997" h="32013" extrusionOk="0">
                  <a:moveTo>
                    <a:pt x="18873" y="22360"/>
                  </a:moveTo>
                  <a:cubicBezTo>
                    <a:pt x="18901" y="22346"/>
                    <a:pt x="18901" y="22277"/>
                    <a:pt x="18901" y="22221"/>
                  </a:cubicBezTo>
                  <a:cubicBezTo>
                    <a:pt x="18901" y="22193"/>
                    <a:pt x="18859" y="22179"/>
                    <a:pt x="18845" y="22179"/>
                  </a:cubicBezTo>
                  <a:cubicBezTo>
                    <a:pt x="18566" y="22095"/>
                    <a:pt x="18273" y="22151"/>
                    <a:pt x="18008" y="21998"/>
                  </a:cubicBezTo>
                  <a:cubicBezTo>
                    <a:pt x="17799" y="21844"/>
                    <a:pt x="17604" y="21886"/>
                    <a:pt x="17395" y="21956"/>
                  </a:cubicBezTo>
                  <a:cubicBezTo>
                    <a:pt x="17367" y="21970"/>
                    <a:pt x="17311" y="21956"/>
                    <a:pt x="17255" y="21942"/>
                  </a:cubicBezTo>
                  <a:cubicBezTo>
                    <a:pt x="17241" y="21942"/>
                    <a:pt x="17227" y="21900"/>
                    <a:pt x="17199" y="21886"/>
                  </a:cubicBezTo>
                  <a:cubicBezTo>
                    <a:pt x="17171" y="21830"/>
                    <a:pt x="17171" y="21774"/>
                    <a:pt x="17227" y="21761"/>
                  </a:cubicBezTo>
                  <a:cubicBezTo>
                    <a:pt x="17325" y="21705"/>
                    <a:pt x="17450" y="21691"/>
                    <a:pt x="17548" y="21663"/>
                  </a:cubicBezTo>
                  <a:cubicBezTo>
                    <a:pt x="17688" y="21607"/>
                    <a:pt x="17785" y="21468"/>
                    <a:pt x="17757" y="21314"/>
                  </a:cubicBezTo>
                  <a:cubicBezTo>
                    <a:pt x="17743" y="21175"/>
                    <a:pt x="17715" y="21035"/>
                    <a:pt x="17688" y="20896"/>
                  </a:cubicBezTo>
                  <a:cubicBezTo>
                    <a:pt x="17688" y="20840"/>
                    <a:pt x="17785" y="20756"/>
                    <a:pt x="17827" y="20756"/>
                  </a:cubicBezTo>
                  <a:cubicBezTo>
                    <a:pt x="17869" y="20770"/>
                    <a:pt x="17939" y="20784"/>
                    <a:pt x="17939" y="20826"/>
                  </a:cubicBezTo>
                  <a:cubicBezTo>
                    <a:pt x="18036" y="21077"/>
                    <a:pt x="18106" y="21356"/>
                    <a:pt x="18287" y="21607"/>
                  </a:cubicBezTo>
                  <a:cubicBezTo>
                    <a:pt x="18413" y="21761"/>
                    <a:pt x="18552" y="21886"/>
                    <a:pt x="18776" y="21872"/>
                  </a:cubicBezTo>
                  <a:cubicBezTo>
                    <a:pt x="18859" y="21844"/>
                    <a:pt x="18971" y="21872"/>
                    <a:pt x="19054" y="21872"/>
                  </a:cubicBezTo>
                  <a:cubicBezTo>
                    <a:pt x="19320" y="21872"/>
                    <a:pt x="19347" y="21844"/>
                    <a:pt x="19361" y="21607"/>
                  </a:cubicBezTo>
                  <a:cubicBezTo>
                    <a:pt x="19389" y="21398"/>
                    <a:pt x="19361" y="21175"/>
                    <a:pt x="19389" y="20965"/>
                  </a:cubicBezTo>
                  <a:cubicBezTo>
                    <a:pt x="19417" y="20728"/>
                    <a:pt x="19194" y="20575"/>
                    <a:pt x="19264" y="20352"/>
                  </a:cubicBezTo>
                  <a:cubicBezTo>
                    <a:pt x="19278" y="20296"/>
                    <a:pt x="19208" y="20226"/>
                    <a:pt x="19180" y="20156"/>
                  </a:cubicBezTo>
                  <a:cubicBezTo>
                    <a:pt x="19054" y="19891"/>
                    <a:pt x="18859" y="19682"/>
                    <a:pt x="18622" y="19515"/>
                  </a:cubicBezTo>
                  <a:cubicBezTo>
                    <a:pt x="18510" y="19445"/>
                    <a:pt x="18427" y="19375"/>
                    <a:pt x="18343" y="19292"/>
                  </a:cubicBezTo>
                  <a:cubicBezTo>
                    <a:pt x="18287" y="19236"/>
                    <a:pt x="18232" y="19180"/>
                    <a:pt x="18218" y="19110"/>
                  </a:cubicBezTo>
                  <a:cubicBezTo>
                    <a:pt x="18176" y="18957"/>
                    <a:pt x="18148" y="18776"/>
                    <a:pt x="18134" y="18622"/>
                  </a:cubicBezTo>
                  <a:cubicBezTo>
                    <a:pt x="18134" y="18594"/>
                    <a:pt x="18162" y="18538"/>
                    <a:pt x="18204" y="18524"/>
                  </a:cubicBezTo>
                  <a:cubicBezTo>
                    <a:pt x="18232" y="18497"/>
                    <a:pt x="18301" y="18524"/>
                    <a:pt x="18315" y="18538"/>
                  </a:cubicBezTo>
                  <a:cubicBezTo>
                    <a:pt x="18357" y="18594"/>
                    <a:pt x="18371" y="18664"/>
                    <a:pt x="18371" y="18734"/>
                  </a:cubicBezTo>
                  <a:cubicBezTo>
                    <a:pt x="18371" y="18985"/>
                    <a:pt x="18483" y="19180"/>
                    <a:pt x="18706" y="19320"/>
                  </a:cubicBezTo>
                  <a:cubicBezTo>
                    <a:pt x="18845" y="19403"/>
                    <a:pt x="18943" y="19543"/>
                    <a:pt x="19124" y="19599"/>
                  </a:cubicBezTo>
                  <a:cubicBezTo>
                    <a:pt x="19194" y="19612"/>
                    <a:pt x="19292" y="19585"/>
                    <a:pt x="19292" y="19515"/>
                  </a:cubicBezTo>
                  <a:cubicBezTo>
                    <a:pt x="19292" y="19389"/>
                    <a:pt x="19320" y="19292"/>
                    <a:pt x="19403" y="19180"/>
                  </a:cubicBezTo>
                  <a:cubicBezTo>
                    <a:pt x="19361" y="19055"/>
                    <a:pt x="19431" y="18971"/>
                    <a:pt x="19487" y="18873"/>
                  </a:cubicBezTo>
                  <a:cubicBezTo>
                    <a:pt x="19543" y="18776"/>
                    <a:pt x="19501" y="18664"/>
                    <a:pt x="19431" y="18608"/>
                  </a:cubicBezTo>
                  <a:cubicBezTo>
                    <a:pt x="19278" y="18497"/>
                    <a:pt x="19124" y="18399"/>
                    <a:pt x="18971" y="18273"/>
                  </a:cubicBezTo>
                  <a:cubicBezTo>
                    <a:pt x="18929" y="18245"/>
                    <a:pt x="18915" y="18176"/>
                    <a:pt x="18915" y="18120"/>
                  </a:cubicBezTo>
                  <a:cubicBezTo>
                    <a:pt x="18915" y="18120"/>
                    <a:pt x="18901" y="18120"/>
                    <a:pt x="18901" y="18106"/>
                  </a:cubicBezTo>
                  <a:lnTo>
                    <a:pt x="18873" y="18078"/>
                  </a:lnTo>
                  <a:cubicBezTo>
                    <a:pt x="18720" y="18064"/>
                    <a:pt x="18594" y="17994"/>
                    <a:pt x="18455" y="17911"/>
                  </a:cubicBezTo>
                  <a:lnTo>
                    <a:pt x="18455" y="17855"/>
                  </a:lnTo>
                  <a:cubicBezTo>
                    <a:pt x="18483" y="17841"/>
                    <a:pt x="18497" y="17827"/>
                    <a:pt x="18510" y="17827"/>
                  </a:cubicBezTo>
                  <a:cubicBezTo>
                    <a:pt x="18566" y="17827"/>
                    <a:pt x="18622" y="17827"/>
                    <a:pt x="18650" y="17841"/>
                  </a:cubicBezTo>
                  <a:cubicBezTo>
                    <a:pt x="18720" y="17911"/>
                    <a:pt x="18789" y="17994"/>
                    <a:pt x="18859" y="18078"/>
                  </a:cubicBezTo>
                  <a:lnTo>
                    <a:pt x="18901" y="18078"/>
                  </a:lnTo>
                  <a:lnTo>
                    <a:pt x="18901" y="18120"/>
                  </a:lnTo>
                  <a:cubicBezTo>
                    <a:pt x="18943" y="18148"/>
                    <a:pt x="19013" y="18176"/>
                    <a:pt x="19068" y="18204"/>
                  </a:cubicBezTo>
                  <a:cubicBezTo>
                    <a:pt x="19222" y="18287"/>
                    <a:pt x="19389" y="18329"/>
                    <a:pt x="19543" y="18204"/>
                  </a:cubicBezTo>
                  <a:cubicBezTo>
                    <a:pt x="19696" y="18078"/>
                    <a:pt x="19891" y="18050"/>
                    <a:pt x="20087" y="18008"/>
                  </a:cubicBezTo>
                  <a:cubicBezTo>
                    <a:pt x="20129" y="17994"/>
                    <a:pt x="20198" y="17939"/>
                    <a:pt x="20240" y="17869"/>
                  </a:cubicBezTo>
                  <a:cubicBezTo>
                    <a:pt x="20296" y="17785"/>
                    <a:pt x="20310" y="17702"/>
                    <a:pt x="20324" y="17590"/>
                  </a:cubicBezTo>
                  <a:cubicBezTo>
                    <a:pt x="20338" y="17492"/>
                    <a:pt x="20310" y="17381"/>
                    <a:pt x="20198" y="17367"/>
                  </a:cubicBezTo>
                  <a:cubicBezTo>
                    <a:pt x="20003" y="17339"/>
                    <a:pt x="19850" y="17227"/>
                    <a:pt x="19682" y="17144"/>
                  </a:cubicBezTo>
                  <a:cubicBezTo>
                    <a:pt x="19654" y="17144"/>
                    <a:pt x="19654" y="17088"/>
                    <a:pt x="19654" y="17074"/>
                  </a:cubicBezTo>
                  <a:cubicBezTo>
                    <a:pt x="19682" y="17018"/>
                    <a:pt x="19724" y="17004"/>
                    <a:pt x="19780" y="17018"/>
                  </a:cubicBezTo>
                  <a:cubicBezTo>
                    <a:pt x="20003" y="17144"/>
                    <a:pt x="20226" y="17213"/>
                    <a:pt x="20449" y="17004"/>
                  </a:cubicBezTo>
                  <a:cubicBezTo>
                    <a:pt x="20477" y="16962"/>
                    <a:pt x="20589" y="16990"/>
                    <a:pt x="20659" y="16962"/>
                  </a:cubicBezTo>
                  <a:cubicBezTo>
                    <a:pt x="20896" y="16948"/>
                    <a:pt x="21021" y="16572"/>
                    <a:pt x="20854" y="16404"/>
                  </a:cubicBezTo>
                  <a:cubicBezTo>
                    <a:pt x="20742" y="16307"/>
                    <a:pt x="20659" y="16223"/>
                    <a:pt x="20645" y="16056"/>
                  </a:cubicBezTo>
                  <a:cubicBezTo>
                    <a:pt x="20645" y="16014"/>
                    <a:pt x="20575" y="15944"/>
                    <a:pt x="20519" y="15902"/>
                  </a:cubicBezTo>
                  <a:cubicBezTo>
                    <a:pt x="20463" y="15874"/>
                    <a:pt x="20421" y="15846"/>
                    <a:pt x="20463" y="15777"/>
                  </a:cubicBezTo>
                  <a:cubicBezTo>
                    <a:pt x="20477" y="15735"/>
                    <a:pt x="20533" y="15735"/>
                    <a:pt x="20589" y="15735"/>
                  </a:cubicBezTo>
                  <a:cubicBezTo>
                    <a:pt x="20659" y="15749"/>
                    <a:pt x="20728" y="15749"/>
                    <a:pt x="20798" y="15735"/>
                  </a:cubicBezTo>
                  <a:cubicBezTo>
                    <a:pt x="20896" y="15693"/>
                    <a:pt x="20924" y="15595"/>
                    <a:pt x="20938" y="15498"/>
                  </a:cubicBezTo>
                  <a:cubicBezTo>
                    <a:pt x="20952" y="15330"/>
                    <a:pt x="20965" y="15177"/>
                    <a:pt x="20965" y="14995"/>
                  </a:cubicBezTo>
                  <a:cubicBezTo>
                    <a:pt x="20965" y="14870"/>
                    <a:pt x="20938" y="14758"/>
                    <a:pt x="20826" y="14689"/>
                  </a:cubicBezTo>
                  <a:cubicBezTo>
                    <a:pt x="20686" y="14563"/>
                    <a:pt x="20798" y="14507"/>
                    <a:pt x="20868" y="14424"/>
                  </a:cubicBezTo>
                  <a:cubicBezTo>
                    <a:pt x="20924" y="14368"/>
                    <a:pt x="20882" y="14270"/>
                    <a:pt x="20826" y="14228"/>
                  </a:cubicBezTo>
                  <a:cubicBezTo>
                    <a:pt x="20728" y="14145"/>
                    <a:pt x="20547" y="14173"/>
                    <a:pt x="20463" y="14061"/>
                  </a:cubicBezTo>
                  <a:cubicBezTo>
                    <a:pt x="20435" y="14061"/>
                    <a:pt x="20380" y="14033"/>
                    <a:pt x="20338" y="14033"/>
                  </a:cubicBezTo>
                  <a:cubicBezTo>
                    <a:pt x="20240" y="14005"/>
                    <a:pt x="20198" y="13935"/>
                    <a:pt x="20198" y="13824"/>
                  </a:cubicBezTo>
                  <a:cubicBezTo>
                    <a:pt x="20198" y="13740"/>
                    <a:pt x="20240" y="13670"/>
                    <a:pt x="20310" y="13615"/>
                  </a:cubicBezTo>
                  <a:lnTo>
                    <a:pt x="20463" y="13782"/>
                  </a:lnTo>
                  <a:lnTo>
                    <a:pt x="20477" y="13796"/>
                  </a:lnTo>
                  <a:lnTo>
                    <a:pt x="20477" y="13754"/>
                  </a:lnTo>
                  <a:lnTo>
                    <a:pt x="20324" y="13601"/>
                  </a:lnTo>
                  <a:lnTo>
                    <a:pt x="20310" y="13615"/>
                  </a:lnTo>
                  <a:cubicBezTo>
                    <a:pt x="20435" y="13503"/>
                    <a:pt x="20533" y="13377"/>
                    <a:pt x="20659" y="13252"/>
                  </a:cubicBezTo>
                  <a:cubicBezTo>
                    <a:pt x="20714" y="13196"/>
                    <a:pt x="20868" y="13196"/>
                    <a:pt x="20938" y="13238"/>
                  </a:cubicBezTo>
                  <a:cubicBezTo>
                    <a:pt x="20952" y="13252"/>
                    <a:pt x="20993" y="13252"/>
                    <a:pt x="20993" y="13266"/>
                  </a:cubicBezTo>
                  <a:cubicBezTo>
                    <a:pt x="21133" y="13433"/>
                    <a:pt x="21314" y="13545"/>
                    <a:pt x="21286" y="13810"/>
                  </a:cubicBezTo>
                  <a:cubicBezTo>
                    <a:pt x="21244" y="14019"/>
                    <a:pt x="21300" y="14228"/>
                    <a:pt x="21384" y="14438"/>
                  </a:cubicBezTo>
                  <a:cubicBezTo>
                    <a:pt x="21384" y="14438"/>
                    <a:pt x="21440" y="14451"/>
                    <a:pt x="21440" y="14438"/>
                  </a:cubicBezTo>
                  <a:cubicBezTo>
                    <a:pt x="21454" y="14368"/>
                    <a:pt x="21495" y="14298"/>
                    <a:pt x="21482" y="14228"/>
                  </a:cubicBezTo>
                  <a:cubicBezTo>
                    <a:pt x="21440" y="13949"/>
                    <a:pt x="21482" y="13712"/>
                    <a:pt x="21635" y="13475"/>
                  </a:cubicBezTo>
                  <a:cubicBezTo>
                    <a:pt x="21761" y="13308"/>
                    <a:pt x="21774" y="13085"/>
                    <a:pt x="21774" y="12847"/>
                  </a:cubicBezTo>
                  <a:cubicBezTo>
                    <a:pt x="21774" y="12750"/>
                    <a:pt x="21663" y="12610"/>
                    <a:pt x="21565" y="12568"/>
                  </a:cubicBezTo>
                  <a:cubicBezTo>
                    <a:pt x="21482" y="12554"/>
                    <a:pt x="21370" y="12554"/>
                    <a:pt x="21286" y="12527"/>
                  </a:cubicBezTo>
                  <a:cubicBezTo>
                    <a:pt x="21217" y="12499"/>
                    <a:pt x="21161" y="12457"/>
                    <a:pt x="21105" y="12401"/>
                  </a:cubicBezTo>
                  <a:cubicBezTo>
                    <a:pt x="21091" y="12387"/>
                    <a:pt x="21077" y="12345"/>
                    <a:pt x="21091" y="12331"/>
                  </a:cubicBezTo>
                  <a:cubicBezTo>
                    <a:pt x="21105" y="12289"/>
                    <a:pt x="21147" y="12248"/>
                    <a:pt x="21175" y="12248"/>
                  </a:cubicBezTo>
                  <a:cubicBezTo>
                    <a:pt x="21454" y="12192"/>
                    <a:pt x="21482" y="12150"/>
                    <a:pt x="21370" y="11969"/>
                  </a:cubicBezTo>
                  <a:cubicBezTo>
                    <a:pt x="21314" y="11857"/>
                    <a:pt x="21244" y="11759"/>
                    <a:pt x="21147" y="11690"/>
                  </a:cubicBezTo>
                  <a:cubicBezTo>
                    <a:pt x="21077" y="11634"/>
                    <a:pt x="21007" y="11550"/>
                    <a:pt x="20952" y="11480"/>
                  </a:cubicBezTo>
                  <a:cubicBezTo>
                    <a:pt x="20952" y="11453"/>
                    <a:pt x="20952" y="11425"/>
                    <a:pt x="20965" y="11425"/>
                  </a:cubicBezTo>
                  <a:cubicBezTo>
                    <a:pt x="20993" y="11411"/>
                    <a:pt x="21021" y="11383"/>
                    <a:pt x="21021" y="11383"/>
                  </a:cubicBezTo>
                  <a:cubicBezTo>
                    <a:pt x="21230" y="11480"/>
                    <a:pt x="21342" y="11383"/>
                    <a:pt x="21412" y="11201"/>
                  </a:cubicBezTo>
                  <a:cubicBezTo>
                    <a:pt x="21482" y="10950"/>
                    <a:pt x="21635" y="10713"/>
                    <a:pt x="21635" y="10448"/>
                  </a:cubicBezTo>
                  <a:cubicBezTo>
                    <a:pt x="21649" y="9807"/>
                    <a:pt x="21900" y="9249"/>
                    <a:pt x="22318" y="8733"/>
                  </a:cubicBezTo>
                  <a:cubicBezTo>
                    <a:pt x="22430" y="8593"/>
                    <a:pt x="22542" y="8440"/>
                    <a:pt x="22667" y="8286"/>
                  </a:cubicBezTo>
                  <a:cubicBezTo>
                    <a:pt x="22709" y="8216"/>
                    <a:pt x="22695" y="8161"/>
                    <a:pt x="22681" y="8077"/>
                  </a:cubicBezTo>
                  <a:cubicBezTo>
                    <a:pt x="22639" y="7896"/>
                    <a:pt x="22639" y="7882"/>
                    <a:pt x="22807" y="7854"/>
                  </a:cubicBezTo>
                  <a:cubicBezTo>
                    <a:pt x="23016" y="7812"/>
                    <a:pt x="23127" y="7672"/>
                    <a:pt x="23239" y="7519"/>
                  </a:cubicBezTo>
                  <a:cubicBezTo>
                    <a:pt x="23267" y="7463"/>
                    <a:pt x="23239" y="7296"/>
                    <a:pt x="23169" y="7268"/>
                  </a:cubicBezTo>
                  <a:cubicBezTo>
                    <a:pt x="23100" y="7240"/>
                    <a:pt x="23030" y="7226"/>
                    <a:pt x="22960" y="7198"/>
                  </a:cubicBezTo>
                  <a:cubicBezTo>
                    <a:pt x="22876" y="7184"/>
                    <a:pt x="22765" y="7184"/>
                    <a:pt x="22681" y="7170"/>
                  </a:cubicBezTo>
                  <a:cubicBezTo>
                    <a:pt x="22667" y="7170"/>
                    <a:pt x="22639" y="7128"/>
                    <a:pt x="22639" y="7128"/>
                  </a:cubicBezTo>
                  <a:cubicBezTo>
                    <a:pt x="22667" y="7101"/>
                    <a:pt x="22681" y="7045"/>
                    <a:pt x="22709" y="7031"/>
                  </a:cubicBezTo>
                  <a:cubicBezTo>
                    <a:pt x="22835" y="6975"/>
                    <a:pt x="22932" y="7017"/>
                    <a:pt x="23058" y="7059"/>
                  </a:cubicBezTo>
                  <a:cubicBezTo>
                    <a:pt x="23253" y="7128"/>
                    <a:pt x="23448" y="7115"/>
                    <a:pt x="23616" y="7017"/>
                  </a:cubicBezTo>
                  <a:cubicBezTo>
                    <a:pt x="23685" y="6975"/>
                    <a:pt x="23755" y="6961"/>
                    <a:pt x="23811" y="6905"/>
                  </a:cubicBezTo>
                  <a:cubicBezTo>
                    <a:pt x="23881" y="6877"/>
                    <a:pt x="23895" y="6780"/>
                    <a:pt x="23881" y="6710"/>
                  </a:cubicBezTo>
                  <a:cubicBezTo>
                    <a:pt x="23881" y="6668"/>
                    <a:pt x="23867" y="6626"/>
                    <a:pt x="23839" y="6571"/>
                  </a:cubicBezTo>
                  <a:cubicBezTo>
                    <a:pt x="23839" y="6487"/>
                    <a:pt x="23881" y="6417"/>
                    <a:pt x="23964" y="6431"/>
                  </a:cubicBezTo>
                  <a:cubicBezTo>
                    <a:pt x="24146" y="6459"/>
                    <a:pt x="24299" y="6431"/>
                    <a:pt x="24425" y="6292"/>
                  </a:cubicBezTo>
                  <a:cubicBezTo>
                    <a:pt x="24480" y="6222"/>
                    <a:pt x="24564" y="6152"/>
                    <a:pt x="24634" y="6110"/>
                  </a:cubicBezTo>
                  <a:cubicBezTo>
                    <a:pt x="24983" y="5845"/>
                    <a:pt x="24997" y="5692"/>
                    <a:pt x="24704" y="5343"/>
                  </a:cubicBezTo>
                  <a:cubicBezTo>
                    <a:pt x="24662" y="5301"/>
                    <a:pt x="24634" y="5273"/>
                    <a:pt x="24620" y="5231"/>
                  </a:cubicBezTo>
                  <a:cubicBezTo>
                    <a:pt x="24341" y="4897"/>
                    <a:pt x="23937" y="4757"/>
                    <a:pt x="23532" y="4757"/>
                  </a:cubicBezTo>
                  <a:cubicBezTo>
                    <a:pt x="23309" y="4757"/>
                    <a:pt x="23058" y="4855"/>
                    <a:pt x="22835" y="4897"/>
                  </a:cubicBezTo>
                  <a:cubicBezTo>
                    <a:pt x="22793" y="4925"/>
                    <a:pt x="22765" y="4966"/>
                    <a:pt x="22751" y="5008"/>
                  </a:cubicBezTo>
                  <a:cubicBezTo>
                    <a:pt x="22709" y="5078"/>
                    <a:pt x="22709" y="5148"/>
                    <a:pt x="22681" y="5217"/>
                  </a:cubicBezTo>
                  <a:cubicBezTo>
                    <a:pt x="22639" y="5301"/>
                    <a:pt x="22556" y="5343"/>
                    <a:pt x="22430" y="5315"/>
                  </a:cubicBezTo>
                  <a:cubicBezTo>
                    <a:pt x="22332" y="5301"/>
                    <a:pt x="22263" y="5273"/>
                    <a:pt x="22193" y="5204"/>
                  </a:cubicBezTo>
                  <a:cubicBezTo>
                    <a:pt x="22123" y="5148"/>
                    <a:pt x="22053" y="5148"/>
                    <a:pt x="22012" y="5231"/>
                  </a:cubicBezTo>
                  <a:cubicBezTo>
                    <a:pt x="21788" y="5636"/>
                    <a:pt x="21412" y="5831"/>
                    <a:pt x="20993" y="5971"/>
                  </a:cubicBezTo>
                  <a:cubicBezTo>
                    <a:pt x="20784" y="6040"/>
                    <a:pt x="20533" y="6082"/>
                    <a:pt x="20366" y="6222"/>
                  </a:cubicBezTo>
                  <a:lnTo>
                    <a:pt x="20366" y="6264"/>
                  </a:lnTo>
                  <a:cubicBezTo>
                    <a:pt x="20310" y="6319"/>
                    <a:pt x="20254" y="6347"/>
                    <a:pt x="20198" y="6403"/>
                  </a:cubicBezTo>
                  <a:cubicBezTo>
                    <a:pt x="20156" y="6459"/>
                    <a:pt x="20101" y="6487"/>
                    <a:pt x="20045" y="6543"/>
                  </a:cubicBezTo>
                  <a:lnTo>
                    <a:pt x="20017" y="6571"/>
                  </a:lnTo>
                  <a:lnTo>
                    <a:pt x="20045" y="6543"/>
                  </a:lnTo>
                  <a:cubicBezTo>
                    <a:pt x="20101" y="6487"/>
                    <a:pt x="20129" y="6431"/>
                    <a:pt x="20184" y="6389"/>
                  </a:cubicBezTo>
                  <a:cubicBezTo>
                    <a:pt x="20240" y="6333"/>
                    <a:pt x="20296" y="6292"/>
                    <a:pt x="20338" y="6250"/>
                  </a:cubicBezTo>
                  <a:cubicBezTo>
                    <a:pt x="20338" y="6250"/>
                    <a:pt x="20366" y="6250"/>
                    <a:pt x="20366" y="6222"/>
                  </a:cubicBezTo>
                  <a:cubicBezTo>
                    <a:pt x="20380" y="6152"/>
                    <a:pt x="20380" y="6082"/>
                    <a:pt x="20408" y="6054"/>
                  </a:cubicBezTo>
                  <a:cubicBezTo>
                    <a:pt x="20575" y="5873"/>
                    <a:pt x="20728" y="5692"/>
                    <a:pt x="20965" y="5622"/>
                  </a:cubicBezTo>
                  <a:cubicBezTo>
                    <a:pt x="21230" y="5524"/>
                    <a:pt x="21412" y="5343"/>
                    <a:pt x="21509" y="5064"/>
                  </a:cubicBezTo>
                  <a:cubicBezTo>
                    <a:pt x="21523" y="4994"/>
                    <a:pt x="21565" y="4925"/>
                    <a:pt x="21593" y="4869"/>
                  </a:cubicBezTo>
                  <a:cubicBezTo>
                    <a:pt x="21830" y="4311"/>
                    <a:pt x="21551" y="4185"/>
                    <a:pt x="21133" y="4241"/>
                  </a:cubicBezTo>
                  <a:cubicBezTo>
                    <a:pt x="21105" y="4241"/>
                    <a:pt x="21077" y="4241"/>
                    <a:pt x="21063" y="4255"/>
                  </a:cubicBezTo>
                  <a:cubicBezTo>
                    <a:pt x="21021" y="4269"/>
                    <a:pt x="20965" y="4311"/>
                    <a:pt x="20952" y="4339"/>
                  </a:cubicBezTo>
                  <a:cubicBezTo>
                    <a:pt x="20896" y="4450"/>
                    <a:pt x="20882" y="4576"/>
                    <a:pt x="20826" y="4673"/>
                  </a:cubicBezTo>
                  <a:cubicBezTo>
                    <a:pt x="20784" y="4813"/>
                    <a:pt x="20645" y="4897"/>
                    <a:pt x="20505" y="4897"/>
                  </a:cubicBezTo>
                  <a:cubicBezTo>
                    <a:pt x="20477" y="4897"/>
                    <a:pt x="20449" y="4925"/>
                    <a:pt x="20435" y="4897"/>
                  </a:cubicBezTo>
                  <a:cubicBezTo>
                    <a:pt x="20170" y="4799"/>
                    <a:pt x="19919" y="4869"/>
                    <a:pt x="19668" y="4883"/>
                  </a:cubicBezTo>
                  <a:cubicBezTo>
                    <a:pt x="19640" y="4883"/>
                    <a:pt x="19626" y="4855"/>
                    <a:pt x="19626" y="4827"/>
                  </a:cubicBezTo>
                  <a:cubicBezTo>
                    <a:pt x="19626" y="4813"/>
                    <a:pt x="19640" y="4785"/>
                    <a:pt x="19640" y="4757"/>
                  </a:cubicBezTo>
                  <a:cubicBezTo>
                    <a:pt x="19780" y="4715"/>
                    <a:pt x="19919" y="4673"/>
                    <a:pt x="20045" y="4618"/>
                  </a:cubicBezTo>
                  <a:cubicBezTo>
                    <a:pt x="20170" y="4576"/>
                    <a:pt x="20240" y="4478"/>
                    <a:pt x="20268" y="4367"/>
                  </a:cubicBezTo>
                  <a:cubicBezTo>
                    <a:pt x="20310" y="4269"/>
                    <a:pt x="20240" y="4130"/>
                    <a:pt x="20170" y="4116"/>
                  </a:cubicBezTo>
                  <a:cubicBezTo>
                    <a:pt x="20017" y="4088"/>
                    <a:pt x="19836" y="4046"/>
                    <a:pt x="19682" y="4018"/>
                  </a:cubicBezTo>
                  <a:cubicBezTo>
                    <a:pt x="18971" y="3878"/>
                    <a:pt x="18706" y="3892"/>
                    <a:pt x="18008" y="4171"/>
                  </a:cubicBezTo>
                  <a:cubicBezTo>
                    <a:pt x="17925" y="4199"/>
                    <a:pt x="17827" y="4255"/>
                    <a:pt x="17743" y="4297"/>
                  </a:cubicBezTo>
                  <a:cubicBezTo>
                    <a:pt x="17604" y="4339"/>
                    <a:pt x="17464" y="4381"/>
                    <a:pt x="17325" y="4408"/>
                  </a:cubicBezTo>
                  <a:cubicBezTo>
                    <a:pt x="17311" y="4408"/>
                    <a:pt x="17255" y="4367"/>
                    <a:pt x="17241" y="4325"/>
                  </a:cubicBezTo>
                  <a:cubicBezTo>
                    <a:pt x="17241" y="4311"/>
                    <a:pt x="17241" y="4269"/>
                    <a:pt x="17255" y="4269"/>
                  </a:cubicBezTo>
                  <a:cubicBezTo>
                    <a:pt x="17339" y="4227"/>
                    <a:pt x="17409" y="4171"/>
                    <a:pt x="17506" y="4130"/>
                  </a:cubicBezTo>
                  <a:cubicBezTo>
                    <a:pt x="17743" y="4032"/>
                    <a:pt x="18008" y="3962"/>
                    <a:pt x="18232" y="3851"/>
                  </a:cubicBezTo>
                  <a:cubicBezTo>
                    <a:pt x="18664" y="3641"/>
                    <a:pt x="19110" y="3613"/>
                    <a:pt x="19557" y="3753"/>
                  </a:cubicBezTo>
                  <a:cubicBezTo>
                    <a:pt x="19877" y="3837"/>
                    <a:pt x="20170" y="3837"/>
                    <a:pt x="20477" y="3823"/>
                  </a:cubicBezTo>
                  <a:cubicBezTo>
                    <a:pt x="20756" y="3809"/>
                    <a:pt x="21049" y="3739"/>
                    <a:pt x="21342" y="3711"/>
                  </a:cubicBezTo>
                  <a:cubicBezTo>
                    <a:pt x="21663" y="3697"/>
                    <a:pt x="21914" y="3488"/>
                    <a:pt x="22151" y="3320"/>
                  </a:cubicBezTo>
                  <a:cubicBezTo>
                    <a:pt x="22277" y="3223"/>
                    <a:pt x="22291" y="2944"/>
                    <a:pt x="22179" y="2860"/>
                  </a:cubicBezTo>
                  <a:cubicBezTo>
                    <a:pt x="21998" y="2721"/>
                    <a:pt x="21844" y="2595"/>
                    <a:pt x="21649" y="2484"/>
                  </a:cubicBezTo>
                  <a:cubicBezTo>
                    <a:pt x="21356" y="2288"/>
                    <a:pt x="21063" y="2177"/>
                    <a:pt x="20714" y="2344"/>
                  </a:cubicBezTo>
                  <a:cubicBezTo>
                    <a:pt x="20673" y="2358"/>
                    <a:pt x="20617" y="2358"/>
                    <a:pt x="20575" y="2344"/>
                  </a:cubicBezTo>
                  <a:cubicBezTo>
                    <a:pt x="20547" y="2344"/>
                    <a:pt x="20519" y="2316"/>
                    <a:pt x="20519" y="2302"/>
                  </a:cubicBezTo>
                  <a:cubicBezTo>
                    <a:pt x="20519" y="2288"/>
                    <a:pt x="20533" y="2274"/>
                    <a:pt x="20547" y="2246"/>
                  </a:cubicBezTo>
                  <a:cubicBezTo>
                    <a:pt x="20617" y="2219"/>
                    <a:pt x="20686" y="2205"/>
                    <a:pt x="20742" y="2163"/>
                  </a:cubicBezTo>
                  <a:cubicBezTo>
                    <a:pt x="20924" y="2065"/>
                    <a:pt x="20965" y="1856"/>
                    <a:pt x="20854" y="1661"/>
                  </a:cubicBezTo>
                  <a:cubicBezTo>
                    <a:pt x="20798" y="1591"/>
                    <a:pt x="20673" y="1507"/>
                    <a:pt x="20603" y="1535"/>
                  </a:cubicBezTo>
                  <a:cubicBezTo>
                    <a:pt x="20156" y="1688"/>
                    <a:pt x="19710" y="1675"/>
                    <a:pt x="19278" y="1507"/>
                  </a:cubicBezTo>
                  <a:cubicBezTo>
                    <a:pt x="19152" y="1451"/>
                    <a:pt x="18999" y="1451"/>
                    <a:pt x="18859" y="1465"/>
                  </a:cubicBezTo>
                  <a:cubicBezTo>
                    <a:pt x="18692" y="1479"/>
                    <a:pt x="18524" y="1521"/>
                    <a:pt x="18371" y="1549"/>
                  </a:cubicBezTo>
                  <a:cubicBezTo>
                    <a:pt x="18148" y="1605"/>
                    <a:pt x="17925" y="1661"/>
                    <a:pt x="17674" y="1605"/>
                  </a:cubicBezTo>
                  <a:cubicBezTo>
                    <a:pt x="17506" y="1577"/>
                    <a:pt x="17339" y="1619"/>
                    <a:pt x="17185" y="1716"/>
                  </a:cubicBezTo>
                  <a:cubicBezTo>
                    <a:pt x="17130" y="1744"/>
                    <a:pt x="17046" y="1744"/>
                    <a:pt x="16976" y="1744"/>
                  </a:cubicBezTo>
                  <a:cubicBezTo>
                    <a:pt x="16962" y="1744"/>
                    <a:pt x="16920" y="1730"/>
                    <a:pt x="16920" y="1716"/>
                  </a:cubicBezTo>
                  <a:lnTo>
                    <a:pt x="16920" y="1661"/>
                  </a:lnTo>
                  <a:cubicBezTo>
                    <a:pt x="17018" y="1605"/>
                    <a:pt x="17088" y="1549"/>
                    <a:pt x="17171" y="1535"/>
                  </a:cubicBezTo>
                  <a:cubicBezTo>
                    <a:pt x="17367" y="1521"/>
                    <a:pt x="17576" y="1549"/>
                    <a:pt x="17743" y="1507"/>
                  </a:cubicBezTo>
                  <a:cubicBezTo>
                    <a:pt x="18092" y="1382"/>
                    <a:pt x="18455" y="1396"/>
                    <a:pt x="18803" y="1368"/>
                  </a:cubicBezTo>
                  <a:cubicBezTo>
                    <a:pt x="19082" y="1340"/>
                    <a:pt x="19389" y="1340"/>
                    <a:pt x="19668" y="1437"/>
                  </a:cubicBezTo>
                  <a:cubicBezTo>
                    <a:pt x="19947" y="1521"/>
                    <a:pt x="20184" y="1410"/>
                    <a:pt x="20408" y="1270"/>
                  </a:cubicBezTo>
                  <a:cubicBezTo>
                    <a:pt x="20449" y="1256"/>
                    <a:pt x="20449" y="1172"/>
                    <a:pt x="20449" y="1158"/>
                  </a:cubicBezTo>
                  <a:cubicBezTo>
                    <a:pt x="20310" y="893"/>
                    <a:pt x="20045" y="712"/>
                    <a:pt x="19766" y="642"/>
                  </a:cubicBezTo>
                  <a:cubicBezTo>
                    <a:pt x="19250" y="531"/>
                    <a:pt x="18762" y="335"/>
                    <a:pt x="18273" y="182"/>
                  </a:cubicBezTo>
                  <a:cubicBezTo>
                    <a:pt x="18036" y="112"/>
                    <a:pt x="17799" y="84"/>
                    <a:pt x="17576" y="57"/>
                  </a:cubicBezTo>
                  <a:cubicBezTo>
                    <a:pt x="17311" y="1"/>
                    <a:pt x="17060" y="154"/>
                    <a:pt x="16781" y="126"/>
                  </a:cubicBezTo>
                  <a:cubicBezTo>
                    <a:pt x="16572" y="224"/>
                    <a:pt x="16474" y="419"/>
                    <a:pt x="16348" y="601"/>
                  </a:cubicBezTo>
                  <a:lnTo>
                    <a:pt x="16321" y="628"/>
                  </a:lnTo>
                  <a:lnTo>
                    <a:pt x="16293" y="628"/>
                  </a:lnTo>
                  <a:lnTo>
                    <a:pt x="16293" y="642"/>
                  </a:lnTo>
                  <a:lnTo>
                    <a:pt x="16321" y="628"/>
                  </a:lnTo>
                  <a:cubicBezTo>
                    <a:pt x="16321" y="684"/>
                    <a:pt x="16293" y="712"/>
                    <a:pt x="16293" y="768"/>
                  </a:cubicBezTo>
                  <a:lnTo>
                    <a:pt x="16321" y="768"/>
                  </a:lnTo>
                  <a:lnTo>
                    <a:pt x="16335" y="824"/>
                  </a:lnTo>
                  <a:lnTo>
                    <a:pt x="16279" y="782"/>
                  </a:lnTo>
                  <a:lnTo>
                    <a:pt x="16279" y="768"/>
                  </a:lnTo>
                  <a:cubicBezTo>
                    <a:pt x="16111" y="782"/>
                    <a:pt x="15972" y="684"/>
                    <a:pt x="15846" y="601"/>
                  </a:cubicBezTo>
                  <a:cubicBezTo>
                    <a:pt x="15791" y="559"/>
                    <a:pt x="15763" y="559"/>
                    <a:pt x="15721" y="628"/>
                  </a:cubicBezTo>
                  <a:cubicBezTo>
                    <a:pt x="15707" y="642"/>
                    <a:pt x="15707" y="684"/>
                    <a:pt x="15707" y="698"/>
                  </a:cubicBezTo>
                  <a:lnTo>
                    <a:pt x="15763" y="907"/>
                  </a:lnTo>
                  <a:cubicBezTo>
                    <a:pt x="15777" y="963"/>
                    <a:pt x="15777" y="1019"/>
                    <a:pt x="15721" y="1033"/>
                  </a:cubicBezTo>
                  <a:cubicBezTo>
                    <a:pt x="15693" y="1047"/>
                    <a:pt x="15623" y="1061"/>
                    <a:pt x="15581" y="1047"/>
                  </a:cubicBezTo>
                  <a:cubicBezTo>
                    <a:pt x="15372" y="977"/>
                    <a:pt x="15177" y="893"/>
                    <a:pt x="15023" y="754"/>
                  </a:cubicBezTo>
                  <a:cubicBezTo>
                    <a:pt x="14898" y="642"/>
                    <a:pt x="14758" y="670"/>
                    <a:pt x="14619" y="754"/>
                  </a:cubicBezTo>
                  <a:cubicBezTo>
                    <a:pt x="14507" y="824"/>
                    <a:pt x="14382" y="907"/>
                    <a:pt x="14228" y="907"/>
                  </a:cubicBezTo>
                  <a:cubicBezTo>
                    <a:pt x="14131" y="907"/>
                    <a:pt x="14089" y="977"/>
                    <a:pt x="14089" y="1047"/>
                  </a:cubicBezTo>
                  <a:cubicBezTo>
                    <a:pt x="14061" y="1228"/>
                    <a:pt x="14061" y="1382"/>
                    <a:pt x="14047" y="1549"/>
                  </a:cubicBezTo>
                  <a:cubicBezTo>
                    <a:pt x="14047" y="1661"/>
                    <a:pt x="14019" y="1730"/>
                    <a:pt x="13907" y="1786"/>
                  </a:cubicBezTo>
                  <a:cubicBezTo>
                    <a:pt x="13838" y="1828"/>
                    <a:pt x="13782" y="1926"/>
                    <a:pt x="13712" y="1967"/>
                  </a:cubicBezTo>
                  <a:cubicBezTo>
                    <a:pt x="13684" y="1995"/>
                    <a:pt x="13628" y="2009"/>
                    <a:pt x="13601" y="2009"/>
                  </a:cubicBezTo>
                  <a:cubicBezTo>
                    <a:pt x="13433" y="1940"/>
                    <a:pt x="13294" y="1856"/>
                    <a:pt x="13126" y="1856"/>
                  </a:cubicBezTo>
                  <a:cubicBezTo>
                    <a:pt x="13071" y="1856"/>
                    <a:pt x="12973" y="1926"/>
                    <a:pt x="12973" y="1967"/>
                  </a:cubicBezTo>
                  <a:cubicBezTo>
                    <a:pt x="12973" y="2037"/>
                    <a:pt x="12945" y="2107"/>
                    <a:pt x="12945" y="2177"/>
                  </a:cubicBezTo>
                  <a:cubicBezTo>
                    <a:pt x="12987" y="2442"/>
                    <a:pt x="13043" y="2707"/>
                    <a:pt x="13112" y="2944"/>
                  </a:cubicBezTo>
                  <a:cubicBezTo>
                    <a:pt x="13196" y="3279"/>
                    <a:pt x="13196" y="3613"/>
                    <a:pt x="13350" y="3920"/>
                  </a:cubicBezTo>
                  <a:cubicBezTo>
                    <a:pt x="13391" y="3976"/>
                    <a:pt x="13322" y="4046"/>
                    <a:pt x="13224" y="4046"/>
                  </a:cubicBezTo>
                  <a:cubicBezTo>
                    <a:pt x="13126" y="4046"/>
                    <a:pt x="12987" y="4060"/>
                    <a:pt x="12945" y="3906"/>
                  </a:cubicBezTo>
                  <a:cubicBezTo>
                    <a:pt x="12917" y="3781"/>
                    <a:pt x="12833" y="3697"/>
                    <a:pt x="12708" y="3669"/>
                  </a:cubicBezTo>
                  <a:cubicBezTo>
                    <a:pt x="12652" y="3641"/>
                    <a:pt x="12694" y="3627"/>
                    <a:pt x="12736" y="3572"/>
                  </a:cubicBezTo>
                  <a:cubicBezTo>
                    <a:pt x="12861" y="3474"/>
                    <a:pt x="12875" y="3362"/>
                    <a:pt x="12778" y="3293"/>
                  </a:cubicBezTo>
                  <a:cubicBezTo>
                    <a:pt x="12652" y="3209"/>
                    <a:pt x="12554" y="3139"/>
                    <a:pt x="12499" y="2986"/>
                  </a:cubicBezTo>
                  <a:cubicBezTo>
                    <a:pt x="12429" y="2763"/>
                    <a:pt x="12317" y="2553"/>
                    <a:pt x="12220" y="2316"/>
                  </a:cubicBezTo>
                  <a:cubicBezTo>
                    <a:pt x="12150" y="2177"/>
                    <a:pt x="12066" y="2093"/>
                    <a:pt x="11927" y="2023"/>
                  </a:cubicBezTo>
                  <a:cubicBezTo>
                    <a:pt x="11801" y="1967"/>
                    <a:pt x="11662" y="2009"/>
                    <a:pt x="11620" y="2107"/>
                  </a:cubicBezTo>
                  <a:cubicBezTo>
                    <a:pt x="11606" y="2163"/>
                    <a:pt x="11592" y="2205"/>
                    <a:pt x="11578" y="2246"/>
                  </a:cubicBezTo>
                  <a:cubicBezTo>
                    <a:pt x="11466" y="2525"/>
                    <a:pt x="11480" y="2804"/>
                    <a:pt x="11508" y="3111"/>
                  </a:cubicBezTo>
                  <a:cubicBezTo>
                    <a:pt x="11508" y="3223"/>
                    <a:pt x="11480" y="3348"/>
                    <a:pt x="11439" y="3460"/>
                  </a:cubicBezTo>
                  <a:cubicBezTo>
                    <a:pt x="11369" y="3572"/>
                    <a:pt x="11229" y="3502"/>
                    <a:pt x="11104" y="3488"/>
                  </a:cubicBezTo>
                  <a:lnTo>
                    <a:pt x="11034" y="3488"/>
                  </a:lnTo>
                  <a:cubicBezTo>
                    <a:pt x="10992" y="3502"/>
                    <a:pt x="10964" y="3544"/>
                    <a:pt x="10908" y="3558"/>
                  </a:cubicBezTo>
                  <a:cubicBezTo>
                    <a:pt x="10853" y="3599"/>
                    <a:pt x="10811" y="3530"/>
                    <a:pt x="10769" y="3460"/>
                  </a:cubicBezTo>
                  <a:cubicBezTo>
                    <a:pt x="10713" y="3320"/>
                    <a:pt x="10908" y="3251"/>
                    <a:pt x="10853" y="3125"/>
                  </a:cubicBezTo>
                  <a:cubicBezTo>
                    <a:pt x="10769" y="2902"/>
                    <a:pt x="10825" y="2651"/>
                    <a:pt x="10811" y="2414"/>
                  </a:cubicBezTo>
                  <a:cubicBezTo>
                    <a:pt x="10811" y="2344"/>
                    <a:pt x="10769" y="2274"/>
                    <a:pt x="10741" y="2205"/>
                  </a:cubicBezTo>
                  <a:cubicBezTo>
                    <a:pt x="10741" y="2177"/>
                    <a:pt x="10699" y="2149"/>
                    <a:pt x="10685" y="2149"/>
                  </a:cubicBezTo>
                  <a:cubicBezTo>
                    <a:pt x="10643" y="2163"/>
                    <a:pt x="10574" y="2163"/>
                    <a:pt x="10560" y="2205"/>
                  </a:cubicBezTo>
                  <a:cubicBezTo>
                    <a:pt x="10476" y="2288"/>
                    <a:pt x="10490" y="2428"/>
                    <a:pt x="10476" y="2525"/>
                  </a:cubicBezTo>
                  <a:cubicBezTo>
                    <a:pt x="10476" y="2651"/>
                    <a:pt x="10504" y="2776"/>
                    <a:pt x="10476" y="2874"/>
                  </a:cubicBezTo>
                  <a:cubicBezTo>
                    <a:pt x="10434" y="2986"/>
                    <a:pt x="10337" y="3069"/>
                    <a:pt x="10267" y="3153"/>
                  </a:cubicBezTo>
                  <a:cubicBezTo>
                    <a:pt x="10253" y="3181"/>
                    <a:pt x="10253" y="3195"/>
                    <a:pt x="10225" y="3209"/>
                  </a:cubicBezTo>
                  <a:cubicBezTo>
                    <a:pt x="10225" y="3209"/>
                    <a:pt x="10225" y="3223"/>
                    <a:pt x="10253" y="3223"/>
                  </a:cubicBezTo>
                  <a:cubicBezTo>
                    <a:pt x="10197" y="3265"/>
                    <a:pt x="10141" y="3320"/>
                    <a:pt x="10086" y="3348"/>
                  </a:cubicBezTo>
                  <a:cubicBezTo>
                    <a:pt x="10044" y="3404"/>
                    <a:pt x="9974" y="3460"/>
                    <a:pt x="9918" y="3502"/>
                  </a:cubicBezTo>
                  <a:cubicBezTo>
                    <a:pt x="9918" y="3530"/>
                    <a:pt x="9904" y="3530"/>
                    <a:pt x="9904" y="3544"/>
                  </a:cubicBezTo>
                  <a:lnTo>
                    <a:pt x="9904" y="3613"/>
                  </a:lnTo>
                  <a:cubicBezTo>
                    <a:pt x="9862" y="3572"/>
                    <a:pt x="9876" y="3558"/>
                    <a:pt x="9904" y="3544"/>
                  </a:cubicBezTo>
                  <a:lnTo>
                    <a:pt x="9904" y="3488"/>
                  </a:lnTo>
                  <a:cubicBezTo>
                    <a:pt x="9946" y="3432"/>
                    <a:pt x="10016" y="3390"/>
                    <a:pt x="10072" y="3334"/>
                  </a:cubicBezTo>
                  <a:cubicBezTo>
                    <a:pt x="10127" y="3293"/>
                    <a:pt x="10183" y="3251"/>
                    <a:pt x="10225" y="3209"/>
                  </a:cubicBezTo>
                  <a:lnTo>
                    <a:pt x="10225" y="3209"/>
                  </a:lnTo>
                  <a:cubicBezTo>
                    <a:pt x="10197" y="3139"/>
                    <a:pt x="10155" y="3055"/>
                    <a:pt x="10183" y="2972"/>
                  </a:cubicBezTo>
                  <a:cubicBezTo>
                    <a:pt x="10225" y="2804"/>
                    <a:pt x="10295" y="2651"/>
                    <a:pt x="10351" y="2498"/>
                  </a:cubicBezTo>
                  <a:cubicBezTo>
                    <a:pt x="10392" y="2344"/>
                    <a:pt x="10420" y="2163"/>
                    <a:pt x="10392" y="2009"/>
                  </a:cubicBezTo>
                  <a:cubicBezTo>
                    <a:pt x="10365" y="1940"/>
                    <a:pt x="10253" y="1828"/>
                    <a:pt x="10183" y="1856"/>
                  </a:cubicBezTo>
                  <a:cubicBezTo>
                    <a:pt x="10058" y="1884"/>
                    <a:pt x="9932" y="1884"/>
                    <a:pt x="9834" y="1940"/>
                  </a:cubicBezTo>
                  <a:cubicBezTo>
                    <a:pt x="9597" y="2037"/>
                    <a:pt x="9374" y="2065"/>
                    <a:pt x="9137" y="2093"/>
                  </a:cubicBezTo>
                  <a:cubicBezTo>
                    <a:pt x="8802" y="2149"/>
                    <a:pt x="8467" y="2163"/>
                    <a:pt x="8133" y="2205"/>
                  </a:cubicBezTo>
                  <a:cubicBezTo>
                    <a:pt x="8021" y="2219"/>
                    <a:pt x="7923" y="2302"/>
                    <a:pt x="7923" y="2442"/>
                  </a:cubicBezTo>
                  <a:cubicBezTo>
                    <a:pt x="7923" y="2511"/>
                    <a:pt x="7951" y="2581"/>
                    <a:pt x="7923" y="2651"/>
                  </a:cubicBezTo>
                  <a:cubicBezTo>
                    <a:pt x="7923" y="2665"/>
                    <a:pt x="7910" y="2707"/>
                    <a:pt x="7896" y="2707"/>
                  </a:cubicBezTo>
                  <a:cubicBezTo>
                    <a:pt x="7882" y="2707"/>
                    <a:pt x="7840" y="2707"/>
                    <a:pt x="7826" y="2693"/>
                  </a:cubicBezTo>
                  <a:cubicBezTo>
                    <a:pt x="7770" y="2623"/>
                    <a:pt x="7714" y="2511"/>
                    <a:pt x="7645" y="2484"/>
                  </a:cubicBezTo>
                  <a:cubicBezTo>
                    <a:pt x="7547" y="2414"/>
                    <a:pt x="7421" y="2484"/>
                    <a:pt x="7296" y="2525"/>
                  </a:cubicBezTo>
                  <a:cubicBezTo>
                    <a:pt x="7184" y="2581"/>
                    <a:pt x="7114" y="2665"/>
                    <a:pt x="7073" y="2790"/>
                  </a:cubicBezTo>
                  <a:cubicBezTo>
                    <a:pt x="7059" y="2860"/>
                    <a:pt x="7045" y="2930"/>
                    <a:pt x="7045" y="3000"/>
                  </a:cubicBezTo>
                  <a:cubicBezTo>
                    <a:pt x="7017" y="3139"/>
                    <a:pt x="7045" y="3293"/>
                    <a:pt x="6975" y="3418"/>
                  </a:cubicBezTo>
                  <a:cubicBezTo>
                    <a:pt x="6919" y="3544"/>
                    <a:pt x="6780" y="3627"/>
                    <a:pt x="6696" y="3739"/>
                  </a:cubicBezTo>
                  <a:cubicBezTo>
                    <a:pt x="6654" y="3767"/>
                    <a:pt x="6640" y="3823"/>
                    <a:pt x="6598" y="3851"/>
                  </a:cubicBezTo>
                  <a:cubicBezTo>
                    <a:pt x="6529" y="3920"/>
                    <a:pt x="6431" y="3962"/>
                    <a:pt x="6361" y="3892"/>
                  </a:cubicBezTo>
                  <a:cubicBezTo>
                    <a:pt x="6208" y="3753"/>
                    <a:pt x="6040" y="3711"/>
                    <a:pt x="5831" y="3767"/>
                  </a:cubicBezTo>
                  <a:cubicBezTo>
                    <a:pt x="5594" y="3823"/>
                    <a:pt x="5385" y="3892"/>
                    <a:pt x="5231" y="4102"/>
                  </a:cubicBezTo>
                  <a:cubicBezTo>
                    <a:pt x="5064" y="4297"/>
                    <a:pt x="4841" y="4381"/>
                    <a:pt x="4604" y="4408"/>
                  </a:cubicBezTo>
                  <a:cubicBezTo>
                    <a:pt x="4562" y="4464"/>
                    <a:pt x="4506" y="4506"/>
                    <a:pt x="4464" y="4534"/>
                  </a:cubicBezTo>
                  <a:cubicBezTo>
                    <a:pt x="4213" y="4687"/>
                    <a:pt x="4074" y="4939"/>
                    <a:pt x="3920" y="5176"/>
                  </a:cubicBezTo>
                  <a:cubicBezTo>
                    <a:pt x="3809" y="5357"/>
                    <a:pt x="3864" y="5510"/>
                    <a:pt x="4046" y="5566"/>
                  </a:cubicBezTo>
                  <a:lnTo>
                    <a:pt x="4562" y="5720"/>
                  </a:lnTo>
                  <a:lnTo>
                    <a:pt x="4562" y="5706"/>
                  </a:lnTo>
                  <a:lnTo>
                    <a:pt x="4604" y="5664"/>
                  </a:lnTo>
                  <a:lnTo>
                    <a:pt x="4576" y="5706"/>
                  </a:lnTo>
                  <a:lnTo>
                    <a:pt x="4576" y="5706"/>
                  </a:lnTo>
                  <a:cubicBezTo>
                    <a:pt x="4604" y="5734"/>
                    <a:pt x="4604" y="5789"/>
                    <a:pt x="4618" y="5831"/>
                  </a:cubicBezTo>
                  <a:cubicBezTo>
                    <a:pt x="4646" y="5901"/>
                    <a:pt x="4632" y="5971"/>
                    <a:pt x="4576" y="6013"/>
                  </a:cubicBezTo>
                  <a:cubicBezTo>
                    <a:pt x="4478" y="6082"/>
                    <a:pt x="4394" y="6152"/>
                    <a:pt x="4367" y="6278"/>
                  </a:cubicBezTo>
                  <a:cubicBezTo>
                    <a:pt x="4353" y="6361"/>
                    <a:pt x="4297" y="6459"/>
                    <a:pt x="4255" y="6529"/>
                  </a:cubicBezTo>
                  <a:cubicBezTo>
                    <a:pt x="4116" y="6682"/>
                    <a:pt x="3976" y="6836"/>
                    <a:pt x="3809" y="6989"/>
                  </a:cubicBezTo>
                  <a:cubicBezTo>
                    <a:pt x="3739" y="7059"/>
                    <a:pt x="3641" y="7101"/>
                    <a:pt x="3558" y="7059"/>
                  </a:cubicBezTo>
                  <a:cubicBezTo>
                    <a:pt x="3251" y="6905"/>
                    <a:pt x="2944" y="6961"/>
                    <a:pt x="2651" y="6961"/>
                  </a:cubicBezTo>
                  <a:cubicBezTo>
                    <a:pt x="2525" y="6961"/>
                    <a:pt x="2400" y="6989"/>
                    <a:pt x="2316" y="7059"/>
                  </a:cubicBezTo>
                  <a:cubicBezTo>
                    <a:pt x="2177" y="7170"/>
                    <a:pt x="2023" y="7226"/>
                    <a:pt x="1856" y="7240"/>
                  </a:cubicBezTo>
                  <a:cubicBezTo>
                    <a:pt x="1535" y="7296"/>
                    <a:pt x="1214" y="7366"/>
                    <a:pt x="865" y="7407"/>
                  </a:cubicBezTo>
                  <a:cubicBezTo>
                    <a:pt x="600" y="7449"/>
                    <a:pt x="419" y="7645"/>
                    <a:pt x="280" y="7882"/>
                  </a:cubicBezTo>
                  <a:cubicBezTo>
                    <a:pt x="182" y="8035"/>
                    <a:pt x="154" y="8202"/>
                    <a:pt x="294" y="8342"/>
                  </a:cubicBezTo>
                  <a:cubicBezTo>
                    <a:pt x="461" y="8523"/>
                    <a:pt x="503" y="8788"/>
                    <a:pt x="698" y="8984"/>
                  </a:cubicBezTo>
                  <a:cubicBezTo>
                    <a:pt x="712" y="8970"/>
                    <a:pt x="726" y="8970"/>
                    <a:pt x="740" y="8970"/>
                  </a:cubicBezTo>
                  <a:cubicBezTo>
                    <a:pt x="768" y="8942"/>
                    <a:pt x="782" y="8928"/>
                    <a:pt x="810" y="8914"/>
                  </a:cubicBezTo>
                  <a:cubicBezTo>
                    <a:pt x="810" y="8970"/>
                    <a:pt x="782" y="8970"/>
                    <a:pt x="740" y="8970"/>
                  </a:cubicBezTo>
                  <a:cubicBezTo>
                    <a:pt x="726" y="8970"/>
                    <a:pt x="726" y="8984"/>
                    <a:pt x="712" y="8998"/>
                  </a:cubicBezTo>
                  <a:lnTo>
                    <a:pt x="698" y="8984"/>
                  </a:lnTo>
                  <a:lnTo>
                    <a:pt x="698" y="8984"/>
                  </a:lnTo>
                  <a:cubicBezTo>
                    <a:pt x="740" y="9123"/>
                    <a:pt x="796" y="9249"/>
                    <a:pt x="865" y="9360"/>
                  </a:cubicBezTo>
                  <a:cubicBezTo>
                    <a:pt x="935" y="9486"/>
                    <a:pt x="1061" y="9569"/>
                    <a:pt x="1228" y="9556"/>
                  </a:cubicBezTo>
                  <a:cubicBezTo>
                    <a:pt x="1354" y="9542"/>
                    <a:pt x="1465" y="9458"/>
                    <a:pt x="1577" y="9500"/>
                  </a:cubicBezTo>
                  <a:cubicBezTo>
                    <a:pt x="1716" y="9556"/>
                    <a:pt x="1856" y="9542"/>
                    <a:pt x="1995" y="9500"/>
                  </a:cubicBezTo>
                  <a:cubicBezTo>
                    <a:pt x="2037" y="9500"/>
                    <a:pt x="2093" y="9528"/>
                    <a:pt x="2121" y="9542"/>
                  </a:cubicBezTo>
                  <a:cubicBezTo>
                    <a:pt x="2163" y="9569"/>
                    <a:pt x="2191" y="9625"/>
                    <a:pt x="2191" y="9667"/>
                  </a:cubicBezTo>
                  <a:cubicBezTo>
                    <a:pt x="2191" y="9695"/>
                    <a:pt x="2135" y="9765"/>
                    <a:pt x="2107" y="9765"/>
                  </a:cubicBezTo>
                  <a:cubicBezTo>
                    <a:pt x="2037" y="9779"/>
                    <a:pt x="1967" y="9779"/>
                    <a:pt x="1898" y="9765"/>
                  </a:cubicBezTo>
                  <a:cubicBezTo>
                    <a:pt x="1619" y="9667"/>
                    <a:pt x="1340" y="9625"/>
                    <a:pt x="1061" y="9779"/>
                  </a:cubicBezTo>
                  <a:cubicBezTo>
                    <a:pt x="935" y="9834"/>
                    <a:pt x="838" y="9821"/>
                    <a:pt x="712" y="9807"/>
                  </a:cubicBezTo>
                  <a:cubicBezTo>
                    <a:pt x="559" y="9779"/>
                    <a:pt x="433" y="9807"/>
                    <a:pt x="294" y="9876"/>
                  </a:cubicBezTo>
                  <a:cubicBezTo>
                    <a:pt x="98" y="9974"/>
                    <a:pt x="1" y="10267"/>
                    <a:pt x="154" y="10406"/>
                  </a:cubicBezTo>
                  <a:cubicBezTo>
                    <a:pt x="308" y="10546"/>
                    <a:pt x="419" y="10755"/>
                    <a:pt x="628" y="10853"/>
                  </a:cubicBezTo>
                  <a:cubicBezTo>
                    <a:pt x="712" y="10881"/>
                    <a:pt x="712" y="10922"/>
                    <a:pt x="600" y="10964"/>
                  </a:cubicBezTo>
                  <a:cubicBezTo>
                    <a:pt x="517" y="11020"/>
                    <a:pt x="433" y="11062"/>
                    <a:pt x="363" y="11132"/>
                  </a:cubicBezTo>
                  <a:cubicBezTo>
                    <a:pt x="321" y="11160"/>
                    <a:pt x="280" y="11271"/>
                    <a:pt x="294" y="11313"/>
                  </a:cubicBezTo>
                  <a:cubicBezTo>
                    <a:pt x="391" y="11620"/>
                    <a:pt x="600" y="11857"/>
                    <a:pt x="865" y="12038"/>
                  </a:cubicBezTo>
                  <a:cubicBezTo>
                    <a:pt x="1061" y="12150"/>
                    <a:pt x="1131" y="12136"/>
                    <a:pt x="1256" y="11927"/>
                  </a:cubicBezTo>
                  <a:cubicBezTo>
                    <a:pt x="1326" y="11801"/>
                    <a:pt x="1340" y="11801"/>
                    <a:pt x="1479" y="11857"/>
                  </a:cubicBezTo>
                  <a:cubicBezTo>
                    <a:pt x="1563" y="11899"/>
                    <a:pt x="1647" y="11927"/>
                    <a:pt x="1702" y="12010"/>
                  </a:cubicBezTo>
                  <a:cubicBezTo>
                    <a:pt x="1716" y="12052"/>
                    <a:pt x="1786" y="12080"/>
                    <a:pt x="1828" y="12066"/>
                  </a:cubicBezTo>
                  <a:cubicBezTo>
                    <a:pt x="2121" y="11927"/>
                    <a:pt x="2456" y="12178"/>
                    <a:pt x="2735" y="11969"/>
                  </a:cubicBezTo>
                  <a:cubicBezTo>
                    <a:pt x="2749" y="11941"/>
                    <a:pt x="2790" y="11941"/>
                    <a:pt x="2804" y="11941"/>
                  </a:cubicBezTo>
                  <a:cubicBezTo>
                    <a:pt x="3083" y="12066"/>
                    <a:pt x="3376" y="12192"/>
                    <a:pt x="3627" y="12387"/>
                  </a:cubicBezTo>
                  <a:cubicBezTo>
                    <a:pt x="3837" y="12541"/>
                    <a:pt x="4046" y="12694"/>
                    <a:pt x="4255" y="12875"/>
                  </a:cubicBezTo>
                  <a:cubicBezTo>
                    <a:pt x="4325" y="12917"/>
                    <a:pt x="4394" y="13015"/>
                    <a:pt x="4436" y="13085"/>
                  </a:cubicBezTo>
                  <a:cubicBezTo>
                    <a:pt x="4478" y="13126"/>
                    <a:pt x="4492" y="13224"/>
                    <a:pt x="4478" y="13266"/>
                  </a:cubicBezTo>
                  <a:cubicBezTo>
                    <a:pt x="4464" y="13391"/>
                    <a:pt x="4422" y="13517"/>
                    <a:pt x="4367" y="13615"/>
                  </a:cubicBezTo>
                  <a:cubicBezTo>
                    <a:pt x="4255" y="13824"/>
                    <a:pt x="4325" y="13991"/>
                    <a:pt x="4436" y="14145"/>
                  </a:cubicBezTo>
                  <a:cubicBezTo>
                    <a:pt x="4492" y="14214"/>
                    <a:pt x="4534" y="14312"/>
                    <a:pt x="4548" y="14410"/>
                  </a:cubicBezTo>
                  <a:cubicBezTo>
                    <a:pt x="4562" y="14521"/>
                    <a:pt x="4562" y="14647"/>
                    <a:pt x="4436" y="14716"/>
                  </a:cubicBezTo>
                  <a:cubicBezTo>
                    <a:pt x="4394" y="14758"/>
                    <a:pt x="4367" y="14800"/>
                    <a:pt x="4436" y="14828"/>
                  </a:cubicBezTo>
                  <a:cubicBezTo>
                    <a:pt x="4506" y="14856"/>
                    <a:pt x="4576" y="14870"/>
                    <a:pt x="4646" y="14898"/>
                  </a:cubicBezTo>
                  <a:cubicBezTo>
                    <a:pt x="4743" y="14926"/>
                    <a:pt x="4757" y="14995"/>
                    <a:pt x="4715" y="15065"/>
                  </a:cubicBezTo>
                  <a:cubicBezTo>
                    <a:pt x="4701" y="15107"/>
                    <a:pt x="4673" y="15149"/>
                    <a:pt x="4632" y="15191"/>
                  </a:cubicBezTo>
                  <a:cubicBezTo>
                    <a:pt x="4548" y="15288"/>
                    <a:pt x="4534" y="15386"/>
                    <a:pt x="4632" y="15484"/>
                  </a:cubicBezTo>
                  <a:cubicBezTo>
                    <a:pt x="4673" y="15526"/>
                    <a:pt x="4673" y="15567"/>
                    <a:pt x="4673" y="15623"/>
                  </a:cubicBezTo>
                  <a:cubicBezTo>
                    <a:pt x="4646" y="15693"/>
                    <a:pt x="4576" y="15749"/>
                    <a:pt x="4576" y="15818"/>
                  </a:cubicBezTo>
                  <a:cubicBezTo>
                    <a:pt x="4604" y="15902"/>
                    <a:pt x="4673" y="15986"/>
                    <a:pt x="4687" y="16083"/>
                  </a:cubicBezTo>
                  <a:cubicBezTo>
                    <a:pt x="4715" y="16223"/>
                    <a:pt x="4701" y="16376"/>
                    <a:pt x="4743" y="16502"/>
                  </a:cubicBezTo>
                  <a:cubicBezTo>
                    <a:pt x="4785" y="16655"/>
                    <a:pt x="4743" y="16781"/>
                    <a:pt x="4673" y="16892"/>
                  </a:cubicBezTo>
                  <a:cubicBezTo>
                    <a:pt x="4646" y="16934"/>
                    <a:pt x="4673" y="16990"/>
                    <a:pt x="4687" y="17018"/>
                  </a:cubicBezTo>
                  <a:cubicBezTo>
                    <a:pt x="4701" y="17060"/>
                    <a:pt x="4757" y="17088"/>
                    <a:pt x="4785" y="17130"/>
                  </a:cubicBezTo>
                  <a:cubicBezTo>
                    <a:pt x="4883" y="17241"/>
                    <a:pt x="4841" y="17339"/>
                    <a:pt x="4701" y="17353"/>
                  </a:cubicBezTo>
                  <a:cubicBezTo>
                    <a:pt x="4604" y="17367"/>
                    <a:pt x="4506" y="17381"/>
                    <a:pt x="4436" y="17450"/>
                  </a:cubicBezTo>
                  <a:cubicBezTo>
                    <a:pt x="4408" y="17492"/>
                    <a:pt x="4422" y="17548"/>
                    <a:pt x="4464" y="17576"/>
                  </a:cubicBezTo>
                  <a:cubicBezTo>
                    <a:pt x="4492" y="17618"/>
                    <a:pt x="4701" y="17618"/>
                    <a:pt x="4492" y="17715"/>
                  </a:cubicBezTo>
                  <a:cubicBezTo>
                    <a:pt x="4325" y="17799"/>
                    <a:pt x="4325" y="17980"/>
                    <a:pt x="4297" y="18134"/>
                  </a:cubicBezTo>
                  <a:cubicBezTo>
                    <a:pt x="4353" y="18148"/>
                    <a:pt x="4394" y="18148"/>
                    <a:pt x="4436" y="18176"/>
                  </a:cubicBezTo>
                  <a:lnTo>
                    <a:pt x="4464" y="18148"/>
                  </a:lnTo>
                  <a:lnTo>
                    <a:pt x="4492" y="18134"/>
                  </a:lnTo>
                  <a:lnTo>
                    <a:pt x="4478" y="18176"/>
                  </a:lnTo>
                  <a:lnTo>
                    <a:pt x="4436" y="18176"/>
                  </a:lnTo>
                  <a:cubicBezTo>
                    <a:pt x="4394" y="18204"/>
                    <a:pt x="4353" y="18259"/>
                    <a:pt x="4297" y="18287"/>
                  </a:cubicBezTo>
                  <a:lnTo>
                    <a:pt x="4283" y="18273"/>
                  </a:lnTo>
                  <a:lnTo>
                    <a:pt x="4283" y="18287"/>
                  </a:lnTo>
                  <a:lnTo>
                    <a:pt x="4297" y="18273"/>
                  </a:lnTo>
                  <a:cubicBezTo>
                    <a:pt x="4269" y="18469"/>
                    <a:pt x="4199" y="18622"/>
                    <a:pt x="4060" y="18762"/>
                  </a:cubicBezTo>
                  <a:cubicBezTo>
                    <a:pt x="3990" y="18831"/>
                    <a:pt x="4018" y="19013"/>
                    <a:pt x="4088" y="19096"/>
                  </a:cubicBezTo>
                  <a:cubicBezTo>
                    <a:pt x="4339" y="19375"/>
                    <a:pt x="4562" y="19389"/>
                    <a:pt x="4813" y="19124"/>
                  </a:cubicBezTo>
                  <a:cubicBezTo>
                    <a:pt x="4855" y="19082"/>
                    <a:pt x="4897" y="19027"/>
                    <a:pt x="4952" y="18971"/>
                  </a:cubicBezTo>
                  <a:cubicBezTo>
                    <a:pt x="5022" y="18901"/>
                    <a:pt x="5120" y="18901"/>
                    <a:pt x="5204" y="18943"/>
                  </a:cubicBezTo>
                  <a:cubicBezTo>
                    <a:pt x="5245" y="18957"/>
                    <a:pt x="5273" y="18971"/>
                    <a:pt x="5315" y="19013"/>
                  </a:cubicBezTo>
                  <a:lnTo>
                    <a:pt x="5315" y="19027"/>
                  </a:lnTo>
                  <a:lnTo>
                    <a:pt x="5329" y="19027"/>
                  </a:lnTo>
                  <a:lnTo>
                    <a:pt x="5315" y="19013"/>
                  </a:lnTo>
                  <a:cubicBezTo>
                    <a:pt x="5343" y="19027"/>
                    <a:pt x="5413" y="19041"/>
                    <a:pt x="5441" y="19055"/>
                  </a:cubicBezTo>
                  <a:cubicBezTo>
                    <a:pt x="5455" y="19152"/>
                    <a:pt x="5371" y="19124"/>
                    <a:pt x="5329" y="19166"/>
                  </a:cubicBezTo>
                  <a:cubicBezTo>
                    <a:pt x="5259" y="19264"/>
                    <a:pt x="5176" y="19375"/>
                    <a:pt x="5106" y="19501"/>
                  </a:cubicBezTo>
                  <a:cubicBezTo>
                    <a:pt x="5050" y="19571"/>
                    <a:pt x="5064" y="19640"/>
                    <a:pt x="5134" y="19668"/>
                  </a:cubicBezTo>
                  <a:cubicBezTo>
                    <a:pt x="5190" y="19710"/>
                    <a:pt x="5259" y="19724"/>
                    <a:pt x="5329" y="19752"/>
                  </a:cubicBezTo>
                  <a:cubicBezTo>
                    <a:pt x="5413" y="19808"/>
                    <a:pt x="5455" y="19891"/>
                    <a:pt x="5399" y="20003"/>
                  </a:cubicBezTo>
                  <a:cubicBezTo>
                    <a:pt x="5385" y="20059"/>
                    <a:pt x="5343" y="20101"/>
                    <a:pt x="5315" y="20170"/>
                  </a:cubicBezTo>
                  <a:lnTo>
                    <a:pt x="5315" y="20170"/>
                  </a:lnTo>
                  <a:cubicBezTo>
                    <a:pt x="5315" y="20170"/>
                    <a:pt x="5315" y="20198"/>
                    <a:pt x="5329" y="20198"/>
                  </a:cubicBezTo>
                  <a:cubicBezTo>
                    <a:pt x="5510" y="20198"/>
                    <a:pt x="5594" y="20296"/>
                    <a:pt x="5622" y="20477"/>
                  </a:cubicBezTo>
                  <a:cubicBezTo>
                    <a:pt x="5622" y="20491"/>
                    <a:pt x="5608" y="20519"/>
                    <a:pt x="5594" y="20519"/>
                  </a:cubicBezTo>
                  <a:lnTo>
                    <a:pt x="5538" y="20519"/>
                  </a:lnTo>
                  <a:cubicBezTo>
                    <a:pt x="5469" y="20421"/>
                    <a:pt x="5399" y="20296"/>
                    <a:pt x="5343" y="20198"/>
                  </a:cubicBezTo>
                  <a:lnTo>
                    <a:pt x="5315" y="20198"/>
                  </a:lnTo>
                  <a:cubicBezTo>
                    <a:pt x="5315" y="20198"/>
                    <a:pt x="5315" y="20170"/>
                    <a:pt x="5329" y="20170"/>
                  </a:cubicBezTo>
                  <a:cubicBezTo>
                    <a:pt x="5134" y="20170"/>
                    <a:pt x="4966" y="20101"/>
                    <a:pt x="4785" y="20059"/>
                  </a:cubicBezTo>
                  <a:cubicBezTo>
                    <a:pt x="4687" y="20017"/>
                    <a:pt x="4562" y="19989"/>
                    <a:pt x="4436" y="19961"/>
                  </a:cubicBezTo>
                  <a:cubicBezTo>
                    <a:pt x="4297" y="19947"/>
                    <a:pt x="4157" y="20073"/>
                    <a:pt x="4185" y="20226"/>
                  </a:cubicBezTo>
                  <a:cubicBezTo>
                    <a:pt x="4185" y="20240"/>
                    <a:pt x="4199" y="20282"/>
                    <a:pt x="4199" y="20296"/>
                  </a:cubicBezTo>
                  <a:cubicBezTo>
                    <a:pt x="4213" y="20366"/>
                    <a:pt x="4255" y="20449"/>
                    <a:pt x="4227" y="20505"/>
                  </a:cubicBezTo>
                  <a:cubicBezTo>
                    <a:pt x="4213" y="20561"/>
                    <a:pt x="4129" y="20575"/>
                    <a:pt x="4060" y="20617"/>
                  </a:cubicBezTo>
                  <a:cubicBezTo>
                    <a:pt x="3976" y="20645"/>
                    <a:pt x="3906" y="20714"/>
                    <a:pt x="3878" y="20826"/>
                  </a:cubicBezTo>
                  <a:cubicBezTo>
                    <a:pt x="3850" y="20965"/>
                    <a:pt x="3809" y="21105"/>
                    <a:pt x="3809" y="21244"/>
                  </a:cubicBezTo>
                  <a:cubicBezTo>
                    <a:pt x="3809" y="21523"/>
                    <a:pt x="3948" y="21733"/>
                    <a:pt x="4157" y="21900"/>
                  </a:cubicBezTo>
                  <a:cubicBezTo>
                    <a:pt x="4185" y="21914"/>
                    <a:pt x="4199" y="21914"/>
                    <a:pt x="4227" y="21942"/>
                  </a:cubicBezTo>
                  <a:cubicBezTo>
                    <a:pt x="4492" y="21984"/>
                    <a:pt x="4757" y="21956"/>
                    <a:pt x="4980" y="21830"/>
                  </a:cubicBezTo>
                  <a:cubicBezTo>
                    <a:pt x="5106" y="21774"/>
                    <a:pt x="5162" y="21565"/>
                    <a:pt x="5092" y="21468"/>
                  </a:cubicBezTo>
                  <a:cubicBezTo>
                    <a:pt x="5050" y="21412"/>
                    <a:pt x="4994" y="21356"/>
                    <a:pt x="4952" y="21314"/>
                  </a:cubicBezTo>
                  <a:cubicBezTo>
                    <a:pt x="4827" y="21217"/>
                    <a:pt x="4813" y="21105"/>
                    <a:pt x="4785" y="20965"/>
                  </a:cubicBezTo>
                  <a:cubicBezTo>
                    <a:pt x="4785" y="20965"/>
                    <a:pt x="4771" y="20965"/>
                    <a:pt x="4771" y="20938"/>
                  </a:cubicBezTo>
                  <a:lnTo>
                    <a:pt x="4757" y="20896"/>
                  </a:lnTo>
                  <a:lnTo>
                    <a:pt x="4785" y="20924"/>
                  </a:lnTo>
                  <a:lnTo>
                    <a:pt x="4785" y="20965"/>
                  </a:lnTo>
                  <a:cubicBezTo>
                    <a:pt x="5106" y="21119"/>
                    <a:pt x="5399" y="21286"/>
                    <a:pt x="5748" y="21314"/>
                  </a:cubicBezTo>
                  <a:cubicBezTo>
                    <a:pt x="5831" y="21314"/>
                    <a:pt x="5873" y="21412"/>
                    <a:pt x="5817" y="21468"/>
                  </a:cubicBezTo>
                  <a:cubicBezTo>
                    <a:pt x="5761" y="21537"/>
                    <a:pt x="5692" y="21593"/>
                    <a:pt x="5650" y="21663"/>
                  </a:cubicBezTo>
                  <a:lnTo>
                    <a:pt x="5622" y="21663"/>
                  </a:lnTo>
                  <a:lnTo>
                    <a:pt x="5622" y="21691"/>
                  </a:lnTo>
                  <a:lnTo>
                    <a:pt x="5650" y="21677"/>
                  </a:lnTo>
                  <a:cubicBezTo>
                    <a:pt x="5608" y="21761"/>
                    <a:pt x="5580" y="21844"/>
                    <a:pt x="5524" y="21942"/>
                  </a:cubicBezTo>
                  <a:cubicBezTo>
                    <a:pt x="5482" y="22012"/>
                    <a:pt x="5510" y="22081"/>
                    <a:pt x="5524" y="22151"/>
                  </a:cubicBezTo>
                  <a:cubicBezTo>
                    <a:pt x="5552" y="22291"/>
                    <a:pt x="5552" y="22291"/>
                    <a:pt x="5413" y="22305"/>
                  </a:cubicBezTo>
                  <a:cubicBezTo>
                    <a:pt x="5343" y="22318"/>
                    <a:pt x="5259" y="22318"/>
                    <a:pt x="5245" y="22388"/>
                  </a:cubicBezTo>
                  <a:cubicBezTo>
                    <a:pt x="5190" y="22709"/>
                    <a:pt x="5036" y="22849"/>
                    <a:pt x="4701" y="22793"/>
                  </a:cubicBezTo>
                  <a:cubicBezTo>
                    <a:pt x="4604" y="22779"/>
                    <a:pt x="4478" y="22821"/>
                    <a:pt x="4367" y="22849"/>
                  </a:cubicBezTo>
                  <a:cubicBezTo>
                    <a:pt x="4367" y="22988"/>
                    <a:pt x="4408" y="23128"/>
                    <a:pt x="4478" y="23239"/>
                  </a:cubicBezTo>
                  <a:lnTo>
                    <a:pt x="4492" y="23239"/>
                  </a:lnTo>
                  <a:lnTo>
                    <a:pt x="4506" y="23281"/>
                  </a:lnTo>
                  <a:lnTo>
                    <a:pt x="4478" y="23267"/>
                  </a:lnTo>
                  <a:lnTo>
                    <a:pt x="4478" y="23239"/>
                  </a:lnTo>
                  <a:cubicBezTo>
                    <a:pt x="4408" y="23225"/>
                    <a:pt x="4353" y="23225"/>
                    <a:pt x="4283" y="23211"/>
                  </a:cubicBezTo>
                  <a:cubicBezTo>
                    <a:pt x="4143" y="23197"/>
                    <a:pt x="4143" y="23197"/>
                    <a:pt x="4074" y="23309"/>
                  </a:cubicBezTo>
                  <a:cubicBezTo>
                    <a:pt x="4046" y="23379"/>
                    <a:pt x="4018" y="23448"/>
                    <a:pt x="3990" y="23504"/>
                  </a:cubicBezTo>
                  <a:cubicBezTo>
                    <a:pt x="3906" y="23616"/>
                    <a:pt x="3767" y="23699"/>
                    <a:pt x="3725" y="23825"/>
                  </a:cubicBezTo>
                  <a:cubicBezTo>
                    <a:pt x="3669" y="23937"/>
                    <a:pt x="3655" y="24076"/>
                    <a:pt x="3585" y="24202"/>
                  </a:cubicBezTo>
                  <a:cubicBezTo>
                    <a:pt x="3530" y="24271"/>
                    <a:pt x="3530" y="24383"/>
                    <a:pt x="3516" y="24481"/>
                  </a:cubicBezTo>
                  <a:cubicBezTo>
                    <a:pt x="3502" y="24564"/>
                    <a:pt x="3530" y="24676"/>
                    <a:pt x="3627" y="24732"/>
                  </a:cubicBezTo>
                  <a:cubicBezTo>
                    <a:pt x="3669" y="24760"/>
                    <a:pt x="3725" y="24801"/>
                    <a:pt x="3767" y="24829"/>
                  </a:cubicBezTo>
                  <a:lnTo>
                    <a:pt x="3767" y="24829"/>
                  </a:lnTo>
                  <a:cubicBezTo>
                    <a:pt x="3781" y="24829"/>
                    <a:pt x="3795" y="24815"/>
                    <a:pt x="3809" y="24815"/>
                  </a:cubicBezTo>
                  <a:lnTo>
                    <a:pt x="3864" y="24760"/>
                  </a:lnTo>
                  <a:cubicBezTo>
                    <a:pt x="3864" y="24760"/>
                    <a:pt x="3906" y="24760"/>
                    <a:pt x="3920" y="24773"/>
                  </a:cubicBezTo>
                  <a:cubicBezTo>
                    <a:pt x="3878" y="24801"/>
                    <a:pt x="3850" y="24801"/>
                    <a:pt x="3837" y="24815"/>
                  </a:cubicBezTo>
                  <a:lnTo>
                    <a:pt x="3795" y="24843"/>
                  </a:lnTo>
                  <a:lnTo>
                    <a:pt x="3781" y="24829"/>
                  </a:lnTo>
                  <a:cubicBezTo>
                    <a:pt x="3669" y="24941"/>
                    <a:pt x="3572" y="25025"/>
                    <a:pt x="3488" y="25122"/>
                  </a:cubicBezTo>
                  <a:cubicBezTo>
                    <a:pt x="3362" y="25262"/>
                    <a:pt x="3320" y="25429"/>
                    <a:pt x="3446" y="25582"/>
                  </a:cubicBezTo>
                  <a:cubicBezTo>
                    <a:pt x="3516" y="25680"/>
                    <a:pt x="3585" y="25778"/>
                    <a:pt x="3558" y="25917"/>
                  </a:cubicBezTo>
                  <a:cubicBezTo>
                    <a:pt x="3530" y="26001"/>
                    <a:pt x="3572" y="26099"/>
                    <a:pt x="3585" y="26196"/>
                  </a:cubicBezTo>
                  <a:cubicBezTo>
                    <a:pt x="3711" y="26503"/>
                    <a:pt x="3767" y="26838"/>
                    <a:pt x="3725" y="27173"/>
                  </a:cubicBezTo>
                  <a:lnTo>
                    <a:pt x="3725" y="27312"/>
                  </a:lnTo>
                  <a:cubicBezTo>
                    <a:pt x="3725" y="27382"/>
                    <a:pt x="3809" y="27452"/>
                    <a:pt x="3878" y="27424"/>
                  </a:cubicBezTo>
                  <a:cubicBezTo>
                    <a:pt x="4046" y="27382"/>
                    <a:pt x="4185" y="27340"/>
                    <a:pt x="4339" y="27284"/>
                  </a:cubicBezTo>
                  <a:cubicBezTo>
                    <a:pt x="4339" y="27270"/>
                    <a:pt x="4353" y="27270"/>
                    <a:pt x="4353" y="27256"/>
                  </a:cubicBezTo>
                  <a:cubicBezTo>
                    <a:pt x="4367" y="27242"/>
                    <a:pt x="4394" y="27242"/>
                    <a:pt x="4408" y="27242"/>
                  </a:cubicBezTo>
                  <a:lnTo>
                    <a:pt x="4464" y="27187"/>
                  </a:lnTo>
                  <a:cubicBezTo>
                    <a:pt x="4464" y="27242"/>
                    <a:pt x="4422" y="27242"/>
                    <a:pt x="4408" y="27242"/>
                  </a:cubicBezTo>
                  <a:lnTo>
                    <a:pt x="4367" y="27270"/>
                  </a:lnTo>
                  <a:cubicBezTo>
                    <a:pt x="4353" y="27270"/>
                    <a:pt x="4353" y="27270"/>
                    <a:pt x="4339" y="27284"/>
                  </a:cubicBezTo>
                  <a:cubicBezTo>
                    <a:pt x="4269" y="27424"/>
                    <a:pt x="4143" y="27535"/>
                    <a:pt x="4018" y="27605"/>
                  </a:cubicBezTo>
                  <a:cubicBezTo>
                    <a:pt x="3850" y="27703"/>
                    <a:pt x="3837" y="27884"/>
                    <a:pt x="3864" y="28023"/>
                  </a:cubicBezTo>
                  <a:cubicBezTo>
                    <a:pt x="3920" y="28261"/>
                    <a:pt x="3934" y="28512"/>
                    <a:pt x="4088" y="28721"/>
                  </a:cubicBezTo>
                  <a:lnTo>
                    <a:pt x="4116" y="28707"/>
                  </a:lnTo>
                  <a:lnTo>
                    <a:pt x="4116" y="28735"/>
                  </a:lnTo>
                  <a:cubicBezTo>
                    <a:pt x="4116" y="28735"/>
                    <a:pt x="4116" y="28721"/>
                    <a:pt x="4088" y="28721"/>
                  </a:cubicBezTo>
                  <a:lnTo>
                    <a:pt x="4088" y="28721"/>
                  </a:lnTo>
                  <a:cubicBezTo>
                    <a:pt x="4129" y="28777"/>
                    <a:pt x="4157" y="28846"/>
                    <a:pt x="4213" y="28874"/>
                  </a:cubicBezTo>
                  <a:cubicBezTo>
                    <a:pt x="4339" y="28958"/>
                    <a:pt x="4353" y="29056"/>
                    <a:pt x="4297" y="29195"/>
                  </a:cubicBezTo>
                  <a:cubicBezTo>
                    <a:pt x="4269" y="29265"/>
                    <a:pt x="4255" y="29335"/>
                    <a:pt x="4297" y="29404"/>
                  </a:cubicBezTo>
                  <a:cubicBezTo>
                    <a:pt x="4436" y="29558"/>
                    <a:pt x="4436" y="29753"/>
                    <a:pt x="4506" y="29920"/>
                  </a:cubicBezTo>
                  <a:cubicBezTo>
                    <a:pt x="4562" y="30046"/>
                    <a:pt x="4548" y="30144"/>
                    <a:pt x="4506" y="30269"/>
                  </a:cubicBezTo>
                  <a:cubicBezTo>
                    <a:pt x="4492" y="30311"/>
                    <a:pt x="4492" y="30381"/>
                    <a:pt x="4506" y="30409"/>
                  </a:cubicBezTo>
                  <a:cubicBezTo>
                    <a:pt x="4604" y="30520"/>
                    <a:pt x="4701" y="30618"/>
                    <a:pt x="4785" y="30730"/>
                  </a:cubicBezTo>
                  <a:cubicBezTo>
                    <a:pt x="5022" y="30757"/>
                    <a:pt x="5120" y="30883"/>
                    <a:pt x="5106" y="31106"/>
                  </a:cubicBezTo>
                  <a:cubicBezTo>
                    <a:pt x="5106" y="31120"/>
                    <a:pt x="5190" y="31162"/>
                    <a:pt x="5231" y="31162"/>
                  </a:cubicBezTo>
                  <a:cubicBezTo>
                    <a:pt x="5371" y="31148"/>
                    <a:pt x="5510" y="31106"/>
                    <a:pt x="5650" y="31078"/>
                  </a:cubicBezTo>
                  <a:cubicBezTo>
                    <a:pt x="5720" y="31050"/>
                    <a:pt x="5789" y="31022"/>
                    <a:pt x="5859" y="31008"/>
                  </a:cubicBezTo>
                  <a:cubicBezTo>
                    <a:pt x="5999" y="30967"/>
                    <a:pt x="6110" y="31022"/>
                    <a:pt x="6110" y="31148"/>
                  </a:cubicBezTo>
                  <a:cubicBezTo>
                    <a:pt x="6138" y="31329"/>
                    <a:pt x="6180" y="31511"/>
                    <a:pt x="6347" y="31650"/>
                  </a:cubicBezTo>
                  <a:cubicBezTo>
                    <a:pt x="6389" y="31678"/>
                    <a:pt x="6417" y="31776"/>
                    <a:pt x="6445" y="31817"/>
                  </a:cubicBezTo>
                  <a:cubicBezTo>
                    <a:pt x="6501" y="31873"/>
                    <a:pt x="6570" y="31943"/>
                    <a:pt x="6626" y="31929"/>
                  </a:cubicBezTo>
                  <a:cubicBezTo>
                    <a:pt x="6794" y="31915"/>
                    <a:pt x="6933" y="32013"/>
                    <a:pt x="7114" y="32013"/>
                  </a:cubicBezTo>
                  <a:cubicBezTo>
                    <a:pt x="7212" y="32013"/>
                    <a:pt x="7352" y="31943"/>
                    <a:pt x="7407" y="31859"/>
                  </a:cubicBezTo>
                  <a:cubicBezTo>
                    <a:pt x="7561" y="31594"/>
                    <a:pt x="7561" y="31260"/>
                    <a:pt x="7742" y="31022"/>
                  </a:cubicBezTo>
                  <a:cubicBezTo>
                    <a:pt x="7756" y="30799"/>
                    <a:pt x="7854" y="30604"/>
                    <a:pt x="7993" y="30451"/>
                  </a:cubicBezTo>
                  <a:cubicBezTo>
                    <a:pt x="8105" y="30311"/>
                    <a:pt x="8175" y="30172"/>
                    <a:pt x="8202" y="29990"/>
                  </a:cubicBezTo>
                  <a:cubicBezTo>
                    <a:pt x="8230" y="29851"/>
                    <a:pt x="8272" y="29725"/>
                    <a:pt x="8314" y="29586"/>
                  </a:cubicBezTo>
                  <a:lnTo>
                    <a:pt x="8300" y="29586"/>
                  </a:lnTo>
                  <a:cubicBezTo>
                    <a:pt x="8300" y="29572"/>
                    <a:pt x="8272" y="29572"/>
                    <a:pt x="8272" y="29558"/>
                  </a:cubicBezTo>
                  <a:cubicBezTo>
                    <a:pt x="8244" y="29544"/>
                    <a:pt x="8230" y="29544"/>
                    <a:pt x="8189" y="29516"/>
                  </a:cubicBezTo>
                  <a:cubicBezTo>
                    <a:pt x="8175" y="29516"/>
                    <a:pt x="8161" y="29488"/>
                    <a:pt x="8161" y="29488"/>
                  </a:cubicBezTo>
                  <a:cubicBezTo>
                    <a:pt x="8175" y="29432"/>
                    <a:pt x="8202" y="29432"/>
                    <a:pt x="8244" y="29474"/>
                  </a:cubicBezTo>
                  <a:cubicBezTo>
                    <a:pt x="8258" y="29502"/>
                    <a:pt x="8272" y="29516"/>
                    <a:pt x="8272" y="29558"/>
                  </a:cubicBezTo>
                  <a:cubicBezTo>
                    <a:pt x="8300" y="29558"/>
                    <a:pt x="8300" y="29558"/>
                    <a:pt x="8314" y="29572"/>
                  </a:cubicBezTo>
                  <a:lnTo>
                    <a:pt x="8314" y="29586"/>
                  </a:lnTo>
                  <a:cubicBezTo>
                    <a:pt x="8440" y="29516"/>
                    <a:pt x="8551" y="29446"/>
                    <a:pt x="8607" y="29307"/>
                  </a:cubicBezTo>
                  <a:cubicBezTo>
                    <a:pt x="8691" y="29056"/>
                    <a:pt x="8858" y="28860"/>
                    <a:pt x="9081" y="28707"/>
                  </a:cubicBezTo>
                  <a:cubicBezTo>
                    <a:pt x="9304" y="28526"/>
                    <a:pt x="9374" y="28261"/>
                    <a:pt x="9249" y="27982"/>
                  </a:cubicBezTo>
                  <a:cubicBezTo>
                    <a:pt x="9207" y="27870"/>
                    <a:pt x="9277" y="27814"/>
                    <a:pt x="9346" y="27758"/>
                  </a:cubicBezTo>
                  <a:cubicBezTo>
                    <a:pt x="9374" y="27731"/>
                    <a:pt x="9430" y="27703"/>
                    <a:pt x="9458" y="27689"/>
                  </a:cubicBezTo>
                  <a:cubicBezTo>
                    <a:pt x="9514" y="27633"/>
                    <a:pt x="9555" y="27563"/>
                    <a:pt x="9514" y="27493"/>
                  </a:cubicBezTo>
                  <a:cubicBezTo>
                    <a:pt x="9500" y="27452"/>
                    <a:pt x="9486" y="27410"/>
                    <a:pt x="9444" y="27382"/>
                  </a:cubicBezTo>
                  <a:cubicBezTo>
                    <a:pt x="9374" y="27201"/>
                    <a:pt x="9374" y="27187"/>
                    <a:pt x="9569" y="27173"/>
                  </a:cubicBezTo>
                  <a:cubicBezTo>
                    <a:pt x="9709" y="27145"/>
                    <a:pt x="9807" y="27117"/>
                    <a:pt x="9862" y="26991"/>
                  </a:cubicBezTo>
                  <a:cubicBezTo>
                    <a:pt x="9932" y="26824"/>
                    <a:pt x="10058" y="26698"/>
                    <a:pt x="10253" y="26726"/>
                  </a:cubicBezTo>
                  <a:cubicBezTo>
                    <a:pt x="10504" y="26768"/>
                    <a:pt x="10769" y="26615"/>
                    <a:pt x="11034" y="26684"/>
                  </a:cubicBezTo>
                  <a:cubicBezTo>
                    <a:pt x="11118" y="26698"/>
                    <a:pt x="11160" y="26643"/>
                    <a:pt x="11229" y="26587"/>
                  </a:cubicBezTo>
                  <a:cubicBezTo>
                    <a:pt x="11271" y="26545"/>
                    <a:pt x="11327" y="26475"/>
                    <a:pt x="11397" y="26475"/>
                  </a:cubicBezTo>
                  <a:cubicBezTo>
                    <a:pt x="11759" y="26433"/>
                    <a:pt x="12094" y="26308"/>
                    <a:pt x="12373" y="26057"/>
                  </a:cubicBezTo>
                  <a:cubicBezTo>
                    <a:pt x="12415" y="26015"/>
                    <a:pt x="12457" y="26029"/>
                    <a:pt x="12513" y="26015"/>
                  </a:cubicBezTo>
                  <a:cubicBezTo>
                    <a:pt x="12722" y="25945"/>
                    <a:pt x="12931" y="25806"/>
                    <a:pt x="13001" y="25638"/>
                  </a:cubicBezTo>
                  <a:cubicBezTo>
                    <a:pt x="13140" y="25331"/>
                    <a:pt x="13405" y="25164"/>
                    <a:pt x="13559" y="24899"/>
                  </a:cubicBezTo>
                  <a:cubicBezTo>
                    <a:pt x="13712" y="24620"/>
                    <a:pt x="14089" y="24550"/>
                    <a:pt x="14256" y="24285"/>
                  </a:cubicBezTo>
                  <a:cubicBezTo>
                    <a:pt x="14410" y="24202"/>
                    <a:pt x="14591" y="24285"/>
                    <a:pt x="14744" y="24257"/>
                  </a:cubicBezTo>
                  <a:cubicBezTo>
                    <a:pt x="14828" y="24243"/>
                    <a:pt x="14926" y="24188"/>
                    <a:pt x="15023" y="24174"/>
                  </a:cubicBezTo>
                  <a:cubicBezTo>
                    <a:pt x="15093" y="24146"/>
                    <a:pt x="15163" y="24118"/>
                    <a:pt x="15233" y="24132"/>
                  </a:cubicBezTo>
                  <a:cubicBezTo>
                    <a:pt x="15386" y="24174"/>
                    <a:pt x="15512" y="24146"/>
                    <a:pt x="15651" y="24076"/>
                  </a:cubicBezTo>
                  <a:cubicBezTo>
                    <a:pt x="15902" y="23964"/>
                    <a:pt x="16139" y="23895"/>
                    <a:pt x="16404" y="23853"/>
                  </a:cubicBezTo>
                  <a:cubicBezTo>
                    <a:pt x="16837" y="23783"/>
                    <a:pt x="17241" y="23644"/>
                    <a:pt x="17590" y="23365"/>
                  </a:cubicBezTo>
                  <a:cubicBezTo>
                    <a:pt x="17939" y="23016"/>
                    <a:pt x="18427" y="22723"/>
                    <a:pt x="18873" y="22360"/>
                  </a:cubicBezTo>
                  <a:close/>
                  <a:moveTo>
                    <a:pt x="22123" y="7854"/>
                  </a:moveTo>
                  <a:cubicBezTo>
                    <a:pt x="22137" y="7840"/>
                    <a:pt x="22151" y="7840"/>
                    <a:pt x="22165" y="7840"/>
                  </a:cubicBezTo>
                  <a:cubicBezTo>
                    <a:pt x="22193" y="7854"/>
                    <a:pt x="22207" y="7854"/>
                    <a:pt x="22221" y="7868"/>
                  </a:cubicBezTo>
                  <a:cubicBezTo>
                    <a:pt x="22235" y="7924"/>
                    <a:pt x="22221" y="7937"/>
                    <a:pt x="22151" y="7937"/>
                  </a:cubicBezTo>
                  <a:cubicBezTo>
                    <a:pt x="22137" y="7937"/>
                    <a:pt x="22095" y="7924"/>
                    <a:pt x="22095" y="7896"/>
                  </a:cubicBezTo>
                  <a:cubicBezTo>
                    <a:pt x="22095" y="7910"/>
                    <a:pt x="22123" y="7868"/>
                    <a:pt x="22123" y="7854"/>
                  </a:cubicBezTo>
                  <a:close/>
                  <a:moveTo>
                    <a:pt x="21621" y="8063"/>
                  </a:moveTo>
                  <a:cubicBezTo>
                    <a:pt x="21635" y="8021"/>
                    <a:pt x="21691" y="8007"/>
                    <a:pt x="21719" y="7993"/>
                  </a:cubicBezTo>
                  <a:cubicBezTo>
                    <a:pt x="21733" y="7993"/>
                    <a:pt x="21761" y="8007"/>
                    <a:pt x="21774" y="8021"/>
                  </a:cubicBezTo>
                  <a:cubicBezTo>
                    <a:pt x="21816" y="8063"/>
                    <a:pt x="21816" y="8119"/>
                    <a:pt x="21788" y="8147"/>
                  </a:cubicBezTo>
                  <a:cubicBezTo>
                    <a:pt x="21747" y="8189"/>
                    <a:pt x="21719" y="8202"/>
                    <a:pt x="21691" y="8230"/>
                  </a:cubicBezTo>
                  <a:cubicBezTo>
                    <a:pt x="21621" y="8230"/>
                    <a:pt x="21565" y="8147"/>
                    <a:pt x="21621" y="8063"/>
                  </a:cubicBezTo>
                  <a:close/>
                  <a:moveTo>
                    <a:pt x="10825" y="26419"/>
                  </a:moveTo>
                  <a:cubicBezTo>
                    <a:pt x="10811" y="26405"/>
                    <a:pt x="10783" y="26405"/>
                    <a:pt x="10769" y="26391"/>
                  </a:cubicBezTo>
                  <a:cubicBezTo>
                    <a:pt x="10783" y="26364"/>
                    <a:pt x="10811" y="26364"/>
                    <a:pt x="10825" y="26364"/>
                  </a:cubicBezTo>
                  <a:cubicBezTo>
                    <a:pt x="10839" y="26364"/>
                    <a:pt x="10853" y="26391"/>
                    <a:pt x="10881" y="26405"/>
                  </a:cubicBezTo>
                  <a:cubicBezTo>
                    <a:pt x="10853" y="26405"/>
                    <a:pt x="10839" y="26405"/>
                    <a:pt x="10825" y="26419"/>
                  </a:cubicBezTo>
                  <a:close/>
                  <a:moveTo>
                    <a:pt x="14535" y="1814"/>
                  </a:moveTo>
                  <a:cubicBezTo>
                    <a:pt x="14549" y="1814"/>
                    <a:pt x="14507" y="1744"/>
                    <a:pt x="14549" y="1800"/>
                  </a:cubicBezTo>
                  <a:lnTo>
                    <a:pt x="14605" y="1856"/>
                  </a:lnTo>
                  <a:cubicBezTo>
                    <a:pt x="14591" y="1842"/>
                    <a:pt x="14549" y="1814"/>
                    <a:pt x="14535" y="1814"/>
                  </a:cubicBezTo>
                  <a:close/>
                  <a:moveTo>
                    <a:pt x="14758" y="2079"/>
                  </a:moveTo>
                  <a:cubicBezTo>
                    <a:pt x="14689" y="2065"/>
                    <a:pt x="14716" y="2009"/>
                    <a:pt x="14716" y="1967"/>
                  </a:cubicBezTo>
                  <a:lnTo>
                    <a:pt x="14689" y="1954"/>
                  </a:lnTo>
                  <a:cubicBezTo>
                    <a:pt x="14689" y="1926"/>
                    <a:pt x="14675" y="1898"/>
                    <a:pt x="14661" y="1884"/>
                  </a:cubicBezTo>
                  <a:lnTo>
                    <a:pt x="14716" y="1940"/>
                  </a:lnTo>
                  <a:lnTo>
                    <a:pt x="14716" y="1967"/>
                  </a:lnTo>
                  <a:cubicBezTo>
                    <a:pt x="14730" y="1995"/>
                    <a:pt x="14758" y="2009"/>
                    <a:pt x="14772" y="2037"/>
                  </a:cubicBezTo>
                  <a:cubicBezTo>
                    <a:pt x="14800" y="2051"/>
                    <a:pt x="14758" y="2079"/>
                    <a:pt x="14758" y="2079"/>
                  </a:cubicBezTo>
                  <a:close/>
                  <a:moveTo>
                    <a:pt x="16641" y="21272"/>
                  </a:moveTo>
                  <a:lnTo>
                    <a:pt x="16627" y="21231"/>
                  </a:lnTo>
                  <a:lnTo>
                    <a:pt x="16669" y="21231"/>
                  </a:lnTo>
                  <a:close/>
                  <a:moveTo>
                    <a:pt x="16879" y="20087"/>
                  </a:moveTo>
                  <a:lnTo>
                    <a:pt x="16837" y="20073"/>
                  </a:lnTo>
                  <a:lnTo>
                    <a:pt x="16879" y="20087"/>
                  </a:lnTo>
                  <a:lnTo>
                    <a:pt x="16892" y="201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55" name="Google Shape;1755;p56"/>
            <p:cNvSpPr/>
            <p:nvPr/>
          </p:nvSpPr>
          <p:spPr>
            <a:xfrm>
              <a:off x="3037750" y="2073400"/>
              <a:ext cx="725" cy="375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29" y="1"/>
                  </a:moveTo>
                  <a:lnTo>
                    <a:pt x="1" y="1"/>
                  </a:lnTo>
                  <a:lnTo>
                    <a:pt x="1" y="14"/>
                  </a:lnTo>
                  <a:cubicBezTo>
                    <a:pt x="15" y="14"/>
                    <a:pt x="29" y="14"/>
                    <a:pt x="29" y="1"/>
                  </a:cubicBezTo>
                  <a:cubicBezTo>
                    <a:pt x="29" y="14"/>
                    <a:pt x="29" y="14"/>
                    <a:pt x="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56" name="Google Shape;1756;p56"/>
            <p:cNvSpPr/>
            <p:nvPr/>
          </p:nvSpPr>
          <p:spPr>
            <a:xfrm>
              <a:off x="3441575" y="1968100"/>
              <a:ext cx="375" cy="1400"/>
            </a:xfrm>
            <a:custGeom>
              <a:avLst/>
              <a:gdLst/>
              <a:ahLst/>
              <a:cxnLst/>
              <a:rect l="l" t="t" r="r" b="b"/>
              <a:pathLst>
                <a:path w="15" h="56" extrusionOk="0">
                  <a:moveTo>
                    <a:pt x="0" y="42"/>
                  </a:moveTo>
                  <a:cubicBezTo>
                    <a:pt x="14" y="56"/>
                    <a:pt x="14" y="56"/>
                    <a:pt x="0" y="42"/>
                  </a:cubicBezTo>
                  <a:cubicBezTo>
                    <a:pt x="14" y="28"/>
                    <a:pt x="14" y="28"/>
                    <a:pt x="14" y="0"/>
                  </a:cubicBezTo>
                  <a:cubicBezTo>
                    <a:pt x="14" y="28"/>
                    <a:pt x="0" y="28"/>
                    <a:pt x="0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57" name="Google Shape;1757;p56"/>
            <p:cNvSpPr/>
            <p:nvPr/>
          </p:nvSpPr>
          <p:spPr>
            <a:xfrm>
              <a:off x="5330200" y="3890200"/>
              <a:ext cx="725" cy="25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9" y="1"/>
                  </a:moveTo>
                  <a:lnTo>
                    <a:pt x="29" y="1"/>
                  </a:lnTo>
                  <a:cubicBezTo>
                    <a:pt x="29" y="1"/>
                    <a:pt x="1" y="1"/>
                    <a:pt x="29" y="1"/>
                  </a:cubicBezTo>
                  <a:cubicBezTo>
                    <a:pt x="1" y="1"/>
                    <a:pt x="1" y="1"/>
                    <a:pt x="29" y="1"/>
                  </a:cubicBezTo>
                  <a:cubicBezTo>
                    <a:pt x="1" y="1"/>
                    <a:pt x="29" y="1"/>
                    <a:pt x="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58" name="Google Shape;1758;p56"/>
            <p:cNvSpPr/>
            <p:nvPr/>
          </p:nvSpPr>
          <p:spPr>
            <a:xfrm>
              <a:off x="5320800" y="3637750"/>
              <a:ext cx="599800" cy="526925"/>
            </a:xfrm>
            <a:custGeom>
              <a:avLst/>
              <a:gdLst/>
              <a:ahLst/>
              <a:cxnLst/>
              <a:rect l="l" t="t" r="r" b="b"/>
              <a:pathLst>
                <a:path w="23992" h="21077" extrusionOk="0">
                  <a:moveTo>
                    <a:pt x="23880" y="9722"/>
                  </a:moveTo>
                  <a:cubicBezTo>
                    <a:pt x="23657" y="9917"/>
                    <a:pt x="23657" y="9917"/>
                    <a:pt x="23532" y="9694"/>
                  </a:cubicBezTo>
                  <a:cubicBezTo>
                    <a:pt x="23518" y="9652"/>
                    <a:pt x="23490" y="9611"/>
                    <a:pt x="23448" y="9569"/>
                  </a:cubicBezTo>
                  <a:cubicBezTo>
                    <a:pt x="23322" y="9373"/>
                    <a:pt x="23281" y="9122"/>
                    <a:pt x="23030" y="8997"/>
                  </a:cubicBezTo>
                  <a:cubicBezTo>
                    <a:pt x="22946" y="8718"/>
                    <a:pt x="22639" y="8509"/>
                    <a:pt x="22737" y="8146"/>
                  </a:cubicBezTo>
                  <a:cubicBezTo>
                    <a:pt x="22765" y="7979"/>
                    <a:pt x="22681" y="7895"/>
                    <a:pt x="22527" y="7825"/>
                  </a:cubicBezTo>
                  <a:cubicBezTo>
                    <a:pt x="22402" y="7769"/>
                    <a:pt x="22276" y="7700"/>
                    <a:pt x="22123" y="7658"/>
                  </a:cubicBezTo>
                  <a:cubicBezTo>
                    <a:pt x="22081" y="7630"/>
                    <a:pt x="22053" y="7588"/>
                    <a:pt x="22053" y="7546"/>
                  </a:cubicBezTo>
                  <a:cubicBezTo>
                    <a:pt x="22053" y="7323"/>
                    <a:pt x="22011" y="7114"/>
                    <a:pt x="21900" y="6919"/>
                  </a:cubicBezTo>
                  <a:cubicBezTo>
                    <a:pt x="21802" y="6751"/>
                    <a:pt x="21718" y="6584"/>
                    <a:pt x="21718" y="6375"/>
                  </a:cubicBezTo>
                  <a:cubicBezTo>
                    <a:pt x="21718" y="6333"/>
                    <a:pt x="21663" y="6235"/>
                    <a:pt x="21621" y="6207"/>
                  </a:cubicBezTo>
                  <a:cubicBezTo>
                    <a:pt x="21272" y="5998"/>
                    <a:pt x="21007" y="5677"/>
                    <a:pt x="20616" y="5510"/>
                  </a:cubicBezTo>
                  <a:cubicBezTo>
                    <a:pt x="20533" y="5468"/>
                    <a:pt x="20463" y="5384"/>
                    <a:pt x="20449" y="5287"/>
                  </a:cubicBezTo>
                  <a:cubicBezTo>
                    <a:pt x="20407" y="5091"/>
                    <a:pt x="20365" y="4896"/>
                    <a:pt x="20379" y="4729"/>
                  </a:cubicBezTo>
                  <a:cubicBezTo>
                    <a:pt x="20407" y="4450"/>
                    <a:pt x="20365" y="4199"/>
                    <a:pt x="20198" y="3975"/>
                  </a:cubicBezTo>
                  <a:cubicBezTo>
                    <a:pt x="20086" y="3780"/>
                    <a:pt x="20031" y="3585"/>
                    <a:pt x="20045" y="3362"/>
                  </a:cubicBezTo>
                  <a:cubicBezTo>
                    <a:pt x="20058" y="3208"/>
                    <a:pt x="20017" y="3027"/>
                    <a:pt x="20031" y="2859"/>
                  </a:cubicBezTo>
                  <a:cubicBezTo>
                    <a:pt x="20045" y="2608"/>
                    <a:pt x="19947" y="2441"/>
                    <a:pt x="19780" y="2288"/>
                  </a:cubicBezTo>
                  <a:cubicBezTo>
                    <a:pt x="19668" y="2176"/>
                    <a:pt x="19556" y="2120"/>
                    <a:pt x="19403" y="2162"/>
                  </a:cubicBezTo>
                  <a:cubicBezTo>
                    <a:pt x="19291" y="2176"/>
                    <a:pt x="19208" y="2106"/>
                    <a:pt x="19194" y="2023"/>
                  </a:cubicBezTo>
                  <a:cubicBezTo>
                    <a:pt x="19180" y="1953"/>
                    <a:pt x="19152" y="1883"/>
                    <a:pt x="19152" y="1813"/>
                  </a:cubicBezTo>
                  <a:cubicBezTo>
                    <a:pt x="19152" y="1562"/>
                    <a:pt x="19082" y="1339"/>
                    <a:pt x="19040" y="1102"/>
                  </a:cubicBezTo>
                  <a:cubicBezTo>
                    <a:pt x="18970" y="767"/>
                    <a:pt x="18775" y="488"/>
                    <a:pt x="18705" y="153"/>
                  </a:cubicBezTo>
                  <a:cubicBezTo>
                    <a:pt x="18692" y="98"/>
                    <a:pt x="18622" y="56"/>
                    <a:pt x="18552" y="14"/>
                  </a:cubicBezTo>
                  <a:cubicBezTo>
                    <a:pt x="18510" y="0"/>
                    <a:pt x="18454" y="14"/>
                    <a:pt x="18426" y="56"/>
                  </a:cubicBezTo>
                  <a:cubicBezTo>
                    <a:pt x="18385" y="70"/>
                    <a:pt x="18357" y="126"/>
                    <a:pt x="18343" y="153"/>
                  </a:cubicBezTo>
                  <a:cubicBezTo>
                    <a:pt x="18245" y="349"/>
                    <a:pt x="18217" y="572"/>
                    <a:pt x="18134" y="767"/>
                  </a:cubicBezTo>
                  <a:cubicBezTo>
                    <a:pt x="18036" y="962"/>
                    <a:pt x="18022" y="1186"/>
                    <a:pt x="17966" y="1381"/>
                  </a:cubicBezTo>
                  <a:cubicBezTo>
                    <a:pt x="17869" y="1730"/>
                    <a:pt x="17799" y="2078"/>
                    <a:pt x="17827" y="2441"/>
                  </a:cubicBezTo>
                  <a:cubicBezTo>
                    <a:pt x="17855" y="2567"/>
                    <a:pt x="17813" y="2678"/>
                    <a:pt x="17799" y="2790"/>
                  </a:cubicBezTo>
                  <a:cubicBezTo>
                    <a:pt x="17729" y="3069"/>
                    <a:pt x="17645" y="3348"/>
                    <a:pt x="17548" y="3613"/>
                  </a:cubicBezTo>
                  <a:cubicBezTo>
                    <a:pt x="17506" y="3780"/>
                    <a:pt x="17436" y="3975"/>
                    <a:pt x="17366" y="4143"/>
                  </a:cubicBezTo>
                  <a:cubicBezTo>
                    <a:pt x="17311" y="4282"/>
                    <a:pt x="17171" y="4380"/>
                    <a:pt x="17032" y="4394"/>
                  </a:cubicBezTo>
                  <a:cubicBezTo>
                    <a:pt x="16808" y="4450"/>
                    <a:pt x="16599" y="4380"/>
                    <a:pt x="16432" y="4199"/>
                  </a:cubicBezTo>
                  <a:cubicBezTo>
                    <a:pt x="16348" y="4101"/>
                    <a:pt x="16278" y="3975"/>
                    <a:pt x="16251" y="3836"/>
                  </a:cubicBezTo>
                  <a:lnTo>
                    <a:pt x="16111" y="3836"/>
                  </a:lnTo>
                  <a:cubicBezTo>
                    <a:pt x="15916" y="3822"/>
                    <a:pt x="15734" y="3766"/>
                    <a:pt x="15595" y="3613"/>
                  </a:cubicBezTo>
                  <a:cubicBezTo>
                    <a:pt x="15441" y="3417"/>
                    <a:pt x="15218" y="3334"/>
                    <a:pt x="15009" y="3208"/>
                  </a:cubicBezTo>
                  <a:cubicBezTo>
                    <a:pt x="14870" y="3138"/>
                    <a:pt x="14758" y="3069"/>
                    <a:pt x="14674" y="2943"/>
                  </a:cubicBezTo>
                  <a:cubicBezTo>
                    <a:pt x="14605" y="2859"/>
                    <a:pt x="14521" y="2776"/>
                    <a:pt x="14437" y="2678"/>
                  </a:cubicBezTo>
                  <a:cubicBezTo>
                    <a:pt x="14340" y="2594"/>
                    <a:pt x="14298" y="2497"/>
                    <a:pt x="14340" y="2371"/>
                  </a:cubicBezTo>
                  <a:cubicBezTo>
                    <a:pt x="14437" y="2148"/>
                    <a:pt x="14577" y="1953"/>
                    <a:pt x="14577" y="1688"/>
                  </a:cubicBezTo>
                  <a:cubicBezTo>
                    <a:pt x="14577" y="1618"/>
                    <a:pt x="14646" y="1562"/>
                    <a:pt x="14716" y="1548"/>
                  </a:cubicBezTo>
                  <a:cubicBezTo>
                    <a:pt x="14786" y="1534"/>
                    <a:pt x="14856" y="1493"/>
                    <a:pt x="14884" y="1451"/>
                  </a:cubicBezTo>
                  <a:cubicBezTo>
                    <a:pt x="14995" y="1269"/>
                    <a:pt x="15093" y="1074"/>
                    <a:pt x="15176" y="865"/>
                  </a:cubicBezTo>
                  <a:cubicBezTo>
                    <a:pt x="15204" y="851"/>
                    <a:pt x="15149" y="781"/>
                    <a:pt x="15135" y="753"/>
                  </a:cubicBezTo>
                  <a:cubicBezTo>
                    <a:pt x="15037" y="684"/>
                    <a:pt x="14925" y="614"/>
                    <a:pt x="14800" y="656"/>
                  </a:cubicBezTo>
                  <a:cubicBezTo>
                    <a:pt x="14674" y="711"/>
                    <a:pt x="14577" y="725"/>
                    <a:pt x="14465" y="642"/>
                  </a:cubicBezTo>
                  <a:cubicBezTo>
                    <a:pt x="14395" y="586"/>
                    <a:pt x="14326" y="642"/>
                    <a:pt x="14270" y="656"/>
                  </a:cubicBezTo>
                  <a:cubicBezTo>
                    <a:pt x="14200" y="684"/>
                    <a:pt x="14130" y="725"/>
                    <a:pt x="14061" y="711"/>
                  </a:cubicBezTo>
                  <a:cubicBezTo>
                    <a:pt x="13712" y="572"/>
                    <a:pt x="13321" y="544"/>
                    <a:pt x="12987" y="335"/>
                  </a:cubicBezTo>
                  <a:cubicBezTo>
                    <a:pt x="12805" y="223"/>
                    <a:pt x="12638" y="167"/>
                    <a:pt x="12456" y="126"/>
                  </a:cubicBezTo>
                  <a:cubicBezTo>
                    <a:pt x="12429" y="98"/>
                    <a:pt x="12373" y="126"/>
                    <a:pt x="12317" y="140"/>
                  </a:cubicBezTo>
                  <a:cubicBezTo>
                    <a:pt x="12303" y="140"/>
                    <a:pt x="12275" y="153"/>
                    <a:pt x="12275" y="167"/>
                  </a:cubicBezTo>
                  <a:cubicBezTo>
                    <a:pt x="12247" y="195"/>
                    <a:pt x="12247" y="223"/>
                    <a:pt x="12275" y="237"/>
                  </a:cubicBezTo>
                  <a:cubicBezTo>
                    <a:pt x="12345" y="307"/>
                    <a:pt x="12415" y="363"/>
                    <a:pt x="12484" y="432"/>
                  </a:cubicBezTo>
                  <a:cubicBezTo>
                    <a:pt x="12568" y="502"/>
                    <a:pt x="12526" y="628"/>
                    <a:pt x="12443" y="684"/>
                  </a:cubicBezTo>
                  <a:cubicBezTo>
                    <a:pt x="12289" y="767"/>
                    <a:pt x="12136" y="767"/>
                    <a:pt x="11954" y="767"/>
                  </a:cubicBezTo>
                  <a:cubicBezTo>
                    <a:pt x="11871" y="767"/>
                    <a:pt x="11759" y="767"/>
                    <a:pt x="11675" y="795"/>
                  </a:cubicBezTo>
                  <a:cubicBezTo>
                    <a:pt x="11480" y="893"/>
                    <a:pt x="11299" y="1004"/>
                    <a:pt x="11159" y="1186"/>
                  </a:cubicBezTo>
                  <a:cubicBezTo>
                    <a:pt x="10964" y="1423"/>
                    <a:pt x="10783" y="1688"/>
                    <a:pt x="10601" y="1939"/>
                  </a:cubicBezTo>
                  <a:cubicBezTo>
                    <a:pt x="10504" y="2050"/>
                    <a:pt x="10490" y="2190"/>
                    <a:pt x="10559" y="2329"/>
                  </a:cubicBezTo>
                  <a:cubicBezTo>
                    <a:pt x="10601" y="2427"/>
                    <a:pt x="10490" y="2511"/>
                    <a:pt x="10392" y="2511"/>
                  </a:cubicBezTo>
                  <a:cubicBezTo>
                    <a:pt x="10253" y="2511"/>
                    <a:pt x="10127" y="2399"/>
                    <a:pt x="9974" y="2455"/>
                  </a:cubicBezTo>
                  <a:cubicBezTo>
                    <a:pt x="9862" y="2497"/>
                    <a:pt x="9778" y="2455"/>
                    <a:pt x="9723" y="2371"/>
                  </a:cubicBezTo>
                  <a:cubicBezTo>
                    <a:pt x="9625" y="2232"/>
                    <a:pt x="9527" y="2092"/>
                    <a:pt x="9416" y="1967"/>
                  </a:cubicBezTo>
                  <a:cubicBezTo>
                    <a:pt x="9304" y="1869"/>
                    <a:pt x="9179" y="1799"/>
                    <a:pt x="9025" y="1841"/>
                  </a:cubicBezTo>
                  <a:cubicBezTo>
                    <a:pt x="8872" y="1897"/>
                    <a:pt x="8690" y="1939"/>
                    <a:pt x="8579" y="2037"/>
                  </a:cubicBezTo>
                  <a:cubicBezTo>
                    <a:pt x="8453" y="2120"/>
                    <a:pt x="8342" y="2190"/>
                    <a:pt x="8188" y="2218"/>
                  </a:cubicBezTo>
                  <a:cubicBezTo>
                    <a:pt x="7979" y="2246"/>
                    <a:pt x="8021" y="2497"/>
                    <a:pt x="7895" y="2594"/>
                  </a:cubicBezTo>
                  <a:cubicBezTo>
                    <a:pt x="7839" y="2650"/>
                    <a:pt x="7784" y="2706"/>
                    <a:pt x="7714" y="2734"/>
                  </a:cubicBezTo>
                  <a:cubicBezTo>
                    <a:pt x="7491" y="2804"/>
                    <a:pt x="7435" y="2957"/>
                    <a:pt x="7463" y="3194"/>
                  </a:cubicBezTo>
                  <a:cubicBezTo>
                    <a:pt x="7463" y="3236"/>
                    <a:pt x="7463" y="3278"/>
                    <a:pt x="7435" y="3334"/>
                  </a:cubicBezTo>
                  <a:cubicBezTo>
                    <a:pt x="7421" y="3403"/>
                    <a:pt x="7365" y="3445"/>
                    <a:pt x="7295" y="3445"/>
                  </a:cubicBezTo>
                  <a:cubicBezTo>
                    <a:pt x="7226" y="3445"/>
                    <a:pt x="7156" y="3431"/>
                    <a:pt x="7086" y="3431"/>
                  </a:cubicBezTo>
                  <a:cubicBezTo>
                    <a:pt x="6989" y="3431"/>
                    <a:pt x="6919" y="3543"/>
                    <a:pt x="6933" y="3627"/>
                  </a:cubicBezTo>
                  <a:cubicBezTo>
                    <a:pt x="6947" y="3710"/>
                    <a:pt x="6975" y="3822"/>
                    <a:pt x="6989" y="3906"/>
                  </a:cubicBezTo>
                  <a:cubicBezTo>
                    <a:pt x="6989" y="3920"/>
                    <a:pt x="6975" y="3961"/>
                    <a:pt x="6947" y="3975"/>
                  </a:cubicBezTo>
                  <a:cubicBezTo>
                    <a:pt x="6919" y="4003"/>
                    <a:pt x="6863" y="4003"/>
                    <a:pt x="6835" y="3961"/>
                  </a:cubicBezTo>
                  <a:cubicBezTo>
                    <a:pt x="6765" y="3864"/>
                    <a:pt x="6696" y="3766"/>
                    <a:pt x="6626" y="3655"/>
                  </a:cubicBezTo>
                  <a:cubicBezTo>
                    <a:pt x="6570" y="3585"/>
                    <a:pt x="6486" y="3571"/>
                    <a:pt x="6431" y="3627"/>
                  </a:cubicBezTo>
                  <a:cubicBezTo>
                    <a:pt x="6319" y="3710"/>
                    <a:pt x="6208" y="3794"/>
                    <a:pt x="6096" y="3906"/>
                  </a:cubicBezTo>
                  <a:cubicBezTo>
                    <a:pt x="6026" y="3975"/>
                    <a:pt x="5970" y="4059"/>
                    <a:pt x="5970" y="4143"/>
                  </a:cubicBezTo>
                  <a:cubicBezTo>
                    <a:pt x="6012" y="4478"/>
                    <a:pt x="5887" y="4743"/>
                    <a:pt x="5622" y="4966"/>
                  </a:cubicBezTo>
                  <a:cubicBezTo>
                    <a:pt x="5552" y="5022"/>
                    <a:pt x="5524" y="5119"/>
                    <a:pt x="5468" y="5217"/>
                  </a:cubicBezTo>
                  <a:cubicBezTo>
                    <a:pt x="5301" y="5496"/>
                    <a:pt x="5036" y="5649"/>
                    <a:pt x="4701" y="5677"/>
                  </a:cubicBezTo>
                  <a:cubicBezTo>
                    <a:pt x="4492" y="5705"/>
                    <a:pt x="4269" y="5733"/>
                    <a:pt x="4059" y="5775"/>
                  </a:cubicBezTo>
                  <a:cubicBezTo>
                    <a:pt x="3766" y="5984"/>
                    <a:pt x="3362" y="5928"/>
                    <a:pt x="3069" y="6165"/>
                  </a:cubicBezTo>
                  <a:cubicBezTo>
                    <a:pt x="3013" y="6207"/>
                    <a:pt x="2930" y="6235"/>
                    <a:pt x="2860" y="6221"/>
                  </a:cubicBezTo>
                  <a:cubicBezTo>
                    <a:pt x="2595" y="6151"/>
                    <a:pt x="2386" y="6263"/>
                    <a:pt x="2176" y="6375"/>
                  </a:cubicBezTo>
                  <a:cubicBezTo>
                    <a:pt x="1897" y="6514"/>
                    <a:pt x="1646" y="6709"/>
                    <a:pt x="1353" y="6821"/>
                  </a:cubicBezTo>
                  <a:cubicBezTo>
                    <a:pt x="1214" y="6863"/>
                    <a:pt x="1130" y="6988"/>
                    <a:pt x="1047" y="7114"/>
                  </a:cubicBezTo>
                  <a:cubicBezTo>
                    <a:pt x="949" y="7239"/>
                    <a:pt x="935" y="7072"/>
                    <a:pt x="879" y="7072"/>
                  </a:cubicBezTo>
                  <a:cubicBezTo>
                    <a:pt x="851" y="7072"/>
                    <a:pt x="781" y="7072"/>
                    <a:pt x="768" y="7114"/>
                  </a:cubicBezTo>
                  <a:cubicBezTo>
                    <a:pt x="712" y="7184"/>
                    <a:pt x="642" y="7267"/>
                    <a:pt x="628" y="7351"/>
                  </a:cubicBezTo>
                  <a:cubicBezTo>
                    <a:pt x="586" y="7476"/>
                    <a:pt x="586" y="7602"/>
                    <a:pt x="586" y="7700"/>
                  </a:cubicBezTo>
                  <a:cubicBezTo>
                    <a:pt x="586" y="7895"/>
                    <a:pt x="558" y="8090"/>
                    <a:pt x="433" y="8244"/>
                  </a:cubicBezTo>
                  <a:cubicBezTo>
                    <a:pt x="307" y="8397"/>
                    <a:pt x="293" y="8592"/>
                    <a:pt x="293" y="8788"/>
                  </a:cubicBezTo>
                  <a:cubicBezTo>
                    <a:pt x="293" y="9053"/>
                    <a:pt x="307" y="9304"/>
                    <a:pt x="447" y="9555"/>
                  </a:cubicBezTo>
                  <a:cubicBezTo>
                    <a:pt x="489" y="9611"/>
                    <a:pt x="503" y="9694"/>
                    <a:pt x="516" y="9764"/>
                  </a:cubicBezTo>
                  <a:cubicBezTo>
                    <a:pt x="530" y="9834"/>
                    <a:pt x="503" y="9904"/>
                    <a:pt x="447" y="9959"/>
                  </a:cubicBezTo>
                  <a:cubicBezTo>
                    <a:pt x="419" y="9987"/>
                    <a:pt x="377" y="10001"/>
                    <a:pt x="349" y="10043"/>
                  </a:cubicBezTo>
                  <a:cubicBezTo>
                    <a:pt x="293" y="10141"/>
                    <a:pt x="237" y="10238"/>
                    <a:pt x="182" y="10336"/>
                  </a:cubicBezTo>
                  <a:lnTo>
                    <a:pt x="182" y="10336"/>
                  </a:lnTo>
                  <a:lnTo>
                    <a:pt x="182" y="10350"/>
                  </a:lnTo>
                  <a:lnTo>
                    <a:pt x="210" y="10336"/>
                  </a:lnTo>
                  <a:cubicBezTo>
                    <a:pt x="210" y="10406"/>
                    <a:pt x="210" y="10475"/>
                    <a:pt x="224" y="10545"/>
                  </a:cubicBezTo>
                  <a:cubicBezTo>
                    <a:pt x="293" y="10699"/>
                    <a:pt x="349" y="10866"/>
                    <a:pt x="321" y="11033"/>
                  </a:cubicBezTo>
                  <a:cubicBezTo>
                    <a:pt x="293" y="11326"/>
                    <a:pt x="377" y="11605"/>
                    <a:pt x="489" y="11870"/>
                  </a:cubicBezTo>
                  <a:cubicBezTo>
                    <a:pt x="586" y="12163"/>
                    <a:pt x="628" y="12484"/>
                    <a:pt x="600" y="12791"/>
                  </a:cubicBezTo>
                  <a:cubicBezTo>
                    <a:pt x="600" y="13168"/>
                    <a:pt x="586" y="13516"/>
                    <a:pt x="712" y="13865"/>
                  </a:cubicBezTo>
                  <a:cubicBezTo>
                    <a:pt x="740" y="13949"/>
                    <a:pt x="726" y="14046"/>
                    <a:pt x="726" y="14144"/>
                  </a:cubicBezTo>
                  <a:cubicBezTo>
                    <a:pt x="698" y="14325"/>
                    <a:pt x="642" y="14521"/>
                    <a:pt x="600" y="14702"/>
                  </a:cubicBezTo>
                  <a:cubicBezTo>
                    <a:pt x="558" y="14953"/>
                    <a:pt x="433" y="15190"/>
                    <a:pt x="182" y="15344"/>
                  </a:cubicBezTo>
                  <a:cubicBezTo>
                    <a:pt x="0" y="15483"/>
                    <a:pt x="0" y="15762"/>
                    <a:pt x="154" y="15915"/>
                  </a:cubicBezTo>
                  <a:cubicBezTo>
                    <a:pt x="251" y="16027"/>
                    <a:pt x="363" y="16111"/>
                    <a:pt x="447" y="16236"/>
                  </a:cubicBezTo>
                  <a:cubicBezTo>
                    <a:pt x="586" y="16418"/>
                    <a:pt x="781" y="16487"/>
                    <a:pt x="1005" y="16529"/>
                  </a:cubicBezTo>
                  <a:cubicBezTo>
                    <a:pt x="1186" y="16543"/>
                    <a:pt x="1339" y="16557"/>
                    <a:pt x="1507" y="16543"/>
                  </a:cubicBezTo>
                  <a:cubicBezTo>
                    <a:pt x="1604" y="16543"/>
                    <a:pt x="1716" y="16529"/>
                    <a:pt x="1786" y="16473"/>
                  </a:cubicBezTo>
                  <a:cubicBezTo>
                    <a:pt x="2121" y="16236"/>
                    <a:pt x="2581" y="16236"/>
                    <a:pt x="2860" y="15887"/>
                  </a:cubicBezTo>
                  <a:cubicBezTo>
                    <a:pt x="2888" y="15846"/>
                    <a:pt x="2944" y="15832"/>
                    <a:pt x="2971" y="15832"/>
                  </a:cubicBezTo>
                  <a:cubicBezTo>
                    <a:pt x="3306" y="15790"/>
                    <a:pt x="3641" y="15692"/>
                    <a:pt x="3976" y="15762"/>
                  </a:cubicBezTo>
                  <a:cubicBezTo>
                    <a:pt x="4255" y="15832"/>
                    <a:pt x="4548" y="15818"/>
                    <a:pt x="4827" y="15818"/>
                  </a:cubicBezTo>
                  <a:cubicBezTo>
                    <a:pt x="4966" y="15818"/>
                    <a:pt x="5106" y="15748"/>
                    <a:pt x="5203" y="15636"/>
                  </a:cubicBezTo>
                  <a:cubicBezTo>
                    <a:pt x="5510" y="15344"/>
                    <a:pt x="5747" y="15162"/>
                    <a:pt x="6166" y="14953"/>
                  </a:cubicBezTo>
                  <a:cubicBezTo>
                    <a:pt x="6277" y="14911"/>
                    <a:pt x="6375" y="14841"/>
                    <a:pt x="6486" y="14772"/>
                  </a:cubicBezTo>
                  <a:cubicBezTo>
                    <a:pt x="6626" y="14660"/>
                    <a:pt x="6779" y="14604"/>
                    <a:pt x="6947" y="14632"/>
                  </a:cubicBezTo>
                  <a:cubicBezTo>
                    <a:pt x="7393" y="14674"/>
                    <a:pt x="7826" y="14604"/>
                    <a:pt x="8202" y="14423"/>
                  </a:cubicBezTo>
                  <a:cubicBezTo>
                    <a:pt x="8523" y="14256"/>
                    <a:pt x="8830" y="14214"/>
                    <a:pt x="9179" y="14214"/>
                  </a:cubicBezTo>
                  <a:cubicBezTo>
                    <a:pt x="9430" y="14214"/>
                    <a:pt x="9667" y="14228"/>
                    <a:pt x="9904" y="14228"/>
                  </a:cubicBezTo>
                  <a:cubicBezTo>
                    <a:pt x="10015" y="14228"/>
                    <a:pt x="10141" y="14283"/>
                    <a:pt x="10211" y="14381"/>
                  </a:cubicBezTo>
                  <a:cubicBezTo>
                    <a:pt x="10336" y="14534"/>
                    <a:pt x="10504" y="14604"/>
                    <a:pt x="10699" y="14646"/>
                  </a:cubicBezTo>
                  <a:cubicBezTo>
                    <a:pt x="10908" y="14674"/>
                    <a:pt x="11103" y="14786"/>
                    <a:pt x="11313" y="14869"/>
                  </a:cubicBezTo>
                  <a:cubicBezTo>
                    <a:pt x="11410" y="14925"/>
                    <a:pt x="11508" y="15023"/>
                    <a:pt x="11508" y="15148"/>
                  </a:cubicBezTo>
                  <a:cubicBezTo>
                    <a:pt x="11480" y="15302"/>
                    <a:pt x="11522" y="15427"/>
                    <a:pt x="11620" y="15539"/>
                  </a:cubicBezTo>
                  <a:cubicBezTo>
                    <a:pt x="11745" y="15650"/>
                    <a:pt x="11815" y="15818"/>
                    <a:pt x="11829" y="15985"/>
                  </a:cubicBezTo>
                  <a:cubicBezTo>
                    <a:pt x="11857" y="16166"/>
                    <a:pt x="11871" y="16320"/>
                    <a:pt x="11885" y="16487"/>
                  </a:cubicBezTo>
                  <a:lnTo>
                    <a:pt x="11885" y="16697"/>
                  </a:lnTo>
                  <a:cubicBezTo>
                    <a:pt x="11885" y="16724"/>
                    <a:pt x="11885" y="16752"/>
                    <a:pt x="11899" y="16766"/>
                  </a:cubicBezTo>
                  <a:cubicBezTo>
                    <a:pt x="11954" y="16822"/>
                    <a:pt x="12010" y="16878"/>
                    <a:pt x="12066" y="16906"/>
                  </a:cubicBezTo>
                  <a:cubicBezTo>
                    <a:pt x="12094" y="16934"/>
                    <a:pt x="12164" y="16906"/>
                    <a:pt x="12178" y="16878"/>
                  </a:cubicBezTo>
                  <a:cubicBezTo>
                    <a:pt x="12373" y="16669"/>
                    <a:pt x="12568" y="16445"/>
                    <a:pt x="12777" y="16250"/>
                  </a:cubicBezTo>
                  <a:cubicBezTo>
                    <a:pt x="12875" y="16139"/>
                    <a:pt x="13014" y="16097"/>
                    <a:pt x="13126" y="15985"/>
                  </a:cubicBezTo>
                  <a:cubicBezTo>
                    <a:pt x="13252" y="15887"/>
                    <a:pt x="13349" y="15748"/>
                    <a:pt x="13461" y="15622"/>
                  </a:cubicBezTo>
                  <a:cubicBezTo>
                    <a:pt x="13475" y="15609"/>
                    <a:pt x="13503" y="15609"/>
                    <a:pt x="13531" y="15609"/>
                  </a:cubicBezTo>
                  <a:cubicBezTo>
                    <a:pt x="13544" y="15609"/>
                    <a:pt x="13558" y="15636"/>
                    <a:pt x="13558" y="15650"/>
                  </a:cubicBezTo>
                  <a:cubicBezTo>
                    <a:pt x="13572" y="15762"/>
                    <a:pt x="13572" y="15860"/>
                    <a:pt x="13503" y="15929"/>
                  </a:cubicBezTo>
                  <a:cubicBezTo>
                    <a:pt x="13335" y="16111"/>
                    <a:pt x="13224" y="16320"/>
                    <a:pt x="13154" y="16557"/>
                  </a:cubicBezTo>
                  <a:cubicBezTo>
                    <a:pt x="13084" y="16794"/>
                    <a:pt x="12987" y="16948"/>
                    <a:pt x="12777" y="17045"/>
                  </a:cubicBezTo>
                  <a:cubicBezTo>
                    <a:pt x="12735" y="17073"/>
                    <a:pt x="12708" y="17115"/>
                    <a:pt x="12708" y="17171"/>
                  </a:cubicBezTo>
                  <a:cubicBezTo>
                    <a:pt x="12708" y="17213"/>
                    <a:pt x="12722" y="17282"/>
                    <a:pt x="12763" y="17296"/>
                  </a:cubicBezTo>
                  <a:cubicBezTo>
                    <a:pt x="12833" y="17310"/>
                    <a:pt x="12903" y="17296"/>
                    <a:pt x="12973" y="17296"/>
                  </a:cubicBezTo>
                  <a:cubicBezTo>
                    <a:pt x="13182" y="17296"/>
                    <a:pt x="13335" y="17213"/>
                    <a:pt x="13419" y="17003"/>
                  </a:cubicBezTo>
                  <a:cubicBezTo>
                    <a:pt x="13433" y="16948"/>
                    <a:pt x="13461" y="16906"/>
                    <a:pt x="13489" y="16878"/>
                  </a:cubicBezTo>
                  <a:lnTo>
                    <a:pt x="13544" y="16822"/>
                  </a:lnTo>
                  <a:cubicBezTo>
                    <a:pt x="13558" y="16864"/>
                    <a:pt x="13614" y="16878"/>
                    <a:pt x="13614" y="16906"/>
                  </a:cubicBezTo>
                  <a:cubicBezTo>
                    <a:pt x="13628" y="17115"/>
                    <a:pt x="13628" y="17352"/>
                    <a:pt x="13489" y="17519"/>
                  </a:cubicBezTo>
                  <a:cubicBezTo>
                    <a:pt x="13433" y="17575"/>
                    <a:pt x="13489" y="17659"/>
                    <a:pt x="13558" y="17673"/>
                  </a:cubicBezTo>
                  <a:cubicBezTo>
                    <a:pt x="13684" y="17701"/>
                    <a:pt x="13782" y="17701"/>
                    <a:pt x="13907" y="17701"/>
                  </a:cubicBezTo>
                  <a:lnTo>
                    <a:pt x="13907" y="17673"/>
                  </a:lnTo>
                  <a:lnTo>
                    <a:pt x="13949" y="17645"/>
                  </a:lnTo>
                  <a:lnTo>
                    <a:pt x="13921" y="17701"/>
                  </a:lnTo>
                  <a:lnTo>
                    <a:pt x="13907" y="17701"/>
                  </a:lnTo>
                  <a:lnTo>
                    <a:pt x="13907" y="17743"/>
                  </a:lnTo>
                  <a:cubicBezTo>
                    <a:pt x="14047" y="18133"/>
                    <a:pt x="14130" y="18538"/>
                    <a:pt x="13963" y="18928"/>
                  </a:cubicBezTo>
                  <a:cubicBezTo>
                    <a:pt x="13921" y="18998"/>
                    <a:pt x="13963" y="19124"/>
                    <a:pt x="13991" y="19207"/>
                  </a:cubicBezTo>
                  <a:cubicBezTo>
                    <a:pt x="14033" y="19319"/>
                    <a:pt x="14102" y="19416"/>
                    <a:pt x="14158" y="19542"/>
                  </a:cubicBezTo>
                  <a:cubicBezTo>
                    <a:pt x="14298" y="19891"/>
                    <a:pt x="14549" y="20072"/>
                    <a:pt x="14897" y="20156"/>
                  </a:cubicBezTo>
                  <a:cubicBezTo>
                    <a:pt x="15093" y="20212"/>
                    <a:pt x="15246" y="20295"/>
                    <a:pt x="15414" y="20421"/>
                  </a:cubicBezTo>
                  <a:cubicBezTo>
                    <a:pt x="15497" y="20491"/>
                    <a:pt x="15581" y="20588"/>
                    <a:pt x="15665" y="20658"/>
                  </a:cubicBezTo>
                  <a:cubicBezTo>
                    <a:pt x="15734" y="20714"/>
                    <a:pt x="15846" y="20742"/>
                    <a:pt x="15944" y="20700"/>
                  </a:cubicBezTo>
                  <a:cubicBezTo>
                    <a:pt x="16251" y="20532"/>
                    <a:pt x="16557" y="20421"/>
                    <a:pt x="16739" y="20086"/>
                  </a:cubicBezTo>
                  <a:cubicBezTo>
                    <a:pt x="16753" y="20030"/>
                    <a:pt x="16822" y="20044"/>
                    <a:pt x="16850" y="20100"/>
                  </a:cubicBezTo>
                  <a:cubicBezTo>
                    <a:pt x="16878" y="20114"/>
                    <a:pt x="16892" y="20142"/>
                    <a:pt x="16878" y="20156"/>
                  </a:cubicBezTo>
                  <a:cubicBezTo>
                    <a:pt x="16850" y="20226"/>
                    <a:pt x="16808" y="20323"/>
                    <a:pt x="16836" y="20365"/>
                  </a:cubicBezTo>
                  <a:cubicBezTo>
                    <a:pt x="16990" y="20574"/>
                    <a:pt x="17101" y="20839"/>
                    <a:pt x="17297" y="21007"/>
                  </a:cubicBezTo>
                  <a:cubicBezTo>
                    <a:pt x="17338" y="21062"/>
                    <a:pt x="17436" y="21076"/>
                    <a:pt x="17478" y="21048"/>
                  </a:cubicBezTo>
                  <a:cubicBezTo>
                    <a:pt x="17729" y="20811"/>
                    <a:pt x="18022" y="20658"/>
                    <a:pt x="18287" y="20435"/>
                  </a:cubicBezTo>
                  <a:cubicBezTo>
                    <a:pt x="18524" y="20226"/>
                    <a:pt x="18831" y="20142"/>
                    <a:pt x="19138" y="20114"/>
                  </a:cubicBezTo>
                  <a:cubicBezTo>
                    <a:pt x="19263" y="20114"/>
                    <a:pt x="19389" y="20114"/>
                    <a:pt x="19501" y="20100"/>
                  </a:cubicBezTo>
                  <a:cubicBezTo>
                    <a:pt x="19696" y="20086"/>
                    <a:pt x="19989" y="19835"/>
                    <a:pt x="19989" y="19626"/>
                  </a:cubicBezTo>
                  <a:cubicBezTo>
                    <a:pt x="20017" y="19319"/>
                    <a:pt x="20170" y="19040"/>
                    <a:pt x="20240" y="18747"/>
                  </a:cubicBezTo>
                  <a:cubicBezTo>
                    <a:pt x="20310" y="18412"/>
                    <a:pt x="20477" y="18119"/>
                    <a:pt x="20714" y="17868"/>
                  </a:cubicBezTo>
                  <a:cubicBezTo>
                    <a:pt x="20867" y="17715"/>
                    <a:pt x="20965" y="17519"/>
                    <a:pt x="21077" y="17324"/>
                  </a:cubicBezTo>
                  <a:cubicBezTo>
                    <a:pt x="21202" y="17101"/>
                    <a:pt x="21314" y="16864"/>
                    <a:pt x="21439" y="16627"/>
                  </a:cubicBezTo>
                  <a:cubicBezTo>
                    <a:pt x="21649" y="16250"/>
                    <a:pt x="21872" y="15901"/>
                    <a:pt x="22276" y="15678"/>
                  </a:cubicBezTo>
                  <a:cubicBezTo>
                    <a:pt x="22346" y="15622"/>
                    <a:pt x="22430" y="15553"/>
                    <a:pt x="22458" y="15469"/>
                  </a:cubicBezTo>
                  <a:cubicBezTo>
                    <a:pt x="22527" y="15148"/>
                    <a:pt x="22834" y="14981"/>
                    <a:pt x="22946" y="14674"/>
                  </a:cubicBezTo>
                  <a:cubicBezTo>
                    <a:pt x="23030" y="14381"/>
                    <a:pt x="23030" y="14074"/>
                    <a:pt x="23169" y="13767"/>
                  </a:cubicBezTo>
                  <a:cubicBezTo>
                    <a:pt x="23336" y="13419"/>
                    <a:pt x="23406" y="13042"/>
                    <a:pt x="23615" y="12721"/>
                  </a:cubicBezTo>
                  <a:cubicBezTo>
                    <a:pt x="23685" y="12637"/>
                    <a:pt x="23713" y="12498"/>
                    <a:pt x="23727" y="12400"/>
                  </a:cubicBezTo>
                  <a:cubicBezTo>
                    <a:pt x="23755" y="12149"/>
                    <a:pt x="23741" y="11926"/>
                    <a:pt x="23671" y="11675"/>
                  </a:cubicBezTo>
                  <a:cubicBezTo>
                    <a:pt x="23615" y="11508"/>
                    <a:pt x="23615" y="11354"/>
                    <a:pt x="23671" y="11187"/>
                  </a:cubicBezTo>
                  <a:cubicBezTo>
                    <a:pt x="23713" y="11089"/>
                    <a:pt x="23741" y="10964"/>
                    <a:pt x="23741" y="10838"/>
                  </a:cubicBezTo>
                  <a:cubicBezTo>
                    <a:pt x="23755" y="10489"/>
                    <a:pt x="23825" y="10183"/>
                    <a:pt x="23950" y="9862"/>
                  </a:cubicBezTo>
                  <a:cubicBezTo>
                    <a:pt x="23964" y="9834"/>
                    <a:pt x="23992" y="9778"/>
                    <a:pt x="23992" y="9722"/>
                  </a:cubicBezTo>
                  <a:cubicBezTo>
                    <a:pt x="23992" y="9694"/>
                    <a:pt x="23950" y="9652"/>
                    <a:pt x="23936" y="9625"/>
                  </a:cubicBezTo>
                  <a:cubicBezTo>
                    <a:pt x="23922" y="9694"/>
                    <a:pt x="23894" y="9708"/>
                    <a:pt x="23880" y="97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59" name="Google Shape;1759;p56"/>
            <p:cNvSpPr/>
            <p:nvPr/>
          </p:nvSpPr>
          <p:spPr>
            <a:xfrm>
              <a:off x="2825400" y="1759900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15"/>
                  </a:moveTo>
                  <a:cubicBezTo>
                    <a:pt x="0" y="15"/>
                    <a:pt x="14" y="15"/>
                    <a:pt x="14" y="1"/>
                  </a:cubicBezTo>
                  <a:lnTo>
                    <a:pt x="0" y="1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60" name="Google Shape;1760;p56"/>
            <p:cNvSpPr/>
            <p:nvPr/>
          </p:nvSpPr>
          <p:spPr>
            <a:xfrm>
              <a:off x="2843175" y="1705850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4" y="1"/>
                  </a:moveTo>
                  <a:lnTo>
                    <a:pt x="14" y="1"/>
                  </a:lnTo>
                  <a:lnTo>
                    <a:pt x="0" y="1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61" name="Google Shape;1761;p56"/>
            <p:cNvSpPr/>
            <p:nvPr/>
          </p:nvSpPr>
          <p:spPr>
            <a:xfrm>
              <a:off x="2727400" y="1577175"/>
              <a:ext cx="406975" cy="312125"/>
            </a:xfrm>
            <a:custGeom>
              <a:avLst/>
              <a:gdLst/>
              <a:ahLst/>
              <a:cxnLst/>
              <a:rect l="l" t="t" r="r" b="b"/>
              <a:pathLst>
                <a:path w="16279" h="12485" extrusionOk="0">
                  <a:moveTo>
                    <a:pt x="4687" y="5413"/>
                  </a:moveTo>
                  <a:cubicBezTo>
                    <a:pt x="4590" y="5552"/>
                    <a:pt x="4590" y="5664"/>
                    <a:pt x="4645" y="5803"/>
                  </a:cubicBezTo>
                  <a:cubicBezTo>
                    <a:pt x="4729" y="5985"/>
                    <a:pt x="4729" y="6180"/>
                    <a:pt x="4687" y="6361"/>
                  </a:cubicBezTo>
                  <a:cubicBezTo>
                    <a:pt x="4631" y="6529"/>
                    <a:pt x="4618" y="6696"/>
                    <a:pt x="4576" y="6849"/>
                  </a:cubicBezTo>
                  <a:cubicBezTo>
                    <a:pt x="4562" y="6891"/>
                    <a:pt x="4520" y="6947"/>
                    <a:pt x="4492" y="6961"/>
                  </a:cubicBezTo>
                  <a:cubicBezTo>
                    <a:pt x="4311" y="7031"/>
                    <a:pt x="4353" y="7170"/>
                    <a:pt x="4353" y="7310"/>
                  </a:cubicBezTo>
                  <a:lnTo>
                    <a:pt x="4366" y="7310"/>
                  </a:lnTo>
                  <a:lnTo>
                    <a:pt x="4548" y="7477"/>
                  </a:lnTo>
                  <a:cubicBezTo>
                    <a:pt x="4562" y="7505"/>
                    <a:pt x="4576" y="7519"/>
                    <a:pt x="4590" y="7519"/>
                  </a:cubicBezTo>
                  <a:cubicBezTo>
                    <a:pt x="4645" y="7533"/>
                    <a:pt x="4715" y="7575"/>
                    <a:pt x="4771" y="7589"/>
                  </a:cubicBezTo>
                  <a:lnTo>
                    <a:pt x="4841" y="7589"/>
                  </a:lnTo>
                  <a:lnTo>
                    <a:pt x="4841" y="7617"/>
                  </a:lnTo>
                  <a:lnTo>
                    <a:pt x="4938" y="7672"/>
                  </a:lnTo>
                  <a:cubicBezTo>
                    <a:pt x="4966" y="7672"/>
                    <a:pt x="4980" y="7714"/>
                    <a:pt x="4980" y="7728"/>
                  </a:cubicBezTo>
                  <a:cubicBezTo>
                    <a:pt x="4980" y="7742"/>
                    <a:pt x="4952" y="7756"/>
                    <a:pt x="4938" y="7784"/>
                  </a:cubicBezTo>
                  <a:cubicBezTo>
                    <a:pt x="4897" y="7812"/>
                    <a:pt x="4855" y="7798"/>
                    <a:pt x="4841" y="7742"/>
                  </a:cubicBezTo>
                  <a:lnTo>
                    <a:pt x="4841" y="7645"/>
                  </a:lnTo>
                  <a:lnTo>
                    <a:pt x="4813" y="7645"/>
                  </a:lnTo>
                  <a:cubicBezTo>
                    <a:pt x="4799" y="7645"/>
                    <a:pt x="4785" y="7617"/>
                    <a:pt x="4771" y="7617"/>
                  </a:cubicBezTo>
                  <a:cubicBezTo>
                    <a:pt x="4701" y="7617"/>
                    <a:pt x="4645" y="7589"/>
                    <a:pt x="4590" y="7547"/>
                  </a:cubicBezTo>
                  <a:cubicBezTo>
                    <a:pt x="4576" y="7533"/>
                    <a:pt x="4534" y="7533"/>
                    <a:pt x="4520" y="7519"/>
                  </a:cubicBezTo>
                  <a:lnTo>
                    <a:pt x="4366" y="7366"/>
                  </a:lnTo>
                  <a:lnTo>
                    <a:pt x="4366" y="7338"/>
                  </a:lnTo>
                  <a:cubicBezTo>
                    <a:pt x="4227" y="7366"/>
                    <a:pt x="4087" y="7366"/>
                    <a:pt x="3948" y="7379"/>
                  </a:cubicBezTo>
                  <a:cubicBezTo>
                    <a:pt x="3878" y="7435"/>
                    <a:pt x="3809" y="7463"/>
                    <a:pt x="3725" y="7463"/>
                  </a:cubicBezTo>
                  <a:cubicBezTo>
                    <a:pt x="3571" y="7477"/>
                    <a:pt x="3404" y="7505"/>
                    <a:pt x="3237" y="7519"/>
                  </a:cubicBezTo>
                  <a:cubicBezTo>
                    <a:pt x="3167" y="7784"/>
                    <a:pt x="2999" y="7965"/>
                    <a:pt x="2804" y="8105"/>
                  </a:cubicBezTo>
                  <a:cubicBezTo>
                    <a:pt x="2637" y="8216"/>
                    <a:pt x="2609" y="8370"/>
                    <a:pt x="2567" y="8551"/>
                  </a:cubicBezTo>
                  <a:cubicBezTo>
                    <a:pt x="2553" y="8635"/>
                    <a:pt x="2637" y="8733"/>
                    <a:pt x="2721" y="8760"/>
                  </a:cubicBezTo>
                  <a:cubicBezTo>
                    <a:pt x="2776" y="8774"/>
                    <a:pt x="2818" y="8760"/>
                    <a:pt x="2860" y="8774"/>
                  </a:cubicBezTo>
                  <a:cubicBezTo>
                    <a:pt x="3097" y="8802"/>
                    <a:pt x="3167" y="8872"/>
                    <a:pt x="3167" y="9081"/>
                  </a:cubicBezTo>
                  <a:cubicBezTo>
                    <a:pt x="3167" y="9179"/>
                    <a:pt x="3181" y="9277"/>
                    <a:pt x="3167" y="9360"/>
                  </a:cubicBezTo>
                  <a:cubicBezTo>
                    <a:pt x="3139" y="9486"/>
                    <a:pt x="3111" y="9597"/>
                    <a:pt x="3027" y="9681"/>
                  </a:cubicBezTo>
                  <a:cubicBezTo>
                    <a:pt x="2999" y="9695"/>
                    <a:pt x="2986" y="9695"/>
                    <a:pt x="2958" y="9695"/>
                  </a:cubicBezTo>
                  <a:cubicBezTo>
                    <a:pt x="2930" y="9695"/>
                    <a:pt x="2902" y="9681"/>
                    <a:pt x="2902" y="9681"/>
                  </a:cubicBezTo>
                  <a:cubicBezTo>
                    <a:pt x="2860" y="9528"/>
                    <a:pt x="2846" y="9346"/>
                    <a:pt x="2790" y="9193"/>
                  </a:cubicBezTo>
                  <a:cubicBezTo>
                    <a:pt x="2762" y="9109"/>
                    <a:pt x="2693" y="9039"/>
                    <a:pt x="2609" y="8998"/>
                  </a:cubicBezTo>
                  <a:cubicBezTo>
                    <a:pt x="2442" y="8914"/>
                    <a:pt x="2288" y="8928"/>
                    <a:pt x="2121" y="8998"/>
                  </a:cubicBezTo>
                  <a:cubicBezTo>
                    <a:pt x="2079" y="9011"/>
                    <a:pt x="2023" y="9053"/>
                    <a:pt x="2009" y="9081"/>
                  </a:cubicBezTo>
                  <a:cubicBezTo>
                    <a:pt x="1981" y="9151"/>
                    <a:pt x="1953" y="9221"/>
                    <a:pt x="1953" y="9290"/>
                  </a:cubicBezTo>
                  <a:cubicBezTo>
                    <a:pt x="1939" y="9569"/>
                    <a:pt x="2023" y="9834"/>
                    <a:pt x="2065" y="10113"/>
                  </a:cubicBezTo>
                  <a:lnTo>
                    <a:pt x="2079" y="10113"/>
                  </a:lnTo>
                  <a:lnTo>
                    <a:pt x="2065" y="10127"/>
                  </a:lnTo>
                  <a:lnTo>
                    <a:pt x="2065" y="10113"/>
                  </a:lnTo>
                  <a:cubicBezTo>
                    <a:pt x="1995" y="10113"/>
                    <a:pt x="1925" y="10127"/>
                    <a:pt x="1870" y="10127"/>
                  </a:cubicBezTo>
                  <a:cubicBezTo>
                    <a:pt x="1437" y="10044"/>
                    <a:pt x="1075" y="10183"/>
                    <a:pt x="726" y="10392"/>
                  </a:cubicBezTo>
                  <a:cubicBezTo>
                    <a:pt x="698" y="10406"/>
                    <a:pt x="670" y="10406"/>
                    <a:pt x="656" y="10434"/>
                  </a:cubicBezTo>
                  <a:cubicBezTo>
                    <a:pt x="600" y="10476"/>
                    <a:pt x="545" y="10518"/>
                    <a:pt x="489" y="10574"/>
                  </a:cubicBezTo>
                  <a:cubicBezTo>
                    <a:pt x="405" y="10657"/>
                    <a:pt x="377" y="10546"/>
                    <a:pt x="321" y="10518"/>
                  </a:cubicBezTo>
                  <a:cubicBezTo>
                    <a:pt x="210" y="10434"/>
                    <a:pt x="112" y="10434"/>
                    <a:pt x="70" y="10504"/>
                  </a:cubicBezTo>
                  <a:cubicBezTo>
                    <a:pt x="1" y="10657"/>
                    <a:pt x="1" y="10881"/>
                    <a:pt x="112" y="10964"/>
                  </a:cubicBezTo>
                  <a:cubicBezTo>
                    <a:pt x="335" y="11146"/>
                    <a:pt x="558" y="11313"/>
                    <a:pt x="824" y="11425"/>
                  </a:cubicBezTo>
                  <a:cubicBezTo>
                    <a:pt x="1116" y="11522"/>
                    <a:pt x="1381" y="11690"/>
                    <a:pt x="1660" y="11843"/>
                  </a:cubicBezTo>
                  <a:cubicBezTo>
                    <a:pt x="1730" y="11871"/>
                    <a:pt x="1786" y="11913"/>
                    <a:pt x="1856" y="11941"/>
                  </a:cubicBezTo>
                  <a:cubicBezTo>
                    <a:pt x="1953" y="11996"/>
                    <a:pt x="2093" y="11983"/>
                    <a:pt x="2163" y="11843"/>
                  </a:cubicBezTo>
                  <a:cubicBezTo>
                    <a:pt x="2190" y="11801"/>
                    <a:pt x="2218" y="11773"/>
                    <a:pt x="2232" y="11731"/>
                  </a:cubicBezTo>
                  <a:lnTo>
                    <a:pt x="2232" y="11731"/>
                  </a:lnTo>
                  <a:lnTo>
                    <a:pt x="2218" y="11718"/>
                  </a:lnTo>
                  <a:lnTo>
                    <a:pt x="2260" y="11718"/>
                  </a:lnTo>
                  <a:cubicBezTo>
                    <a:pt x="2260" y="11718"/>
                    <a:pt x="2260" y="11731"/>
                    <a:pt x="2232" y="11731"/>
                  </a:cubicBezTo>
                  <a:cubicBezTo>
                    <a:pt x="2344" y="11718"/>
                    <a:pt x="2469" y="11662"/>
                    <a:pt x="2567" y="11759"/>
                  </a:cubicBezTo>
                  <a:cubicBezTo>
                    <a:pt x="2790" y="11927"/>
                    <a:pt x="3055" y="12010"/>
                    <a:pt x="3376" y="11955"/>
                  </a:cubicBezTo>
                  <a:cubicBezTo>
                    <a:pt x="3404" y="11955"/>
                    <a:pt x="3460" y="11983"/>
                    <a:pt x="3516" y="11996"/>
                  </a:cubicBezTo>
                  <a:cubicBezTo>
                    <a:pt x="3627" y="12024"/>
                    <a:pt x="3683" y="12080"/>
                    <a:pt x="3697" y="12234"/>
                  </a:cubicBezTo>
                  <a:cubicBezTo>
                    <a:pt x="3697" y="12262"/>
                    <a:pt x="3683" y="12289"/>
                    <a:pt x="3697" y="12303"/>
                  </a:cubicBezTo>
                  <a:cubicBezTo>
                    <a:pt x="3725" y="12415"/>
                    <a:pt x="3809" y="12485"/>
                    <a:pt x="3892" y="12471"/>
                  </a:cubicBezTo>
                  <a:cubicBezTo>
                    <a:pt x="4046" y="12429"/>
                    <a:pt x="4213" y="12373"/>
                    <a:pt x="4380" y="12345"/>
                  </a:cubicBezTo>
                  <a:cubicBezTo>
                    <a:pt x="4492" y="12303"/>
                    <a:pt x="4590" y="12220"/>
                    <a:pt x="4715" y="12234"/>
                  </a:cubicBezTo>
                  <a:cubicBezTo>
                    <a:pt x="4994" y="12275"/>
                    <a:pt x="5134" y="12066"/>
                    <a:pt x="5301" y="11913"/>
                  </a:cubicBezTo>
                  <a:cubicBezTo>
                    <a:pt x="5329" y="11885"/>
                    <a:pt x="5329" y="11871"/>
                    <a:pt x="5343" y="11843"/>
                  </a:cubicBezTo>
                  <a:cubicBezTo>
                    <a:pt x="5440" y="11634"/>
                    <a:pt x="5413" y="11494"/>
                    <a:pt x="5189" y="11383"/>
                  </a:cubicBezTo>
                  <a:cubicBezTo>
                    <a:pt x="5120" y="11355"/>
                    <a:pt x="5050" y="11327"/>
                    <a:pt x="5050" y="11257"/>
                  </a:cubicBezTo>
                  <a:cubicBezTo>
                    <a:pt x="5022" y="11160"/>
                    <a:pt x="5064" y="11076"/>
                    <a:pt x="5134" y="11006"/>
                  </a:cubicBezTo>
                  <a:cubicBezTo>
                    <a:pt x="5189" y="10950"/>
                    <a:pt x="5231" y="10908"/>
                    <a:pt x="5301" y="10881"/>
                  </a:cubicBezTo>
                  <a:cubicBezTo>
                    <a:pt x="5440" y="10797"/>
                    <a:pt x="5608" y="10741"/>
                    <a:pt x="5761" y="10657"/>
                  </a:cubicBezTo>
                  <a:cubicBezTo>
                    <a:pt x="5929" y="10560"/>
                    <a:pt x="6068" y="10420"/>
                    <a:pt x="6124" y="10239"/>
                  </a:cubicBezTo>
                  <a:cubicBezTo>
                    <a:pt x="6138" y="10183"/>
                    <a:pt x="6166" y="10141"/>
                    <a:pt x="6166" y="10099"/>
                  </a:cubicBezTo>
                  <a:cubicBezTo>
                    <a:pt x="6166" y="10072"/>
                    <a:pt x="6180" y="10044"/>
                    <a:pt x="6194" y="10030"/>
                  </a:cubicBezTo>
                  <a:cubicBezTo>
                    <a:pt x="6250" y="9918"/>
                    <a:pt x="6319" y="9862"/>
                    <a:pt x="6417" y="9904"/>
                  </a:cubicBezTo>
                  <a:cubicBezTo>
                    <a:pt x="6654" y="9988"/>
                    <a:pt x="6891" y="9932"/>
                    <a:pt x="7114" y="9932"/>
                  </a:cubicBezTo>
                  <a:cubicBezTo>
                    <a:pt x="7226" y="9932"/>
                    <a:pt x="7296" y="9793"/>
                    <a:pt x="7240" y="9681"/>
                  </a:cubicBezTo>
                  <a:cubicBezTo>
                    <a:pt x="7226" y="9639"/>
                    <a:pt x="7212" y="9611"/>
                    <a:pt x="7212" y="9569"/>
                  </a:cubicBezTo>
                  <a:lnTo>
                    <a:pt x="7184" y="9569"/>
                  </a:lnTo>
                  <a:cubicBezTo>
                    <a:pt x="7170" y="9569"/>
                    <a:pt x="7170" y="9555"/>
                    <a:pt x="7156" y="9555"/>
                  </a:cubicBezTo>
                  <a:cubicBezTo>
                    <a:pt x="7114" y="9555"/>
                    <a:pt x="7100" y="9555"/>
                    <a:pt x="7072" y="9542"/>
                  </a:cubicBezTo>
                  <a:cubicBezTo>
                    <a:pt x="7114" y="9486"/>
                    <a:pt x="7142" y="9514"/>
                    <a:pt x="7156" y="9555"/>
                  </a:cubicBezTo>
                  <a:lnTo>
                    <a:pt x="7212" y="9555"/>
                  </a:lnTo>
                  <a:lnTo>
                    <a:pt x="7212" y="9569"/>
                  </a:lnTo>
                  <a:cubicBezTo>
                    <a:pt x="7421" y="9611"/>
                    <a:pt x="7603" y="9555"/>
                    <a:pt x="7728" y="9360"/>
                  </a:cubicBezTo>
                  <a:cubicBezTo>
                    <a:pt x="7784" y="9263"/>
                    <a:pt x="7868" y="9165"/>
                    <a:pt x="7937" y="9095"/>
                  </a:cubicBezTo>
                  <a:cubicBezTo>
                    <a:pt x="8021" y="9011"/>
                    <a:pt x="8091" y="8928"/>
                    <a:pt x="8160" y="8844"/>
                  </a:cubicBezTo>
                  <a:cubicBezTo>
                    <a:pt x="8272" y="8719"/>
                    <a:pt x="8258" y="8579"/>
                    <a:pt x="8160" y="8454"/>
                  </a:cubicBezTo>
                  <a:cubicBezTo>
                    <a:pt x="8091" y="8370"/>
                    <a:pt x="8049" y="8286"/>
                    <a:pt x="8063" y="8161"/>
                  </a:cubicBezTo>
                  <a:lnTo>
                    <a:pt x="8049" y="8161"/>
                  </a:lnTo>
                  <a:cubicBezTo>
                    <a:pt x="8021" y="8147"/>
                    <a:pt x="8007" y="8147"/>
                    <a:pt x="8007" y="8119"/>
                  </a:cubicBezTo>
                  <a:cubicBezTo>
                    <a:pt x="8021" y="8119"/>
                    <a:pt x="8049" y="8119"/>
                    <a:pt x="8063" y="8147"/>
                  </a:cubicBezTo>
                  <a:lnTo>
                    <a:pt x="8063" y="8161"/>
                  </a:lnTo>
                  <a:cubicBezTo>
                    <a:pt x="8160" y="8202"/>
                    <a:pt x="8272" y="8244"/>
                    <a:pt x="8370" y="8286"/>
                  </a:cubicBezTo>
                  <a:cubicBezTo>
                    <a:pt x="8495" y="8314"/>
                    <a:pt x="8607" y="8244"/>
                    <a:pt x="8621" y="8105"/>
                  </a:cubicBezTo>
                  <a:cubicBezTo>
                    <a:pt x="8635" y="7993"/>
                    <a:pt x="8607" y="7868"/>
                    <a:pt x="8495" y="7798"/>
                  </a:cubicBezTo>
                  <a:cubicBezTo>
                    <a:pt x="8412" y="7742"/>
                    <a:pt x="8328" y="7728"/>
                    <a:pt x="8230" y="7686"/>
                  </a:cubicBezTo>
                  <a:cubicBezTo>
                    <a:pt x="8216" y="7686"/>
                    <a:pt x="8202" y="7672"/>
                    <a:pt x="8160" y="7658"/>
                  </a:cubicBezTo>
                  <a:cubicBezTo>
                    <a:pt x="8202" y="7617"/>
                    <a:pt x="8216" y="7589"/>
                    <a:pt x="8258" y="7547"/>
                  </a:cubicBezTo>
                  <a:cubicBezTo>
                    <a:pt x="8328" y="7519"/>
                    <a:pt x="8398" y="7477"/>
                    <a:pt x="8439" y="7491"/>
                  </a:cubicBezTo>
                  <a:cubicBezTo>
                    <a:pt x="8649" y="7547"/>
                    <a:pt x="8886" y="7533"/>
                    <a:pt x="9095" y="7519"/>
                  </a:cubicBezTo>
                  <a:cubicBezTo>
                    <a:pt x="9235" y="7519"/>
                    <a:pt x="9318" y="7449"/>
                    <a:pt x="9332" y="7310"/>
                  </a:cubicBezTo>
                  <a:cubicBezTo>
                    <a:pt x="9346" y="7254"/>
                    <a:pt x="9374" y="7226"/>
                    <a:pt x="9374" y="7170"/>
                  </a:cubicBezTo>
                  <a:cubicBezTo>
                    <a:pt x="9402" y="7184"/>
                    <a:pt x="9444" y="7198"/>
                    <a:pt x="9472" y="7240"/>
                  </a:cubicBezTo>
                  <a:cubicBezTo>
                    <a:pt x="9513" y="7268"/>
                    <a:pt x="9541" y="7282"/>
                    <a:pt x="9597" y="7324"/>
                  </a:cubicBezTo>
                  <a:cubicBezTo>
                    <a:pt x="9904" y="7477"/>
                    <a:pt x="10113" y="7449"/>
                    <a:pt x="10350" y="7170"/>
                  </a:cubicBezTo>
                  <a:cubicBezTo>
                    <a:pt x="10588" y="6877"/>
                    <a:pt x="10853" y="6612"/>
                    <a:pt x="11187" y="6417"/>
                  </a:cubicBezTo>
                  <a:cubicBezTo>
                    <a:pt x="11355" y="6333"/>
                    <a:pt x="11536" y="6264"/>
                    <a:pt x="11634" y="6096"/>
                  </a:cubicBezTo>
                  <a:cubicBezTo>
                    <a:pt x="11703" y="5999"/>
                    <a:pt x="11829" y="5957"/>
                    <a:pt x="11927" y="5929"/>
                  </a:cubicBezTo>
                  <a:cubicBezTo>
                    <a:pt x="12303" y="5817"/>
                    <a:pt x="12610" y="5580"/>
                    <a:pt x="13001" y="5524"/>
                  </a:cubicBezTo>
                  <a:cubicBezTo>
                    <a:pt x="13321" y="5329"/>
                    <a:pt x="13656" y="5148"/>
                    <a:pt x="13977" y="4952"/>
                  </a:cubicBezTo>
                  <a:cubicBezTo>
                    <a:pt x="14033" y="4911"/>
                    <a:pt x="14047" y="4827"/>
                    <a:pt x="14061" y="4757"/>
                  </a:cubicBezTo>
                  <a:cubicBezTo>
                    <a:pt x="14075" y="4687"/>
                    <a:pt x="14033" y="4632"/>
                    <a:pt x="13865" y="4590"/>
                  </a:cubicBezTo>
                  <a:lnTo>
                    <a:pt x="13614" y="4478"/>
                  </a:lnTo>
                  <a:lnTo>
                    <a:pt x="13614" y="4492"/>
                  </a:lnTo>
                  <a:lnTo>
                    <a:pt x="13586" y="4534"/>
                  </a:lnTo>
                  <a:lnTo>
                    <a:pt x="13614" y="4478"/>
                  </a:lnTo>
                  <a:lnTo>
                    <a:pt x="13628" y="4478"/>
                  </a:lnTo>
                  <a:cubicBezTo>
                    <a:pt x="13656" y="4408"/>
                    <a:pt x="13684" y="4325"/>
                    <a:pt x="13796" y="4325"/>
                  </a:cubicBezTo>
                  <a:cubicBezTo>
                    <a:pt x="14144" y="4311"/>
                    <a:pt x="14521" y="4269"/>
                    <a:pt x="14870" y="4241"/>
                  </a:cubicBezTo>
                  <a:cubicBezTo>
                    <a:pt x="15191" y="4060"/>
                    <a:pt x="15539" y="3892"/>
                    <a:pt x="15874" y="3711"/>
                  </a:cubicBezTo>
                  <a:cubicBezTo>
                    <a:pt x="15916" y="3697"/>
                    <a:pt x="15958" y="3683"/>
                    <a:pt x="16000" y="3641"/>
                  </a:cubicBezTo>
                  <a:cubicBezTo>
                    <a:pt x="16069" y="3558"/>
                    <a:pt x="16167" y="3474"/>
                    <a:pt x="16209" y="3362"/>
                  </a:cubicBezTo>
                  <a:cubicBezTo>
                    <a:pt x="16265" y="3237"/>
                    <a:pt x="16279" y="3083"/>
                    <a:pt x="16279" y="2944"/>
                  </a:cubicBezTo>
                  <a:cubicBezTo>
                    <a:pt x="16279" y="2790"/>
                    <a:pt x="16209" y="2665"/>
                    <a:pt x="16055" y="2609"/>
                  </a:cubicBezTo>
                  <a:cubicBezTo>
                    <a:pt x="15944" y="2581"/>
                    <a:pt x="15888" y="2525"/>
                    <a:pt x="15902" y="2400"/>
                  </a:cubicBezTo>
                  <a:cubicBezTo>
                    <a:pt x="15930" y="2246"/>
                    <a:pt x="15930" y="2079"/>
                    <a:pt x="15930" y="1898"/>
                  </a:cubicBezTo>
                  <a:cubicBezTo>
                    <a:pt x="15930" y="1870"/>
                    <a:pt x="15888" y="1800"/>
                    <a:pt x="15860" y="1800"/>
                  </a:cubicBezTo>
                  <a:lnTo>
                    <a:pt x="15386" y="1633"/>
                  </a:lnTo>
                  <a:cubicBezTo>
                    <a:pt x="15232" y="1605"/>
                    <a:pt x="15107" y="1619"/>
                    <a:pt x="14981" y="1688"/>
                  </a:cubicBezTo>
                  <a:lnTo>
                    <a:pt x="14828" y="1744"/>
                  </a:lnTo>
                  <a:lnTo>
                    <a:pt x="14800" y="1772"/>
                  </a:lnTo>
                  <a:lnTo>
                    <a:pt x="14758" y="1772"/>
                  </a:lnTo>
                  <a:cubicBezTo>
                    <a:pt x="14744" y="1800"/>
                    <a:pt x="14730" y="1828"/>
                    <a:pt x="14702" y="1842"/>
                  </a:cubicBezTo>
                  <a:cubicBezTo>
                    <a:pt x="14702" y="1842"/>
                    <a:pt x="14674" y="1828"/>
                    <a:pt x="14661" y="1828"/>
                  </a:cubicBezTo>
                  <a:cubicBezTo>
                    <a:pt x="14674" y="1772"/>
                    <a:pt x="14730" y="1772"/>
                    <a:pt x="14758" y="1772"/>
                  </a:cubicBezTo>
                  <a:lnTo>
                    <a:pt x="14772" y="1758"/>
                  </a:lnTo>
                  <a:cubicBezTo>
                    <a:pt x="14800" y="1758"/>
                    <a:pt x="14814" y="1758"/>
                    <a:pt x="14828" y="1744"/>
                  </a:cubicBezTo>
                  <a:cubicBezTo>
                    <a:pt x="14898" y="1675"/>
                    <a:pt x="14967" y="1591"/>
                    <a:pt x="15037" y="1521"/>
                  </a:cubicBezTo>
                  <a:cubicBezTo>
                    <a:pt x="15149" y="1409"/>
                    <a:pt x="15163" y="1396"/>
                    <a:pt x="15037" y="1284"/>
                  </a:cubicBezTo>
                  <a:cubicBezTo>
                    <a:pt x="15009" y="1256"/>
                    <a:pt x="14967" y="1242"/>
                    <a:pt x="14912" y="1200"/>
                  </a:cubicBezTo>
                  <a:cubicBezTo>
                    <a:pt x="14898" y="1186"/>
                    <a:pt x="14884" y="1172"/>
                    <a:pt x="14842" y="1172"/>
                  </a:cubicBezTo>
                  <a:cubicBezTo>
                    <a:pt x="14661" y="1144"/>
                    <a:pt x="14521" y="1005"/>
                    <a:pt x="14326" y="977"/>
                  </a:cubicBezTo>
                  <a:cubicBezTo>
                    <a:pt x="14186" y="963"/>
                    <a:pt x="14117" y="893"/>
                    <a:pt x="14075" y="754"/>
                  </a:cubicBezTo>
                  <a:cubicBezTo>
                    <a:pt x="14047" y="642"/>
                    <a:pt x="13977" y="587"/>
                    <a:pt x="13865" y="573"/>
                  </a:cubicBezTo>
                  <a:cubicBezTo>
                    <a:pt x="13684" y="545"/>
                    <a:pt x="13489" y="517"/>
                    <a:pt x="13308" y="447"/>
                  </a:cubicBezTo>
                  <a:cubicBezTo>
                    <a:pt x="13098" y="377"/>
                    <a:pt x="12945" y="405"/>
                    <a:pt x="12777" y="503"/>
                  </a:cubicBezTo>
                  <a:cubicBezTo>
                    <a:pt x="12652" y="573"/>
                    <a:pt x="12568" y="517"/>
                    <a:pt x="12568" y="335"/>
                  </a:cubicBezTo>
                  <a:cubicBezTo>
                    <a:pt x="12568" y="280"/>
                    <a:pt x="12582" y="224"/>
                    <a:pt x="12540" y="210"/>
                  </a:cubicBezTo>
                  <a:cubicBezTo>
                    <a:pt x="12289" y="140"/>
                    <a:pt x="12038" y="70"/>
                    <a:pt x="11773" y="29"/>
                  </a:cubicBezTo>
                  <a:cubicBezTo>
                    <a:pt x="11689" y="15"/>
                    <a:pt x="11592" y="29"/>
                    <a:pt x="11494" y="29"/>
                  </a:cubicBezTo>
                  <a:cubicBezTo>
                    <a:pt x="11411" y="29"/>
                    <a:pt x="11327" y="126"/>
                    <a:pt x="11313" y="224"/>
                  </a:cubicBezTo>
                  <a:cubicBezTo>
                    <a:pt x="11285" y="405"/>
                    <a:pt x="11271" y="559"/>
                    <a:pt x="11257" y="712"/>
                  </a:cubicBezTo>
                  <a:cubicBezTo>
                    <a:pt x="11257" y="726"/>
                    <a:pt x="11215" y="754"/>
                    <a:pt x="11201" y="754"/>
                  </a:cubicBezTo>
                  <a:cubicBezTo>
                    <a:pt x="11145" y="768"/>
                    <a:pt x="11118" y="754"/>
                    <a:pt x="11104" y="698"/>
                  </a:cubicBezTo>
                  <a:cubicBezTo>
                    <a:pt x="11076" y="628"/>
                    <a:pt x="11076" y="559"/>
                    <a:pt x="11076" y="489"/>
                  </a:cubicBezTo>
                  <a:cubicBezTo>
                    <a:pt x="11076" y="475"/>
                    <a:pt x="11076" y="433"/>
                    <a:pt x="11062" y="419"/>
                  </a:cubicBezTo>
                  <a:cubicBezTo>
                    <a:pt x="11034" y="377"/>
                    <a:pt x="10992" y="335"/>
                    <a:pt x="10964" y="349"/>
                  </a:cubicBezTo>
                  <a:cubicBezTo>
                    <a:pt x="10755" y="377"/>
                    <a:pt x="10657" y="224"/>
                    <a:pt x="10560" y="98"/>
                  </a:cubicBezTo>
                  <a:cubicBezTo>
                    <a:pt x="10476" y="1"/>
                    <a:pt x="10350" y="1"/>
                    <a:pt x="10225" y="56"/>
                  </a:cubicBezTo>
                  <a:cubicBezTo>
                    <a:pt x="10099" y="98"/>
                    <a:pt x="10030" y="210"/>
                    <a:pt x="10030" y="335"/>
                  </a:cubicBezTo>
                  <a:cubicBezTo>
                    <a:pt x="10030" y="419"/>
                    <a:pt x="10071" y="531"/>
                    <a:pt x="10071" y="614"/>
                  </a:cubicBezTo>
                  <a:cubicBezTo>
                    <a:pt x="10071" y="628"/>
                    <a:pt x="10044" y="670"/>
                    <a:pt x="10016" y="670"/>
                  </a:cubicBezTo>
                  <a:cubicBezTo>
                    <a:pt x="10002" y="670"/>
                    <a:pt x="9960" y="670"/>
                    <a:pt x="9946" y="642"/>
                  </a:cubicBezTo>
                  <a:cubicBezTo>
                    <a:pt x="9876" y="531"/>
                    <a:pt x="9820" y="377"/>
                    <a:pt x="9751" y="266"/>
                  </a:cubicBezTo>
                  <a:cubicBezTo>
                    <a:pt x="9667" y="126"/>
                    <a:pt x="9486" y="154"/>
                    <a:pt x="9430" y="294"/>
                  </a:cubicBezTo>
                  <a:cubicBezTo>
                    <a:pt x="9332" y="433"/>
                    <a:pt x="9332" y="447"/>
                    <a:pt x="9235" y="419"/>
                  </a:cubicBezTo>
                  <a:cubicBezTo>
                    <a:pt x="9207" y="419"/>
                    <a:pt x="9179" y="405"/>
                    <a:pt x="9165" y="377"/>
                  </a:cubicBezTo>
                  <a:cubicBezTo>
                    <a:pt x="9025" y="349"/>
                    <a:pt x="8900" y="419"/>
                    <a:pt x="8914" y="545"/>
                  </a:cubicBezTo>
                  <a:cubicBezTo>
                    <a:pt x="8969" y="726"/>
                    <a:pt x="8900" y="838"/>
                    <a:pt x="8760" y="935"/>
                  </a:cubicBezTo>
                  <a:cubicBezTo>
                    <a:pt x="8691" y="991"/>
                    <a:pt x="8677" y="1117"/>
                    <a:pt x="8635" y="1186"/>
                  </a:cubicBezTo>
                  <a:cubicBezTo>
                    <a:pt x="8593" y="1270"/>
                    <a:pt x="8384" y="1256"/>
                    <a:pt x="8328" y="1172"/>
                  </a:cubicBezTo>
                  <a:cubicBezTo>
                    <a:pt x="8244" y="977"/>
                    <a:pt x="8147" y="768"/>
                    <a:pt x="8049" y="587"/>
                  </a:cubicBezTo>
                  <a:cubicBezTo>
                    <a:pt x="8007" y="517"/>
                    <a:pt x="7895" y="503"/>
                    <a:pt x="7784" y="489"/>
                  </a:cubicBezTo>
                  <a:cubicBezTo>
                    <a:pt x="7714" y="475"/>
                    <a:pt x="7616" y="545"/>
                    <a:pt x="7589" y="656"/>
                  </a:cubicBezTo>
                  <a:cubicBezTo>
                    <a:pt x="7575" y="796"/>
                    <a:pt x="7519" y="893"/>
                    <a:pt x="7379" y="907"/>
                  </a:cubicBezTo>
                  <a:cubicBezTo>
                    <a:pt x="7338" y="907"/>
                    <a:pt x="7282" y="921"/>
                    <a:pt x="7240" y="935"/>
                  </a:cubicBezTo>
                  <a:cubicBezTo>
                    <a:pt x="7212" y="963"/>
                    <a:pt x="7170" y="1033"/>
                    <a:pt x="7170" y="1061"/>
                  </a:cubicBezTo>
                  <a:cubicBezTo>
                    <a:pt x="7226" y="1242"/>
                    <a:pt x="7310" y="1409"/>
                    <a:pt x="7379" y="1591"/>
                  </a:cubicBezTo>
                  <a:lnTo>
                    <a:pt x="7407" y="1591"/>
                  </a:lnTo>
                  <a:lnTo>
                    <a:pt x="7421" y="1633"/>
                  </a:lnTo>
                  <a:lnTo>
                    <a:pt x="7379" y="1605"/>
                  </a:lnTo>
                  <a:lnTo>
                    <a:pt x="7379" y="1591"/>
                  </a:lnTo>
                  <a:cubicBezTo>
                    <a:pt x="7268" y="1591"/>
                    <a:pt x="7170" y="1563"/>
                    <a:pt x="7086" y="1465"/>
                  </a:cubicBezTo>
                  <a:cubicBezTo>
                    <a:pt x="7031" y="1382"/>
                    <a:pt x="6947" y="1326"/>
                    <a:pt x="6849" y="1354"/>
                  </a:cubicBezTo>
                  <a:cubicBezTo>
                    <a:pt x="6752" y="1396"/>
                    <a:pt x="6710" y="1354"/>
                    <a:pt x="6654" y="1312"/>
                  </a:cubicBezTo>
                  <a:cubicBezTo>
                    <a:pt x="6598" y="1256"/>
                    <a:pt x="6570" y="1186"/>
                    <a:pt x="6528" y="1131"/>
                  </a:cubicBezTo>
                  <a:cubicBezTo>
                    <a:pt x="6459" y="1047"/>
                    <a:pt x="6375" y="1033"/>
                    <a:pt x="6291" y="1103"/>
                  </a:cubicBezTo>
                  <a:cubicBezTo>
                    <a:pt x="6222" y="1172"/>
                    <a:pt x="6152" y="1242"/>
                    <a:pt x="6096" y="1312"/>
                  </a:cubicBezTo>
                  <a:cubicBezTo>
                    <a:pt x="6054" y="1340"/>
                    <a:pt x="6012" y="1340"/>
                    <a:pt x="5971" y="1284"/>
                  </a:cubicBezTo>
                  <a:cubicBezTo>
                    <a:pt x="5887" y="1186"/>
                    <a:pt x="5761" y="1172"/>
                    <a:pt x="5636" y="1200"/>
                  </a:cubicBezTo>
                  <a:cubicBezTo>
                    <a:pt x="5385" y="1270"/>
                    <a:pt x="5134" y="1340"/>
                    <a:pt x="4910" y="1479"/>
                  </a:cubicBezTo>
                  <a:cubicBezTo>
                    <a:pt x="4855" y="1521"/>
                    <a:pt x="4799" y="1563"/>
                    <a:pt x="4757" y="1619"/>
                  </a:cubicBezTo>
                  <a:cubicBezTo>
                    <a:pt x="4659" y="1730"/>
                    <a:pt x="4687" y="1912"/>
                    <a:pt x="4827" y="1981"/>
                  </a:cubicBezTo>
                  <a:cubicBezTo>
                    <a:pt x="4855" y="2009"/>
                    <a:pt x="4897" y="2023"/>
                    <a:pt x="4938" y="2023"/>
                  </a:cubicBezTo>
                  <a:lnTo>
                    <a:pt x="4938" y="2009"/>
                  </a:lnTo>
                  <a:lnTo>
                    <a:pt x="4980" y="2009"/>
                  </a:lnTo>
                  <a:cubicBezTo>
                    <a:pt x="5008" y="1967"/>
                    <a:pt x="5050" y="1912"/>
                    <a:pt x="5078" y="1884"/>
                  </a:cubicBezTo>
                  <a:cubicBezTo>
                    <a:pt x="5106" y="1870"/>
                    <a:pt x="5134" y="1870"/>
                    <a:pt x="5134" y="1884"/>
                  </a:cubicBezTo>
                  <a:cubicBezTo>
                    <a:pt x="5189" y="1912"/>
                    <a:pt x="5175" y="1953"/>
                    <a:pt x="5120" y="1981"/>
                  </a:cubicBezTo>
                  <a:cubicBezTo>
                    <a:pt x="5064" y="2009"/>
                    <a:pt x="5008" y="2009"/>
                    <a:pt x="4966" y="2023"/>
                  </a:cubicBezTo>
                  <a:cubicBezTo>
                    <a:pt x="4966" y="2037"/>
                    <a:pt x="4938" y="2037"/>
                    <a:pt x="4938" y="2051"/>
                  </a:cubicBezTo>
                  <a:lnTo>
                    <a:pt x="4924" y="2051"/>
                  </a:lnTo>
                  <a:cubicBezTo>
                    <a:pt x="4938" y="2149"/>
                    <a:pt x="4938" y="2232"/>
                    <a:pt x="4980" y="2316"/>
                  </a:cubicBezTo>
                  <a:cubicBezTo>
                    <a:pt x="5036" y="2497"/>
                    <a:pt x="5050" y="2497"/>
                    <a:pt x="4980" y="2539"/>
                  </a:cubicBezTo>
                  <a:cubicBezTo>
                    <a:pt x="4924" y="2595"/>
                    <a:pt x="4869" y="2651"/>
                    <a:pt x="4841" y="2707"/>
                  </a:cubicBezTo>
                  <a:cubicBezTo>
                    <a:pt x="4729" y="2846"/>
                    <a:pt x="4785" y="3000"/>
                    <a:pt x="4966" y="3097"/>
                  </a:cubicBezTo>
                  <a:lnTo>
                    <a:pt x="5064" y="3153"/>
                  </a:lnTo>
                  <a:cubicBezTo>
                    <a:pt x="5050" y="3167"/>
                    <a:pt x="5036" y="3167"/>
                    <a:pt x="4994" y="3167"/>
                  </a:cubicBezTo>
                  <a:cubicBezTo>
                    <a:pt x="4938" y="3167"/>
                    <a:pt x="4910" y="3167"/>
                    <a:pt x="4855" y="3195"/>
                  </a:cubicBezTo>
                  <a:cubicBezTo>
                    <a:pt x="4715" y="3223"/>
                    <a:pt x="4659" y="3306"/>
                    <a:pt x="4687" y="3446"/>
                  </a:cubicBezTo>
                  <a:cubicBezTo>
                    <a:pt x="4715" y="3641"/>
                    <a:pt x="4785" y="3795"/>
                    <a:pt x="4924" y="3934"/>
                  </a:cubicBezTo>
                  <a:cubicBezTo>
                    <a:pt x="5050" y="4060"/>
                    <a:pt x="5203" y="4102"/>
                    <a:pt x="5357" y="4074"/>
                  </a:cubicBezTo>
                  <a:lnTo>
                    <a:pt x="5357" y="4060"/>
                  </a:lnTo>
                  <a:cubicBezTo>
                    <a:pt x="5385" y="4060"/>
                    <a:pt x="5399" y="4046"/>
                    <a:pt x="5413" y="4032"/>
                  </a:cubicBezTo>
                  <a:cubicBezTo>
                    <a:pt x="5399" y="4046"/>
                    <a:pt x="5399" y="4046"/>
                    <a:pt x="5385" y="4074"/>
                  </a:cubicBezTo>
                  <a:lnTo>
                    <a:pt x="5357" y="4074"/>
                  </a:lnTo>
                  <a:cubicBezTo>
                    <a:pt x="5399" y="4171"/>
                    <a:pt x="5413" y="4255"/>
                    <a:pt x="5468" y="4311"/>
                  </a:cubicBezTo>
                  <a:cubicBezTo>
                    <a:pt x="5636" y="4492"/>
                    <a:pt x="5887" y="4604"/>
                    <a:pt x="6152" y="4632"/>
                  </a:cubicBezTo>
                  <a:cubicBezTo>
                    <a:pt x="6333" y="4673"/>
                    <a:pt x="6501" y="4590"/>
                    <a:pt x="6668" y="4492"/>
                  </a:cubicBezTo>
                  <a:lnTo>
                    <a:pt x="6668" y="4478"/>
                  </a:lnTo>
                  <a:cubicBezTo>
                    <a:pt x="6682" y="4464"/>
                    <a:pt x="6724" y="4450"/>
                    <a:pt x="6682" y="4492"/>
                  </a:cubicBezTo>
                  <a:lnTo>
                    <a:pt x="6668" y="4492"/>
                  </a:lnTo>
                  <a:cubicBezTo>
                    <a:pt x="6682" y="4590"/>
                    <a:pt x="6668" y="4673"/>
                    <a:pt x="6752" y="4729"/>
                  </a:cubicBezTo>
                  <a:cubicBezTo>
                    <a:pt x="7017" y="4911"/>
                    <a:pt x="7310" y="4980"/>
                    <a:pt x="7630" y="4911"/>
                  </a:cubicBezTo>
                  <a:cubicBezTo>
                    <a:pt x="7937" y="4841"/>
                    <a:pt x="8272" y="4799"/>
                    <a:pt x="8481" y="4478"/>
                  </a:cubicBezTo>
                  <a:cubicBezTo>
                    <a:pt x="8537" y="4408"/>
                    <a:pt x="8607" y="4381"/>
                    <a:pt x="8691" y="4353"/>
                  </a:cubicBezTo>
                  <a:cubicBezTo>
                    <a:pt x="8691" y="4353"/>
                    <a:pt x="8691" y="4339"/>
                    <a:pt x="8704" y="4339"/>
                  </a:cubicBezTo>
                  <a:lnTo>
                    <a:pt x="8732" y="4353"/>
                  </a:lnTo>
                  <a:lnTo>
                    <a:pt x="8704" y="4353"/>
                  </a:lnTo>
                  <a:lnTo>
                    <a:pt x="8663" y="4464"/>
                  </a:lnTo>
                  <a:cubicBezTo>
                    <a:pt x="8635" y="4478"/>
                    <a:pt x="8635" y="4492"/>
                    <a:pt x="8621" y="4520"/>
                  </a:cubicBezTo>
                  <a:cubicBezTo>
                    <a:pt x="8593" y="4604"/>
                    <a:pt x="8635" y="4715"/>
                    <a:pt x="8704" y="4743"/>
                  </a:cubicBezTo>
                  <a:cubicBezTo>
                    <a:pt x="8844" y="4799"/>
                    <a:pt x="9011" y="4757"/>
                    <a:pt x="9123" y="4883"/>
                  </a:cubicBezTo>
                  <a:lnTo>
                    <a:pt x="9165" y="4883"/>
                  </a:lnTo>
                  <a:lnTo>
                    <a:pt x="9179" y="4925"/>
                  </a:lnTo>
                  <a:lnTo>
                    <a:pt x="9151" y="4897"/>
                  </a:lnTo>
                  <a:lnTo>
                    <a:pt x="9123" y="4883"/>
                  </a:lnTo>
                  <a:cubicBezTo>
                    <a:pt x="8635" y="4841"/>
                    <a:pt x="8147" y="4841"/>
                    <a:pt x="7700" y="5092"/>
                  </a:cubicBezTo>
                  <a:cubicBezTo>
                    <a:pt x="7505" y="5190"/>
                    <a:pt x="7282" y="5176"/>
                    <a:pt x="7072" y="5106"/>
                  </a:cubicBezTo>
                  <a:cubicBezTo>
                    <a:pt x="6933" y="5078"/>
                    <a:pt x="6794" y="5050"/>
                    <a:pt x="6654" y="5036"/>
                  </a:cubicBezTo>
                  <a:cubicBezTo>
                    <a:pt x="6584" y="5022"/>
                    <a:pt x="6445" y="5134"/>
                    <a:pt x="6445" y="5190"/>
                  </a:cubicBezTo>
                  <a:cubicBezTo>
                    <a:pt x="6431" y="5385"/>
                    <a:pt x="6403" y="5580"/>
                    <a:pt x="6403" y="5775"/>
                  </a:cubicBezTo>
                  <a:cubicBezTo>
                    <a:pt x="6403" y="5845"/>
                    <a:pt x="6375" y="5859"/>
                    <a:pt x="6333" y="5845"/>
                  </a:cubicBezTo>
                  <a:cubicBezTo>
                    <a:pt x="6319" y="5817"/>
                    <a:pt x="6305" y="5803"/>
                    <a:pt x="6305" y="5789"/>
                  </a:cubicBezTo>
                  <a:cubicBezTo>
                    <a:pt x="6236" y="5301"/>
                    <a:pt x="5957" y="4966"/>
                    <a:pt x="5524" y="4743"/>
                  </a:cubicBezTo>
                  <a:cubicBezTo>
                    <a:pt x="5496" y="4729"/>
                    <a:pt x="5482" y="4729"/>
                    <a:pt x="5454" y="4701"/>
                  </a:cubicBezTo>
                  <a:cubicBezTo>
                    <a:pt x="5343" y="4632"/>
                    <a:pt x="5203" y="4660"/>
                    <a:pt x="5120" y="4743"/>
                  </a:cubicBezTo>
                  <a:cubicBezTo>
                    <a:pt x="4980" y="4883"/>
                    <a:pt x="4841" y="5036"/>
                    <a:pt x="4701" y="5176"/>
                  </a:cubicBezTo>
                  <a:cubicBezTo>
                    <a:pt x="4701" y="5231"/>
                    <a:pt x="4729" y="5315"/>
                    <a:pt x="4687" y="5413"/>
                  </a:cubicBezTo>
                  <a:close/>
                  <a:moveTo>
                    <a:pt x="3181" y="9918"/>
                  </a:moveTo>
                  <a:lnTo>
                    <a:pt x="3153" y="9890"/>
                  </a:lnTo>
                  <a:cubicBezTo>
                    <a:pt x="3167" y="9890"/>
                    <a:pt x="3181" y="9890"/>
                    <a:pt x="3181" y="9918"/>
                  </a:cubicBezTo>
                  <a:lnTo>
                    <a:pt x="3223" y="9918"/>
                  </a:lnTo>
                  <a:close/>
                  <a:moveTo>
                    <a:pt x="3516" y="8760"/>
                  </a:moveTo>
                  <a:lnTo>
                    <a:pt x="3474" y="8774"/>
                  </a:lnTo>
                  <a:lnTo>
                    <a:pt x="3516" y="8760"/>
                  </a:lnTo>
                  <a:lnTo>
                    <a:pt x="3530" y="8719"/>
                  </a:lnTo>
                  <a:close/>
                  <a:moveTo>
                    <a:pt x="4269" y="10406"/>
                  </a:moveTo>
                  <a:cubicBezTo>
                    <a:pt x="4269" y="10434"/>
                    <a:pt x="4269" y="10434"/>
                    <a:pt x="4269" y="10406"/>
                  </a:cubicBezTo>
                  <a:cubicBezTo>
                    <a:pt x="4241" y="10448"/>
                    <a:pt x="4241" y="10462"/>
                    <a:pt x="4227" y="10476"/>
                  </a:cubicBezTo>
                  <a:cubicBezTo>
                    <a:pt x="4213" y="10504"/>
                    <a:pt x="4199" y="10504"/>
                    <a:pt x="4171" y="10518"/>
                  </a:cubicBezTo>
                  <a:cubicBezTo>
                    <a:pt x="4157" y="10532"/>
                    <a:pt x="4143" y="10532"/>
                    <a:pt x="4129" y="10546"/>
                  </a:cubicBezTo>
                  <a:cubicBezTo>
                    <a:pt x="4157" y="10532"/>
                    <a:pt x="4171" y="10490"/>
                    <a:pt x="4213" y="10476"/>
                  </a:cubicBezTo>
                  <a:cubicBezTo>
                    <a:pt x="4227" y="10462"/>
                    <a:pt x="4241" y="10448"/>
                    <a:pt x="4269" y="10406"/>
                  </a:cubicBezTo>
                  <a:cubicBezTo>
                    <a:pt x="4269" y="10406"/>
                    <a:pt x="4269" y="10378"/>
                    <a:pt x="4283" y="10364"/>
                  </a:cubicBezTo>
                  <a:cubicBezTo>
                    <a:pt x="4269" y="10392"/>
                    <a:pt x="4283" y="10406"/>
                    <a:pt x="4269" y="10406"/>
                  </a:cubicBezTo>
                  <a:close/>
                  <a:moveTo>
                    <a:pt x="13140" y="4618"/>
                  </a:moveTo>
                  <a:cubicBezTo>
                    <a:pt x="13154" y="4618"/>
                    <a:pt x="13168" y="4618"/>
                    <a:pt x="13196" y="4646"/>
                  </a:cubicBezTo>
                  <a:cubicBezTo>
                    <a:pt x="13196" y="4660"/>
                    <a:pt x="13168" y="4673"/>
                    <a:pt x="13168" y="4673"/>
                  </a:cubicBezTo>
                  <a:cubicBezTo>
                    <a:pt x="13154" y="4673"/>
                    <a:pt x="13140" y="4673"/>
                    <a:pt x="13112" y="4660"/>
                  </a:cubicBezTo>
                  <a:cubicBezTo>
                    <a:pt x="13140" y="4646"/>
                    <a:pt x="13140" y="4618"/>
                    <a:pt x="13140" y="4618"/>
                  </a:cubicBezTo>
                  <a:close/>
                  <a:moveTo>
                    <a:pt x="5524" y="3850"/>
                  </a:moveTo>
                  <a:cubicBezTo>
                    <a:pt x="5496" y="3850"/>
                    <a:pt x="5482" y="3878"/>
                    <a:pt x="5468" y="3892"/>
                  </a:cubicBezTo>
                  <a:cubicBezTo>
                    <a:pt x="5482" y="3878"/>
                    <a:pt x="5482" y="3850"/>
                    <a:pt x="5496" y="3837"/>
                  </a:cubicBezTo>
                  <a:lnTo>
                    <a:pt x="5538" y="3823"/>
                  </a:lnTo>
                  <a:close/>
                  <a:moveTo>
                    <a:pt x="7700" y="7366"/>
                  </a:moveTo>
                  <a:lnTo>
                    <a:pt x="7686" y="7393"/>
                  </a:lnTo>
                  <a:lnTo>
                    <a:pt x="7630" y="73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62" name="Google Shape;1762;p56"/>
            <p:cNvSpPr/>
            <p:nvPr/>
          </p:nvSpPr>
          <p:spPr>
            <a:xfrm>
              <a:off x="2633950" y="1950650"/>
              <a:ext cx="288400" cy="399300"/>
            </a:xfrm>
            <a:custGeom>
              <a:avLst/>
              <a:gdLst/>
              <a:ahLst/>
              <a:cxnLst/>
              <a:rect l="l" t="t" r="r" b="b"/>
              <a:pathLst>
                <a:path w="11536" h="15972" extrusionOk="0">
                  <a:moveTo>
                    <a:pt x="2386" y="5887"/>
                  </a:moveTo>
                  <a:cubicBezTo>
                    <a:pt x="2664" y="5915"/>
                    <a:pt x="2888" y="6166"/>
                    <a:pt x="3195" y="6110"/>
                  </a:cubicBezTo>
                  <a:cubicBezTo>
                    <a:pt x="3208" y="6110"/>
                    <a:pt x="3236" y="6124"/>
                    <a:pt x="3264" y="6138"/>
                  </a:cubicBezTo>
                  <a:cubicBezTo>
                    <a:pt x="3292" y="6166"/>
                    <a:pt x="3348" y="6194"/>
                    <a:pt x="3376" y="6236"/>
                  </a:cubicBezTo>
                  <a:cubicBezTo>
                    <a:pt x="3487" y="6319"/>
                    <a:pt x="3585" y="6417"/>
                    <a:pt x="3711" y="6487"/>
                  </a:cubicBezTo>
                  <a:cubicBezTo>
                    <a:pt x="3766" y="6529"/>
                    <a:pt x="3850" y="6543"/>
                    <a:pt x="3920" y="6529"/>
                  </a:cubicBezTo>
                  <a:cubicBezTo>
                    <a:pt x="3976" y="6515"/>
                    <a:pt x="4004" y="6459"/>
                    <a:pt x="4059" y="6403"/>
                  </a:cubicBezTo>
                  <a:cubicBezTo>
                    <a:pt x="4004" y="6347"/>
                    <a:pt x="3948" y="6278"/>
                    <a:pt x="3920" y="6236"/>
                  </a:cubicBezTo>
                  <a:cubicBezTo>
                    <a:pt x="3920" y="6236"/>
                    <a:pt x="3920" y="6208"/>
                    <a:pt x="3906" y="6208"/>
                  </a:cubicBezTo>
                  <a:cubicBezTo>
                    <a:pt x="3794" y="6208"/>
                    <a:pt x="3711" y="6208"/>
                    <a:pt x="3655" y="6096"/>
                  </a:cubicBezTo>
                  <a:lnTo>
                    <a:pt x="3641" y="6096"/>
                  </a:lnTo>
                  <a:lnTo>
                    <a:pt x="3599" y="6054"/>
                  </a:lnTo>
                  <a:lnTo>
                    <a:pt x="3655" y="6068"/>
                  </a:lnTo>
                  <a:cubicBezTo>
                    <a:pt x="3655" y="6068"/>
                    <a:pt x="3655" y="6096"/>
                    <a:pt x="3683" y="6096"/>
                  </a:cubicBezTo>
                  <a:cubicBezTo>
                    <a:pt x="3780" y="6096"/>
                    <a:pt x="3864" y="6110"/>
                    <a:pt x="3920" y="6208"/>
                  </a:cubicBezTo>
                  <a:lnTo>
                    <a:pt x="3934" y="6208"/>
                  </a:lnTo>
                  <a:cubicBezTo>
                    <a:pt x="3990" y="6264"/>
                    <a:pt x="4031" y="6333"/>
                    <a:pt x="4073" y="6389"/>
                  </a:cubicBezTo>
                  <a:lnTo>
                    <a:pt x="4059" y="6403"/>
                  </a:lnTo>
                  <a:cubicBezTo>
                    <a:pt x="4171" y="6389"/>
                    <a:pt x="4283" y="6375"/>
                    <a:pt x="4394" y="6333"/>
                  </a:cubicBezTo>
                  <a:cubicBezTo>
                    <a:pt x="4589" y="6278"/>
                    <a:pt x="4687" y="6138"/>
                    <a:pt x="4673" y="5929"/>
                  </a:cubicBezTo>
                  <a:cubicBezTo>
                    <a:pt x="4673" y="5845"/>
                    <a:pt x="4645" y="5775"/>
                    <a:pt x="4631" y="5692"/>
                  </a:cubicBezTo>
                  <a:cubicBezTo>
                    <a:pt x="4631" y="5692"/>
                    <a:pt x="4617" y="5692"/>
                    <a:pt x="4617" y="5678"/>
                  </a:cubicBezTo>
                  <a:lnTo>
                    <a:pt x="4617" y="5636"/>
                  </a:lnTo>
                  <a:cubicBezTo>
                    <a:pt x="4492" y="5510"/>
                    <a:pt x="4506" y="5510"/>
                    <a:pt x="4631" y="5371"/>
                  </a:cubicBezTo>
                  <a:lnTo>
                    <a:pt x="4631" y="5357"/>
                  </a:lnTo>
                  <a:cubicBezTo>
                    <a:pt x="4631" y="5301"/>
                    <a:pt x="4631" y="5301"/>
                    <a:pt x="4673" y="5343"/>
                  </a:cubicBezTo>
                  <a:lnTo>
                    <a:pt x="4631" y="5371"/>
                  </a:lnTo>
                  <a:lnTo>
                    <a:pt x="4631" y="5371"/>
                  </a:lnTo>
                  <a:cubicBezTo>
                    <a:pt x="4631" y="5468"/>
                    <a:pt x="4617" y="5552"/>
                    <a:pt x="4617" y="5636"/>
                  </a:cubicBezTo>
                  <a:cubicBezTo>
                    <a:pt x="4617" y="5636"/>
                    <a:pt x="4617" y="5650"/>
                    <a:pt x="4631" y="5650"/>
                  </a:cubicBezTo>
                  <a:lnTo>
                    <a:pt x="4631" y="5678"/>
                  </a:lnTo>
                  <a:cubicBezTo>
                    <a:pt x="4771" y="5747"/>
                    <a:pt x="4938" y="5789"/>
                    <a:pt x="5078" y="5859"/>
                  </a:cubicBezTo>
                  <a:cubicBezTo>
                    <a:pt x="5106" y="5887"/>
                    <a:pt x="5119" y="5929"/>
                    <a:pt x="5147" y="5985"/>
                  </a:cubicBezTo>
                  <a:cubicBezTo>
                    <a:pt x="5147" y="5999"/>
                    <a:pt x="5147" y="6040"/>
                    <a:pt x="5119" y="6054"/>
                  </a:cubicBezTo>
                  <a:cubicBezTo>
                    <a:pt x="5092" y="6166"/>
                    <a:pt x="5022" y="6278"/>
                    <a:pt x="5022" y="6389"/>
                  </a:cubicBezTo>
                  <a:cubicBezTo>
                    <a:pt x="5036" y="6487"/>
                    <a:pt x="5161" y="6584"/>
                    <a:pt x="5175" y="6682"/>
                  </a:cubicBezTo>
                  <a:cubicBezTo>
                    <a:pt x="5231" y="6933"/>
                    <a:pt x="5329" y="7114"/>
                    <a:pt x="5510" y="7310"/>
                  </a:cubicBezTo>
                  <a:cubicBezTo>
                    <a:pt x="5552" y="7366"/>
                    <a:pt x="5524" y="7449"/>
                    <a:pt x="5454" y="7491"/>
                  </a:cubicBezTo>
                  <a:cubicBezTo>
                    <a:pt x="5384" y="7519"/>
                    <a:pt x="5315" y="7519"/>
                    <a:pt x="5259" y="7561"/>
                  </a:cubicBezTo>
                  <a:cubicBezTo>
                    <a:pt x="5203" y="7589"/>
                    <a:pt x="5175" y="7658"/>
                    <a:pt x="5161" y="7728"/>
                  </a:cubicBezTo>
                  <a:cubicBezTo>
                    <a:pt x="5161" y="7770"/>
                    <a:pt x="5189" y="7840"/>
                    <a:pt x="5231" y="7840"/>
                  </a:cubicBezTo>
                  <a:cubicBezTo>
                    <a:pt x="5412" y="7882"/>
                    <a:pt x="5594" y="7728"/>
                    <a:pt x="5789" y="7840"/>
                  </a:cubicBezTo>
                  <a:lnTo>
                    <a:pt x="5831" y="7882"/>
                  </a:lnTo>
                  <a:cubicBezTo>
                    <a:pt x="5873" y="7937"/>
                    <a:pt x="5859" y="7979"/>
                    <a:pt x="5803" y="8007"/>
                  </a:cubicBezTo>
                  <a:cubicBezTo>
                    <a:pt x="5733" y="8049"/>
                    <a:pt x="5677" y="8063"/>
                    <a:pt x="5608" y="8091"/>
                  </a:cubicBezTo>
                  <a:cubicBezTo>
                    <a:pt x="5552" y="8133"/>
                    <a:pt x="5538" y="8258"/>
                    <a:pt x="5594" y="8286"/>
                  </a:cubicBezTo>
                  <a:cubicBezTo>
                    <a:pt x="5622" y="8328"/>
                    <a:pt x="5677" y="8342"/>
                    <a:pt x="5719" y="8356"/>
                  </a:cubicBezTo>
                  <a:cubicBezTo>
                    <a:pt x="5761" y="8356"/>
                    <a:pt x="5803" y="8342"/>
                    <a:pt x="5859" y="8328"/>
                  </a:cubicBezTo>
                  <a:cubicBezTo>
                    <a:pt x="6040" y="8272"/>
                    <a:pt x="6180" y="8300"/>
                    <a:pt x="6235" y="8537"/>
                  </a:cubicBezTo>
                  <a:cubicBezTo>
                    <a:pt x="6249" y="8565"/>
                    <a:pt x="6277" y="8635"/>
                    <a:pt x="6305" y="8649"/>
                  </a:cubicBezTo>
                  <a:cubicBezTo>
                    <a:pt x="6528" y="8746"/>
                    <a:pt x="6528" y="8914"/>
                    <a:pt x="6514" y="9123"/>
                  </a:cubicBezTo>
                  <a:cubicBezTo>
                    <a:pt x="6486" y="9374"/>
                    <a:pt x="6486" y="9597"/>
                    <a:pt x="6459" y="9834"/>
                  </a:cubicBezTo>
                  <a:cubicBezTo>
                    <a:pt x="6445" y="9932"/>
                    <a:pt x="6417" y="10030"/>
                    <a:pt x="6305" y="10044"/>
                  </a:cubicBezTo>
                  <a:cubicBezTo>
                    <a:pt x="6166" y="10085"/>
                    <a:pt x="6026" y="10155"/>
                    <a:pt x="5956" y="10281"/>
                  </a:cubicBezTo>
                  <a:cubicBezTo>
                    <a:pt x="5817" y="10490"/>
                    <a:pt x="5608" y="10602"/>
                    <a:pt x="5412" y="10741"/>
                  </a:cubicBezTo>
                  <a:cubicBezTo>
                    <a:pt x="5036" y="11020"/>
                    <a:pt x="4896" y="11062"/>
                    <a:pt x="5133" y="11620"/>
                  </a:cubicBezTo>
                  <a:cubicBezTo>
                    <a:pt x="5161" y="11648"/>
                    <a:pt x="5106" y="11745"/>
                    <a:pt x="5092" y="11745"/>
                  </a:cubicBezTo>
                  <a:cubicBezTo>
                    <a:pt x="4840" y="11745"/>
                    <a:pt x="4617" y="11815"/>
                    <a:pt x="4394" y="11899"/>
                  </a:cubicBezTo>
                  <a:cubicBezTo>
                    <a:pt x="4143" y="11982"/>
                    <a:pt x="3920" y="11969"/>
                    <a:pt x="3697" y="11829"/>
                  </a:cubicBezTo>
                  <a:cubicBezTo>
                    <a:pt x="3571" y="11759"/>
                    <a:pt x="3446" y="11690"/>
                    <a:pt x="3306" y="11634"/>
                  </a:cubicBezTo>
                  <a:cubicBezTo>
                    <a:pt x="3278" y="11620"/>
                    <a:pt x="3208" y="11634"/>
                    <a:pt x="3181" y="11676"/>
                  </a:cubicBezTo>
                  <a:cubicBezTo>
                    <a:pt x="3069" y="11829"/>
                    <a:pt x="2930" y="11955"/>
                    <a:pt x="2790" y="12066"/>
                  </a:cubicBezTo>
                  <a:cubicBezTo>
                    <a:pt x="2720" y="12122"/>
                    <a:pt x="2664" y="12234"/>
                    <a:pt x="2623" y="12303"/>
                  </a:cubicBezTo>
                  <a:cubicBezTo>
                    <a:pt x="2553" y="12415"/>
                    <a:pt x="2595" y="12610"/>
                    <a:pt x="2678" y="12694"/>
                  </a:cubicBezTo>
                  <a:cubicBezTo>
                    <a:pt x="2902" y="12945"/>
                    <a:pt x="3167" y="13084"/>
                    <a:pt x="3501" y="12903"/>
                  </a:cubicBezTo>
                  <a:cubicBezTo>
                    <a:pt x="3585" y="12875"/>
                    <a:pt x="3669" y="12833"/>
                    <a:pt x="3780" y="12819"/>
                  </a:cubicBezTo>
                  <a:cubicBezTo>
                    <a:pt x="3808" y="12805"/>
                    <a:pt x="3878" y="12805"/>
                    <a:pt x="3920" y="12819"/>
                  </a:cubicBezTo>
                  <a:cubicBezTo>
                    <a:pt x="4157" y="12959"/>
                    <a:pt x="4422" y="12875"/>
                    <a:pt x="4687" y="12931"/>
                  </a:cubicBezTo>
                  <a:cubicBezTo>
                    <a:pt x="4827" y="12945"/>
                    <a:pt x="4910" y="13015"/>
                    <a:pt x="4966" y="13112"/>
                  </a:cubicBezTo>
                  <a:cubicBezTo>
                    <a:pt x="5092" y="13322"/>
                    <a:pt x="5161" y="13559"/>
                    <a:pt x="5301" y="13740"/>
                  </a:cubicBezTo>
                  <a:cubicBezTo>
                    <a:pt x="5384" y="13866"/>
                    <a:pt x="5454" y="13977"/>
                    <a:pt x="5371" y="14131"/>
                  </a:cubicBezTo>
                  <a:cubicBezTo>
                    <a:pt x="5315" y="14214"/>
                    <a:pt x="5343" y="14326"/>
                    <a:pt x="5398" y="14410"/>
                  </a:cubicBezTo>
                  <a:cubicBezTo>
                    <a:pt x="5538" y="14605"/>
                    <a:pt x="5691" y="14772"/>
                    <a:pt x="5901" y="14884"/>
                  </a:cubicBezTo>
                  <a:lnTo>
                    <a:pt x="5901" y="14884"/>
                  </a:lnTo>
                  <a:lnTo>
                    <a:pt x="5928" y="14884"/>
                  </a:lnTo>
                  <a:lnTo>
                    <a:pt x="5901" y="14856"/>
                  </a:lnTo>
                  <a:cubicBezTo>
                    <a:pt x="6068" y="14912"/>
                    <a:pt x="6180" y="15037"/>
                    <a:pt x="6291" y="15163"/>
                  </a:cubicBezTo>
                  <a:cubicBezTo>
                    <a:pt x="6486" y="15372"/>
                    <a:pt x="6696" y="15553"/>
                    <a:pt x="6989" y="15623"/>
                  </a:cubicBezTo>
                  <a:cubicBezTo>
                    <a:pt x="7128" y="15665"/>
                    <a:pt x="7226" y="15790"/>
                    <a:pt x="7351" y="15832"/>
                  </a:cubicBezTo>
                  <a:cubicBezTo>
                    <a:pt x="7477" y="15888"/>
                    <a:pt x="7616" y="15944"/>
                    <a:pt x="7756" y="15972"/>
                  </a:cubicBezTo>
                  <a:cubicBezTo>
                    <a:pt x="7784" y="15972"/>
                    <a:pt x="7839" y="15944"/>
                    <a:pt x="7853" y="15902"/>
                  </a:cubicBezTo>
                  <a:cubicBezTo>
                    <a:pt x="7923" y="15790"/>
                    <a:pt x="7951" y="15651"/>
                    <a:pt x="7881" y="15511"/>
                  </a:cubicBezTo>
                  <a:cubicBezTo>
                    <a:pt x="7686" y="15135"/>
                    <a:pt x="7505" y="14786"/>
                    <a:pt x="7198" y="14507"/>
                  </a:cubicBezTo>
                  <a:cubicBezTo>
                    <a:pt x="7086" y="14424"/>
                    <a:pt x="7072" y="14284"/>
                    <a:pt x="7072" y="14145"/>
                  </a:cubicBezTo>
                  <a:lnTo>
                    <a:pt x="7058" y="14145"/>
                  </a:lnTo>
                  <a:cubicBezTo>
                    <a:pt x="7058" y="14131"/>
                    <a:pt x="7058" y="14131"/>
                    <a:pt x="7044" y="14117"/>
                  </a:cubicBezTo>
                  <a:cubicBezTo>
                    <a:pt x="7016" y="14089"/>
                    <a:pt x="7003" y="14089"/>
                    <a:pt x="7003" y="14075"/>
                  </a:cubicBezTo>
                  <a:cubicBezTo>
                    <a:pt x="7016" y="14075"/>
                    <a:pt x="7044" y="14075"/>
                    <a:pt x="7044" y="14089"/>
                  </a:cubicBezTo>
                  <a:lnTo>
                    <a:pt x="7044" y="14117"/>
                  </a:lnTo>
                  <a:cubicBezTo>
                    <a:pt x="7058" y="14117"/>
                    <a:pt x="7058" y="14131"/>
                    <a:pt x="7072" y="14131"/>
                  </a:cubicBezTo>
                  <a:lnTo>
                    <a:pt x="7072" y="14145"/>
                  </a:lnTo>
                  <a:cubicBezTo>
                    <a:pt x="7295" y="14228"/>
                    <a:pt x="7491" y="14340"/>
                    <a:pt x="7644" y="14535"/>
                  </a:cubicBezTo>
                  <a:cubicBezTo>
                    <a:pt x="7770" y="14689"/>
                    <a:pt x="7909" y="14786"/>
                    <a:pt x="8104" y="14884"/>
                  </a:cubicBezTo>
                  <a:cubicBezTo>
                    <a:pt x="8244" y="14926"/>
                    <a:pt x="8328" y="15051"/>
                    <a:pt x="8397" y="15177"/>
                  </a:cubicBezTo>
                  <a:cubicBezTo>
                    <a:pt x="8467" y="15302"/>
                    <a:pt x="8537" y="15442"/>
                    <a:pt x="8607" y="15539"/>
                  </a:cubicBezTo>
                  <a:cubicBezTo>
                    <a:pt x="8621" y="15581"/>
                    <a:pt x="8690" y="15609"/>
                    <a:pt x="8732" y="15595"/>
                  </a:cubicBezTo>
                  <a:cubicBezTo>
                    <a:pt x="8788" y="15581"/>
                    <a:pt x="8802" y="15525"/>
                    <a:pt x="8788" y="15470"/>
                  </a:cubicBezTo>
                  <a:cubicBezTo>
                    <a:pt x="8676" y="15274"/>
                    <a:pt x="8690" y="15121"/>
                    <a:pt x="8816" y="14926"/>
                  </a:cubicBezTo>
                  <a:cubicBezTo>
                    <a:pt x="8886" y="14814"/>
                    <a:pt x="8969" y="14702"/>
                    <a:pt x="9095" y="14619"/>
                  </a:cubicBezTo>
                  <a:cubicBezTo>
                    <a:pt x="9206" y="14549"/>
                    <a:pt x="9220" y="14424"/>
                    <a:pt x="9178" y="14284"/>
                  </a:cubicBezTo>
                  <a:cubicBezTo>
                    <a:pt x="9165" y="14214"/>
                    <a:pt x="9165" y="14145"/>
                    <a:pt x="9137" y="14075"/>
                  </a:cubicBezTo>
                  <a:cubicBezTo>
                    <a:pt x="9025" y="13838"/>
                    <a:pt x="8969" y="13573"/>
                    <a:pt x="8997" y="13308"/>
                  </a:cubicBezTo>
                  <a:cubicBezTo>
                    <a:pt x="9011" y="13154"/>
                    <a:pt x="8927" y="13043"/>
                    <a:pt x="8802" y="12959"/>
                  </a:cubicBezTo>
                  <a:cubicBezTo>
                    <a:pt x="8662" y="12861"/>
                    <a:pt x="8537" y="12750"/>
                    <a:pt x="8411" y="12624"/>
                  </a:cubicBezTo>
                  <a:cubicBezTo>
                    <a:pt x="8342" y="12554"/>
                    <a:pt x="8314" y="12471"/>
                    <a:pt x="8314" y="12373"/>
                  </a:cubicBezTo>
                  <a:cubicBezTo>
                    <a:pt x="8314" y="12164"/>
                    <a:pt x="8272" y="11955"/>
                    <a:pt x="8132" y="11773"/>
                  </a:cubicBezTo>
                  <a:cubicBezTo>
                    <a:pt x="8118" y="11745"/>
                    <a:pt x="8118" y="11690"/>
                    <a:pt x="8104" y="11648"/>
                  </a:cubicBezTo>
                  <a:lnTo>
                    <a:pt x="8091" y="11648"/>
                  </a:lnTo>
                  <a:lnTo>
                    <a:pt x="8063" y="11620"/>
                  </a:lnTo>
                  <a:lnTo>
                    <a:pt x="8104" y="11634"/>
                  </a:lnTo>
                  <a:lnTo>
                    <a:pt x="8104" y="11648"/>
                  </a:lnTo>
                  <a:cubicBezTo>
                    <a:pt x="8132" y="11648"/>
                    <a:pt x="8188" y="11676"/>
                    <a:pt x="8230" y="11676"/>
                  </a:cubicBezTo>
                  <a:cubicBezTo>
                    <a:pt x="8439" y="11676"/>
                    <a:pt x="8453" y="11648"/>
                    <a:pt x="8523" y="11439"/>
                  </a:cubicBezTo>
                  <a:cubicBezTo>
                    <a:pt x="8537" y="11369"/>
                    <a:pt x="8579" y="11299"/>
                    <a:pt x="8593" y="11257"/>
                  </a:cubicBezTo>
                  <a:cubicBezTo>
                    <a:pt x="8621" y="11201"/>
                    <a:pt x="8732" y="11187"/>
                    <a:pt x="8760" y="11229"/>
                  </a:cubicBezTo>
                  <a:cubicBezTo>
                    <a:pt x="8872" y="11369"/>
                    <a:pt x="8955" y="11508"/>
                    <a:pt x="9067" y="11634"/>
                  </a:cubicBezTo>
                  <a:cubicBezTo>
                    <a:pt x="9206" y="11815"/>
                    <a:pt x="9290" y="11996"/>
                    <a:pt x="9318" y="12206"/>
                  </a:cubicBezTo>
                  <a:cubicBezTo>
                    <a:pt x="9346" y="12303"/>
                    <a:pt x="9360" y="12401"/>
                    <a:pt x="9374" y="12485"/>
                  </a:cubicBezTo>
                  <a:cubicBezTo>
                    <a:pt x="9388" y="12540"/>
                    <a:pt x="9416" y="12582"/>
                    <a:pt x="9444" y="12610"/>
                  </a:cubicBezTo>
                  <a:cubicBezTo>
                    <a:pt x="9583" y="12736"/>
                    <a:pt x="9736" y="12861"/>
                    <a:pt x="9918" y="12903"/>
                  </a:cubicBezTo>
                  <a:cubicBezTo>
                    <a:pt x="9946" y="12931"/>
                    <a:pt x="10015" y="12875"/>
                    <a:pt x="10043" y="12861"/>
                  </a:cubicBezTo>
                  <a:cubicBezTo>
                    <a:pt x="10085" y="12722"/>
                    <a:pt x="10127" y="12582"/>
                    <a:pt x="10141" y="12457"/>
                  </a:cubicBezTo>
                  <a:cubicBezTo>
                    <a:pt x="10155" y="12345"/>
                    <a:pt x="10211" y="12275"/>
                    <a:pt x="10322" y="12261"/>
                  </a:cubicBezTo>
                  <a:lnTo>
                    <a:pt x="10532" y="12206"/>
                  </a:lnTo>
                  <a:cubicBezTo>
                    <a:pt x="10852" y="12094"/>
                    <a:pt x="10978" y="11745"/>
                    <a:pt x="11299" y="11578"/>
                  </a:cubicBezTo>
                  <a:cubicBezTo>
                    <a:pt x="11382" y="11536"/>
                    <a:pt x="11452" y="11411"/>
                    <a:pt x="11508" y="11299"/>
                  </a:cubicBezTo>
                  <a:cubicBezTo>
                    <a:pt x="11536" y="11257"/>
                    <a:pt x="11536" y="11160"/>
                    <a:pt x="11522" y="11090"/>
                  </a:cubicBezTo>
                  <a:cubicBezTo>
                    <a:pt x="11466" y="10936"/>
                    <a:pt x="11382" y="10783"/>
                    <a:pt x="11187" y="10741"/>
                  </a:cubicBezTo>
                  <a:cubicBezTo>
                    <a:pt x="11103" y="10727"/>
                    <a:pt x="10992" y="10713"/>
                    <a:pt x="10950" y="10629"/>
                  </a:cubicBezTo>
                  <a:lnTo>
                    <a:pt x="10964" y="10643"/>
                  </a:lnTo>
                  <a:lnTo>
                    <a:pt x="10964" y="10602"/>
                  </a:lnTo>
                  <a:lnTo>
                    <a:pt x="10950" y="10629"/>
                  </a:lnTo>
                  <a:cubicBezTo>
                    <a:pt x="10894" y="10574"/>
                    <a:pt x="10894" y="10532"/>
                    <a:pt x="10950" y="10490"/>
                  </a:cubicBezTo>
                  <a:lnTo>
                    <a:pt x="10964" y="10504"/>
                  </a:lnTo>
                  <a:lnTo>
                    <a:pt x="10964" y="10462"/>
                  </a:lnTo>
                  <a:lnTo>
                    <a:pt x="10950" y="10490"/>
                  </a:lnTo>
                  <a:cubicBezTo>
                    <a:pt x="10908" y="10448"/>
                    <a:pt x="10894" y="10420"/>
                    <a:pt x="10838" y="10378"/>
                  </a:cubicBezTo>
                  <a:cubicBezTo>
                    <a:pt x="10810" y="10364"/>
                    <a:pt x="10755" y="10364"/>
                    <a:pt x="10699" y="10364"/>
                  </a:cubicBezTo>
                  <a:lnTo>
                    <a:pt x="10559" y="10364"/>
                  </a:lnTo>
                  <a:cubicBezTo>
                    <a:pt x="10476" y="10351"/>
                    <a:pt x="10420" y="10225"/>
                    <a:pt x="10434" y="10141"/>
                  </a:cubicBezTo>
                  <a:cubicBezTo>
                    <a:pt x="10504" y="9932"/>
                    <a:pt x="10532" y="9890"/>
                    <a:pt x="10392" y="9820"/>
                  </a:cubicBezTo>
                  <a:cubicBezTo>
                    <a:pt x="10266" y="9751"/>
                    <a:pt x="10141" y="9681"/>
                    <a:pt x="10155" y="9514"/>
                  </a:cubicBezTo>
                  <a:cubicBezTo>
                    <a:pt x="10015" y="9458"/>
                    <a:pt x="9904" y="9416"/>
                    <a:pt x="9764" y="9374"/>
                  </a:cubicBezTo>
                  <a:cubicBezTo>
                    <a:pt x="9639" y="9318"/>
                    <a:pt x="9569" y="9207"/>
                    <a:pt x="9527" y="9109"/>
                  </a:cubicBezTo>
                  <a:cubicBezTo>
                    <a:pt x="9457" y="8886"/>
                    <a:pt x="9318" y="8746"/>
                    <a:pt x="9095" y="8691"/>
                  </a:cubicBezTo>
                  <a:cubicBezTo>
                    <a:pt x="9011" y="8677"/>
                    <a:pt x="8997" y="8579"/>
                    <a:pt x="9039" y="8509"/>
                  </a:cubicBezTo>
                  <a:cubicBezTo>
                    <a:pt x="9178" y="8356"/>
                    <a:pt x="9346" y="8202"/>
                    <a:pt x="9290" y="7951"/>
                  </a:cubicBezTo>
                  <a:cubicBezTo>
                    <a:pt x="9276" y="7910"/>
                    <a:pt x="9318" y="7882"/>
                    <a:pt x="9374" y="7910"/>
                  </a:cubicBezTo>
                  <a:cubicBezTo>
                    <a:pt x="9499" y="7937"/>
                    <a:pt x="9597" y="7993"/>
                    <a:pt x="9722" y="7993"/>
                  </a:cubicBezTo>
                  <a:cubicBezTo>
                    <a:pt x="9778" y="7993"/>
                    <a:pt x="9876" y="7951"/>
                    <a:pt x="9904" y="7923"/>
                  </a:cubicBezTo>
                  <a:cubicBezTo>
                    <a:pt x="9932" y="7868"/>
                    <a:pt x="9904" y="7784"/>
                    <a:pt x="9904" y="7714"/>
                  </a:cubicBezTo>
                  <a:cubicBezTo>
                    <a:pt x="9904" y="7700"/>
                    <a:pt x="9876" y="7658"/>
                    <a:pt x="9862" y="7658"/>
                  </a:cubicBezTo>
                  <a:cubicBezTo>
                    <a:pt x="9736" y="7561"/>
                    <a:pt x="9695" y="7435"/>
                    <a:pt x="9834" y="7296"/>
                  </a:cubicBezTo>
                  <a:cubicBezTo>
                    <a:pt x="9932" y="7170"/>
                    <a:pt x="9946" y="7045"/>
                    <a:pt x="9904" y="6891"/>
                  </a:cubicBezTo>
                  <a:cubicBezTo>
                    <a:pt x="9834" y="6696"/>
                    <a:pt x="9722" y="6515"/>
                    <a:pt x="9667" y="6305"/>
                  </a:cubicBezTo>
                  <a:cubicBezTo>
                    <a:pt x="9597" y="5971"/>
                    <a:pt x="9416" y="5761"/>
                    <a:pt x="9081" y="5678"/>
                  </a:cubicBezTo>
                  <a:cubicBezTo>
                    <a:pt x="8941" y="5636"/>
                    <a:pt x="8816" y="5566"/>
                    <a:pt x="8788" y="5399"/>
                  </a:cubicBezTo>
                  <a:cubicBezTo>
                    <a:pt x="8760" y="5343"/>
                    <a:pt x="8690" y="5301"/>
                    <a:pt x="8648" y="5273"/>
                  </a:cubicBezTo>
                  <a:lnTo>
                    <a:pt x="8648" y="5273"/>
                  </a:lnTo>
                  <a:lnTo>
                    <a:pt x="8607" y="5301"/>
                  </a:lnTo>
                  <a:lnTo>
                    <a:pt x="8648" y="5273"/>
                  </a:lnTo>
                  <a:lnTo>
                    <a:pt x="8662" y="5273"/>
                  </a:lnTo>
                  <a:cubicBezTo>
                    <a:pt x="8718" y="5120"/>
                    <a:pt x="8732" y="4938"/>
                    <a:pt x="8648" y="4785"/>
                  </a:cubicBezTo>
                  <a:cubicBezTo>
                    <a:pt x="8593" y="4673"/>
                    <a:pt x="8523" y="4576"/>
                    <a:pt x="8439" y="4492"/>
                  </a:cubicBezTo>
                  <a:cubicBezTo>
                    <a:pt x="8328" y="4367"/>
                    <a:pt x="8230" y="4325"/>
                    <a:pt x="8049" y="4422"/>
                  </a:cubicBezTo>
                  <a:cubicBezTo>
                    <a:pt x="7909" y="4492"/>
                    <a:pt x="7853" y="4492"/>
                    <a:pt x="7825" y="4381"/>
                  </a:cubicBezTo>
                  <a:cubicBezTo>
                    <a:pt x="7756" y="4185"/>
                    <a:pt x="7616" y="4227"/>
                    <a:pt x="7477" y="4241"/>
                  </a:cubicBezTo>
                  <a:cubicBezTo>
                    <a:pt x="7463" y="4241"/>
                    <a:pt x="7421" y="4241"/>
                    <a:pt x="7407" y="4227"/>
                  </a:cubicBezTo>
                  <a:cubicBezTo>
                    <a:pt x="7351" y="4185"/>
                    <a:pt x="7365" y="4157"/>
                    <a:pt x="7421" y="4115"/>
                  </a:cubicBezTo>
                  <a:cubicBezTo>
                    <a:pt x="7491" y="4046"/>
                    <a:pt x="7547" y="3976"/>
                    <a:pt x="7602" y="3892"/>
                  </a:cubicBezTo>
                  <a:cubicBezTo>
                    <a:pt x="7616" y="3864"/>
                    <a:pt x="7616" y="3795"/>
                    <a:pt x="7574" y="3753"/>
                  </a:cubicBezTo>
                  <a:cubicBezTo>
                    <a:pt x="7547" y="3697"/>
                    <a:pt x="7463" y="3669"/>
                    <a:pt x="7421" y="3613"/>
                  </a:cubicBezTo>
                  <a:cubicBezTo>
                    <a:pt x="7365" y="3530"/>
                    <a:pt x="7463" y="3446"/>
                    <a:pt x="7463" y="3348"/>
                  </a:cubicBezTo>
                  <a:cubicBezTo>
                    <a:pt x="7463" y="3209"/>
                    <a:pt x="7407" y="3111"/>
                    <a:pt x="7323" y="3041"/>
                  </a:cubicBezTo>
                  <a:cubicBezTo>
                    <a:pt x="7086" y="2860"/>
                    <a:pt x="6863" y="2707"/>
                    <a:pt x="6640" y="2539"/>
                  </a:cubicBezTo>
                  <a:lnTo>
                    <a:pt x="6640" y="2539"/>
                  </a:lnTo>
                  <a:lnTo>
                    <a:pt x="6640" y="2539"/>
                  </a:lnTo>
                  <a:lnTo>
                    <a:pt x="6654" y="2553"/>
                  </a:lnTo>
                  <a:cubicBezTo>
                    <a:pt x="6431" y="2511"/>
                    <a:pt x="6235" y="2623"/>
                    <a:pt x="6040" y="2721"/>
                  </a:cubicBezTo>
                  <a:cubicBezTo>
                    <a:pt x="5873" y="2846"/>
                    <a:pt x="5663" y="2846"/>
                    <a:pt x="5510" y="2749"/>
                  </a:cubicBezTo>
                  <a:cubicBezTo>
                    <a:pt x="5329" y="2637"/>
                    <a:pt x="5203" y="2707"/>
                    <a:pt x="5092" y="2790"/>
                  </a:cubicBezTo>
                  <a:lnTo>
                    <a:pt x="5092" y="2832"/>
                  </a:lnTo>
                  <a:cubicBezTo>
                    <a:pt x="5050" y="2846"/>
                    <a:pt x="5036" y="2860"/>
                    <a:pt x="4994" y="2888"/>
                  </a:cubicBezTo>
                  <a:cubicBezTo>
                    <a:pt x="5022" y="2860"/>
                    <a:pt x="5036" y="2832"/>
                    <a:pt x="5064" y="2818"/>
                  </a:cubicBezTo>
                  <a:lnTo>
                    <a:pt x="5092" y="2790"/>
                  </a:lnTo>
                  <a:cubicBezTo>
                    <a:pt x="5119" y="2679"/>
                    <a:pt x="5133" y="2553"/>
                    <a:pt x="5175" y="2428"/>
                  </a:cubicBezTo>
                  <a:cubicBezTo>
                    <a:pt x="5259" y="2121"/>
                    <a:pt x="5384" y="1814"/>
                    <a:pt x="5384" y="1493"/>
                  </a:cubicBezTo>
                  <a:cubicBezTo>
                    <a:pt x="5384" y="1395"/>
                    <a:pt x="5412" y="1326"/>
                    <a:pt x="5482" y="1256"/>
                  </a:cubicBezTo>
                  <a:lnTo>
                    <a:pt x="5482" y="1117"/>
                  </a:lnTo>
                  <a:cubicBezTo>
                    <a:pt x="5482" y="838"/>
                    <a:pt x="5384" y="796"/>
                    <a:pt x="5161" y="740"/>
                  </a:cubicBezTo>
                  <a:cubicBezTo>
                    <a:pt x="5036" y="698"/>
                    <a:pt x="4924" y="726"/>
                    <a:pt x="4813" y="740"/>
                  </a:cubicBezTo>
                  <a:cubicBezTo>
                    <a:pt x="4534" y="796"/>
                    <a:pt x="4269" y="963"/>
                    <a:pt x="3976" y="963"/>
                  </a:cubicBezTo>
                  <a:cubicBezTo>
                    <a:pt x="3711" y="963"/>
                    <a:pt x="3515" y="1075"/>
                    <a:pt x="3348" y="1256"/>
                  </a:cubicBezTo>
                  <a:cubicBezTo>
                    <a:pt x="3278" y="1354"/>
                    <a:pt x="3153" y="1395"/>
                    <a:pt x="3069" y="1493"/>
                  </a:cubicBezTo>
                  <a:cubicBezTo>
                    <a:pt x="2832" y="1730"/>
                    <a:pt x="2762" y="2023"/>
                    <a:pt x="2874" y="2344"/>
                  </a:cubicBezTo>
                  <a:cubicBezTo>
                    <a:pt x="2888" y="2414"/>
                    <a:pt x="2930" y="2483"/>
                    <a:pt x="2818" y="2497"/>
                  </a:cubicBezTo>
                  <a:cubicBezTo>
                    <a:pt x="2692" y="2511"/>
                    <a:pt x="2609" y="2623"/>
                    <a:pt x="2511" y="2679"/>
                  </a:cubicBezTo>
                  <a:cubicBezTo>
                    <a:pt x="2386" y="2749"/>
                    <a:pt x="2344" y="2846"/>
                    <a:pt x="2386" y="2972"/>
                  </a:cubicBezTo>
                  <a:cubicBezTo>
                    <a:pt x="2413" y="3111"/>
                    <a:pt x="2469" y="3251"/>
                    <a:pt x="2511" y="3390"/>
                  </a:cubicBezTo>
                  <a:cubicBezTo>
                    <a:pt x="2525" y="3446"/>
                    <a:pt x="2525" y="3474"/>
                    <a:pt x="2525" y="3530"/>
                  </a:cubicBezTo>
                  <a:cubicBezTo>
                    <a:pt x="2525" y="3544"/>
                    <a:pt x="2511" y="3585"/>
                    <a:pt x="2483" y="3585"/>
                  </a:cubicBezTo>
                  <a:cubicBezTo>
                    <a:pt x="2455" y="3599"/>
                    <a:pt x="2386" y="3613"/>
                    <a:pt x="2372" y="3599"/>
                  </a:cubicBezTo>
                  <a:cubicBezTo>
                    <a:pt x="2162" y="3404"/>
                    <a:pt x="2051" y="2972"/>
                    <a:pt x="2134" y="2749"/>
                  </a:cubicBezTo>
                  <a:cubicBezTo>
                    <a:pt x="2162" y="2721"/>
                    <a:pt x="2162" y="2693"/>
                    <a:pt x="2176" y="2679"/>
                  </a:cubicBezTo>
                  <a:cubicBezTo>
                    <a:pt x="2204" y="2581"/>
                    <a:pt x="2246" y="2497"/>
                    <a:pt x="2302" y="2414"/>
                  </a:cubicBezTo>
                  <a:cubicBezTo>
                    <a:pt x="2441" y="2260"/>
                    <a:pt x="2455" y="2079"/>
                    <a:pt x="2441" y="1870"/>
                  </a:cubicBezTo>
                  <a:cubicBezTo>
                    <a:pt x="2413" y="1744"/>
                    <a:pt x="2483" y="1647"/>
                    <a:pt x="2581" y="1563"/>
                  </a:cubicBezTo>
                  <a:cubicBezTo>
                    <a:pt x="2651" y="1493"/>
                    <a:pt x="2734" y="1437"/>
                    <a:pt x="2790" y="1368"/>
                  </a:cubicBezTo>
                  <a:cubicBezTo>
                    <a:pt x="3041" y="1047"/>
                    <a:pt x="3362" y="796"/>
                    <a:pt x="3739" y="628"/>
                  </a:cubicBezTo>
                  <a:cubicBezTo>
                    <a:pt x="3780" y="614"/>
                    <a:pt x="3808" y="586"/>
                    <a:pt x="3850" y="531"/>
                  </a:cubicBezTo>
                  <a:cubicBezTo>
                    <a:pt x="3864" y="489"/>
                    <a:pt x="3864" y="419"/>
                    <a:pt x="3850" y="405"/>
                  </a:cubicBezTo>
                  <a:cubicBezTo>
                    <a:pt x="3794" y="335"/>
                    <a:pt x="3725" y="266"/>
                    <a:pt x="3641" y="210"/>
                  </a:cubicBezTo>
                  <a:cubicBezTo>
                    <a:pt x="3153" y="1"/>
                    <a:pt x="2692" y="112"/>
                    <a:pt x="2260" y="349"/>
                  </a:cubicBezTo>
                  <a:cubicBezTo>
                    <a:pt x="2051" y="475"/>
                    <a:pt x="1883" y="656"/>
                    <a:pt x="1688" y="796"/>
                  </a:cubicBezTo>
                  <a:cubicBezTo>
                    <a:pt x="1409" y="1019"/>
                    <a:pt x="1270" y="1382"/>
                    <a:pt x="949" y="1577"/>
                  </a:cubicBezTo>
                  <a:cubicBezTo>
                    <a:pt x="921" y="1591"/>
                    <a:pt x="879" y="1647"/>
                    <a:pt x="865" y="1674"/>
                  </a:cubicBezTo>
                  <a:cubicBezTo>
                    <a:pt x="809" y="1772"/>
                    <a:pt x="767" y="1842"/>
                    <a:pt x="726" y="1926"/>
                  </a:cubicBezTo>
                  <a:cubicBezTo>
                    <a:pt x="670" y="2009"/>
                    <a:pt x="656" y="2121"/>
                    <a:pt x="600" y="2191"/>
                  </a:cubicBezTo>
                  <a:cubicBezTo>
                    <a:pt x="321" y="2428"/>
                    <a:pt x="237" y="2790"/>
                    <a:pt x="84" y="3111"/>
                  </a:cubicBezTo>
                  <a:cubicBezTo>
                    <a:pt x="0" y="3265"/>
                    <a:pt x="84" y="3446"/>
                    <a:pt x="251" y="3516"/>
                  </a:cubicBezTo>
                  <a:cubicBezTo>
                    <a:pt x="433" y="3585"/>
                    <a:pt x="628" y="3655"/>
                    <a:pt x="781" y="3739"/>
                  </a:cubicBezTo>
                  <a:cubicBezTo>
                    <a:pt x="837" y="3767"/>
                    <a:pt x="879" y="3823"/>
                    <a:pt x="921" y="3878"/>
                  </a:cubicBezTo>
                  <a:cubicBezTo>
                    <a:pt x="935" y="3906"/>
                    <a:pt x="935" y="3976"/>
                    <a:pt x="921" y="4004"/>
                  </a:cubicBezTo>
                  <a:cubicBezTo>
                    <a:pt x="907" y="4032"/>
                    <a:pt x="837" y="4046"/>
                    <a:pt x="795" y="4032"/>
                  </a:cubicBezTo>
                  <a:lnTo>
                    <a:pt x="433" y="3823"/>
                  </a:lnTo>
                  <a:cubicBezTo>
                    <a:pt x="251" y="3739"/>
                    <a:pt x="28" y="3864"/>
                    <a:pt x="14" y="4074"/>
                  </a:cubicBezTo>
                  <a:cubicBezTo>
                    <a:pt x="14" y="4185"/>
                    <a:pt x="14" y="4311"/>
                    <a:pt x="28" y="4436"/>
                  </a:cubicBezTo>
                  <a:cubicBezTo>
                    <a:pt x="42" y="4604"/>
                    <a:pt x="168" y="4729"/>
                    <a:pt x="279" y="4869"/>
                  </a:cubicBezTo>
                  <a:cubicBezTo>
                    <a:pt x="363" y="4980"/>
                    <a:pt x="489" y="4980"/>
                    <a:pt x="600" y="4994"/>
                  </a:cubicBezTo>
                  <a:cubicBezTo>
                    <a:pt x="670" y="5008"/>
                    <a:pt x="740" y="5008"/>
                    <a:pt x="809" y="5022"/>
                  </a:cubicBezTo>
                  <a:cubicBezTo>
                    <a:pt x="949" y="5064"/>
                    <a:pt x="1005" y="5148"/>
                    <a:pt x="1046" y="5273"/>
                  </a:cubicBezTo>
                  <a:cubicBezTo>
                    <a:pt x="1158" y="5413"/>
                    <a:pt x="1284" y="5510"/>
                    <a:pt x="1493" y="5482"/>
                  </a:cubicBezTo>
                  <a:cubicBezTo>
                    <a:pt x="1646" y="5441"/>
                    <a:pt x="1744" y="5552"/>
                    <a:pt x="1758" y="5692"/>
                  </a:cubicBezTo>
                  <a:cubicBezTo>
                    <a:pt x="1897" y="5720"/>
                    <a:pt x="2065" y="5720"/>
                    <a:pt x="2190" y="5831"/>
                  </a:cubicBezTo>
                  <a:cubicBezTo>
                    <a:pt x="2246" y="5901"/>
                    <a:pt x="2316" y="5887"/>
                    <a:pt x="2386" y="5887"/>
                  </a:cubicBezTo>
                  <a:close/>
                  <a:moveTo>
                    <a:pt x="6068" y="12819"/>
                  </a:moveTo>
                  <a:cubicBezTo>
                    <a:pt x="6026" y="12819"/>
                    <a:pt x="5984" y="12805"/>
                    <a:pt x="5942" y="12792"/>
                  </a:cubicBezTo>
                  <a:cubicBezTo>
                    <a:pt x="5928" y="12792"/>
                    <a:pt x="5928" y="12750"/>
                    <a:pt x="5942" y="12736"/>
                  </a:cubicBezTo>
                  <a:cubicBezTo>
                    <a:pt x="6012" y="12610"/>
                    <a:pt x="6082" y="12485"/>
                    <a:pt x="6138" y="12345"/>
                  </a:cubicBezTo>
                  <a:cubicBezTo>
                    <a:pt x="6166" y="12303"/>
                    <a:pt x="6193" y="12275"/>
                    <a:pt x="6235" y="12303"/>
                  </a:cubicBezTo>
                  <a:lnTo>
                    <a:pt x="6291" y="12345"/>
                  </a:lnTo>
                  <a:cubicBezTo>
                    <a:pt x="6333" y="12415"/>
                    <a:pt x="6347" y="12471"/>
                    <a:pt x="6361" y="12526"/>
                  </a:cubicBezTo>
                  <a:cubicBezTo>
                    <a:pt x="6333" y="12680"/>
                    <a:pt x="6221" y="12792"/>
                    <a:pt x="6068" y="12819"/>
                  </a:cubicBezTo>
                  <a:close/>
                  <a:moveTo>
                    <a:pt x="9402" y="6556"/>
                  </a:moveTo>
                  <a:cubicBezTo>
                    <a:pt x="9444" y="6543"/>
                    <a:pt x="9485" y="6584"/>
                    <a:pt x="9485" y="6626"/>
                  </a:cubicBezTo>
                  <a:cubicBezTo>
                    <a:pt x="9485" y="6696"/>
                    <a:pt x="9444" y="6752"/>
                    <a:pt x="9374" y="6766"/>
                  </a:cubicBezTo>
                  <a:lnTo>
                    <a:pt x="9374" y="6794"/>
                  </a:lnTo>
                  <a:lnTo>
                    <a:pt x="9346" y="6822"/>
                  </a:lnTo>
                  <a:lnTo>
                    <a:pt x="9360" y="6766"/>
                  </a:lnTo>
                  <a:lnTo>
                    <a:pt x="9374" y="6766"/>
                  </a:lnTo>
                  <a:cubicBezTo>
                    <a:pt x="9360" y="6724"/>
                    <a:pt x="9346" y="6654"/>
                    <a:pt x="9346" y="6598"/>
                  </a:cubicBezTo>
                  <a:cubicBezTo>
                    <a:pt x="9346" y="6584"/>
                    <a:pt x="9374" y="6556"/>
                    <a:pt x="9402" y="6556"/>
                  </a:cubicBezTo>
                  <a:close/>
                  <a:moveTo>
                    <a:pt x="4938" y="3041"/>
                  </a:moveTo>
                  <a:cubicBezTo>
                    <a:pt x="4952" y="3027"/>
                    <a:pt x="4966" y="2986"/>
                    <a:pt x="4994" y="2972"/>
                  </a:cubicBezTo>
                  <a:cubicBezTo>
                    <a:pt x="4980" y="2986"/>
                    <a:pt x="4966" y="3027"/>
                    <a:pt x="4966" y="3055"/>
                  </a:cubicBezTo>
                  <a:cubicBezTo>
                    <a:pt x="4938" y="3041"/>
                    <a:pt x="4882" y="3097"/>
                    <a:pt x="4938" y="3041"/>
                  </a:cubicBezTo>
                  <a:close/>
                  <a:moveTo>
                    <a:pt x="2302" y="3962"/>
                  </a:moveTo>
                  <a:lnTo>
                    <a:pt x="2358" y="3976"/>
                  </a:lnTo>
                  <a:lnTo>
                    <a:pt x="2302" y="40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63" name="Google Shape;1763;p56"/>
            <p:cNvSpPr/>
            <p:nvPr/>
          </p:nvSpPr>
          <p:spPr>
            <a:xfrm>
              <a:off x="2381825" y="1896600"/>
              <a:ext cx="725" cy="725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0" y="29"/>
                  </a:moveTo>
                  <a:cubicBezTo>
                    <a:pt x="0" y="29"/>
                    <a:pt x="28" y="29"/>
                    <a:pt x="28" y="1"/>
                  </a:cubicBez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64" name="Google Shape;1764;p56"/>
            <p:cNvSpPr/>
            <p:nvPr/>
          </p:nvSpPr>
          <p:spPr>
            <a:xfrm>
              <a:off x="2293950" y="1894850"/>
              <a:ext cx="221100" cy="193225"/>
            </a:xfrm>
            <a:custGeom>
              <a:avLst/>
              <a:gdLst/>
              <a:ahLst/>
              <a:cxnLst/>
              <a:rect l="l" t="t" r="r" b="b"/>
              <a:pathLst>
                <a:path w="8844" h="7729" extrusionOk="0">
                  <a:moveTo>
                    <a:pt x="3515" y="99"/>
                  </a:moveTo>
                  <a:cubicBezTo>
                    <a:pt x="3432" y="168"/>
                    <a:pt x="3334" y="196"/>
                    <a:pt x="3209" y="196"/>
                  </a:cubicBezTo>
                  <a:cubicBezTo>
                    <a:pt x="3069" y="210"/>
                    <a:pt x="2930" y="210"/>
                    <a:pt x="2790" y="238"/>
                  </a:cubicBezTo>
                  <a:cubicBezTo>
                    <a:pt x="2776" y="266"/>
                    <a:pt x="2748" y="308"/>
                    <a:pt x="2720" y="322"/>
                  </a:cubicBezTo>
                  <a:cubicBezTo>
                    <a:pt x="2400" y="517"/>
                    <a:pt x="2079" y="615"/>
                    <a:pt x="1744" y="754"/>
                  </a:cubicBezTo>
                  <a:cubicBezTo>
                    <a:pt x="1591" y="824"/>
                    <a:pt x="1451" y="894"/>
                    <a:pt x="1409" y="1103"/>
                  </a:cubicBezTo>
                  <a:cubicBezTo>
                    <a:pt x="1409" y="1186"/>
                    <a:pt x="1326" y="1214"/>
                    <a:pt x="1270" y="1256"/>
                  </a:cubicBezTo>
                  <a:cubicBezTo>
                    <a:pt x="1172" y="1326"/>
                    <a:pt x="1061" y="1368"/>
                    <a:pt x="963" y="1438"/>
                  </a:cubicBezTo>
                  <a:cubicBezTo>
                    <a:pt x="837" y="1535"/>
                    <a:pt x="684" y="1647"/>
                    <a:pt x="656" y="1814"/>
                  </a:cubicBezTo>
                  <a:cubicBezTo>
                    <a:pt x="656" y="1926"/>
                    <a:pt x="726" y="2051"/>
                    <a:pt x="768" y="2149"/>
                  </a:cubicBezTo>
                  <a:cubicBezTo>
                    <a:pt x="768" y="2163"/>
                    <a:pt x="782" y="2205"/>
                    <a:pt x="782" y="2219"/>
                  </a:cubicBezTo>
                  <a:cubicBezTo>
                    <a:pt x="823" y="2330"/>
                    <a:pt x="893" y="2372"/>
                    <a:pt x="991" y="2386"/>
                  </a:cubicBezTo>
                  <a:cubicBezTo>
                    <a:pt x="1200" y="2428"/>
                    <a:pt x="1409" y="2428"/>
                    <a:pt x="1632" y="2456"/>
                  </a:cubicBezTo>
                  <a:cubicBezTo>
                    <a:pt x="1660" y="2456"/>
                    <a:pt x="1674" y="2498"/>
                    <a:pt x="1674" y="2512"/>
                  </a:cubicBezTo>
                  <a:cubicBezTo>
                    <a:pt x="1674" y="2567"/>
                    <a:pt x="1660" y="2595"/>
                    <a:pt x="1605" y="2595"/>
                  </a:cubicBezTo>
                  <a:cubicBezTo>
                    <a:pt x="1353" y="2623"/>
                    <a:pt x="1130" y="2637"/>
                    <a:pt x="893" y="2651"/>
                  </a:cubicBezTo>
                  <a:cubicBezTo>
                    <a:pt x="754" y="2679"/>
                    <a:pt x="586" y="2707"/>
                    <a:pt x="489" y="2791"/>
                  </a:cubicBezTo>
                  <a:cubicBezTo>
                    <a:pt x="433" y="2846"/>
                    <a:pt x="377" y="2916"/>
                    <a:pt x="377" y="2972"/>
                  </a:cubicBezTo>
                  <a:cubicBezTo>
                    <a:pt x="363" y="3056"/>
                    <a:pt x="405" y="3167"/>
                    <a:pt x="405" y="3251"/>
                  </a:cubicBezTo>
                  <a:cubicBezTo>
                    <a:pt x="419" y="3516"/>
                    <a:pt x="447" y="3586"/>
                    <a:pt x="782" y="3669"/>
                  </a:cubicBezTo>
                  <a:cubicBezTo>
                    <a:pt x="1186" y="3753"/>
                    <a:pt x="1563" y="3879"/>
                    <a:pt x="1981" y="3865"/>
                  </a:cubicBezTo>
                  <a:cubicBezTo>
                    <a:pt x="2051" y="3865"/>
                    <a:pt x="2135" y="3879"/>
                    <a:pt x="2190" y="3906"/>
                  </a:cubicBezTo>
                  <a:cubicBezTo>
                    <a:pt x="2469" y="4102"/>
                    <a:pt x="2734" y="4297"/>
                    <a:pt x="2888" y="4604"/>
                  </a:cubicBezTo>
                  <a:cubicBezTo>
                    <a:pt x="2930" y="4660"/>
                    <a:pt x="2930" y="4702"/>
                    <a:pt x="2888" y="4729"/>
                  </a:cubicBezTo>
                  <a:cubicBezTo>
                    <a:pt x="2874" y="4743"/>
                    <a:pt x="2860" y="4743"/>
                    <a:pt x="2818" y="4743"/>
                  </a:cubicBezTo>
                  <a:cubicBezTo>
                    <a:pt x="2455" y="4715"/>
                    <a:pt x="2121" y="4576"/>
                    <a:pt x="1814" y="4437"/>
                  </a:cubicBezTo>
                  <a:cubicBezTo>
                    <a:pt x="1688" y="4381"/>
                    <a:pt x="1549" y="4297"/>
                    <a:pt x="1409" y="4283"/>
                  </a:cubicBezTo>
                  <a:cubicBezTo>
                    <a:pt x="1074" y="4241"/>
                    <a:pt x="740" y="4241"/>
                    <a:pt x="391" y="4255"/>
                  </a:cubicBezTo>
                  <a:cubicBezTo>
                    <a:pt x="238" y="4255"/>
                    <a:pt x="140" y="4381"/>
                    <a:pt x="84" y="4520"/>
                  </a:cubicBezTo>
                  <a:cubicBezTo>
                    <a:pt x="0" y="4702"/>
                    <a:pt x="0" y="4883"/>
                    <a:pt x="14" y="5078"/>
                  </a:cubicBezTo>
                  <a:cubicBezTo>
                    <a:pt x="28" y="5427"/>
                    <a:pt x="210" y="5650"/>
                    <a:pt x="558" y="5776"/>
                  </a:cubicBezTo>
                  <a:cubicBezTo>
                    <a:pt x="712" y="5831"/>
                    <a:pt x="879" y="5859"/>
                    <a:pt x="1019" y="5929"/>
                  </a:cubicBezTo>
                  <a:cubicBezTo>
                    <a:pt x="1074" y="5957"/>
                    <a:pt x="1130" y="6055"/>
                    <a:pt x="1116" y="6110"/>
                  </a:cubicBezTo>
                  <a:cubicBezTo>
                    <a:pt x="1074" y="6208"/>
                    <a:pt x="1005" y="6320"/>
                    <a:pt x="949" y="6431"/>
                  </a:cubicBezTo>
                  <a:cubicBezTo>
                    <a:pt x="921" y="6501"/>
                    <a:pt x="907" y="6571"/>
                    <a:pt x="907" y="6640"/>
                  </a:cubicBezTo>
                  <a:cubicBezTo>
                    <a:pt x="921" y="6780"/>
                    <a:pt x="949" y="6919"/>
                    <a:pt x="1005" y="7059"/>
                  </a:cubicBezTo>
                  <a:cubicBezTo>
                    <a:pt x="1033" y="7101"/>
                    <a:pt x="1074" y="7129"/>
                    <a:pt x="1116" y="7156"/>
                  </a:cubicBezTo>
                  <a:cubicBezTo>
                    <a:pt x="1186" y="7170"/>
                    <a:pt x="1256" y="7170"/>
                    <a:pt x="1326" y="7170"/>
                  </a:cubicBezTo>
                  <a:cubicBezTo>
                    <a:pt x="1646" y="7198"/>
                    <a:pt x="1995" y="7156"/>
                    <a:pt x="2316" y="7254"/>
                  </a:cubicBezTo>
                  <a:cubicBezTo>
                    <a:pt x="2525" y="7324"/>
                    <a:pt x="2692" y="7296"/>
                    <a:pt x="2874" y="7198"/>
                  </a:cubicBezTo>
                  <a:lnTo>
                    <a:pt x="3181" y="7045"/>
                  </a:lnTo>
                  <a:cubicBezTo>
                    <a:pt x="3348" y="6961"/>
                    <a:pt x="3502" y="6919"/>
                    <a:pt x="3683" y="6961"/>
                  </a:cubicBezTo>
                  <a:cubicBezTo>
                    <a:pt x="3878" y="6989"/>
                    <a:pt x="4059" y="6947"/>
                    <a:pt x="4213" y="6822"/>
                  </a:cubicBezTo>
                  <a:cubicBezTo>
                    <a:pt x="4283" y="6766"/>
                    <a:pt x="4380" y="6710"/>
                    <a:pt x="4464" y="6682"/>
                  </a:cubicBezTo>
                  <a:cubicBezTo>
                    <a:pt x="4520" y="6640"/>
                    <a:pt x="4548" y="6682"/>
                    <a:pt x="4576" y="6710"/>
                  </a:cubicBezTo>
                  <a:cubicBezTo>
                    <a:pt x="4603" y="6738"/>
                    <a:pt x="4617" y="6752"/>
                    <a:pt x="4617" y="6780"/>
                  </a:cubicBezTo>
                  <a:cubicBezTo>
                    <a:pt x="4645" y="6919"/>
                    <a:pt x="4757" y="6975"/>
                    <a:pt x="4855" y="7031"/>
                  </a:cubicBezTo>
                  <a:cubicBezTo>
                    <a:pt x="5022" y="7115"/>
                    <a:pt x="4952" y="7296"/>
                    <a:pt x="5050" y="7394"/>
                  </a:cubicBezTo>
                  <a:lnTo>
                    <a:pt x="5106" y="7449"/>
                  </a:lnTo>
                  <a:cubicBezTo>
                    <a:pt x="5329" y="7519"/>
                    <a:pt x="5566" y="7603"/>
                    <a:pt x="5789" y="7659"/>
                  </a:cubicBezTo>
                  <a:cubicBezTo>
                    <a:pt x="6012" y="7714"/>
                    <a:pt x="6249" y="7728"/>
                    <a:pt x="6500" y="7645"/>
                  </a:cubicBezTo>
                  <a:cubicBezTo>
                    <a:pt x="6626" y="7603"/>
                    <a:pt x="6724" y="7533"/>
                    <a:pt x="6765" y="7408"/>
                  </a:cubicBezTo>
                  <a:cubicBezTo>
                    <a:pt x="6835" y="7184"/>
                    <a:pt x="6849" y="6961"/>
                    <a:pt x="6668" y="6766"/>
                  </a:cubicBezTo>
                  <a:lnTo>
                    <a:pt x="6640" y="6766"/>
                  </a:lnTo>
                  <a:cubicBezTo>
                    <a:pt x="6612" y="6822"/>
                    <a:pt x="6570" y="6850"/>
                    <a:pt x="6500" y="6878"/>
                  </a:cubicBezTo>
                  <a:lnTo>
                    <a:pt x="6431" y="6878"/>
                  </a:lnTo>
                  <a:cubicBezTo>
                    <a:pt x="6375" y="6836"/>
                    <a:pt x="6403" y="6808"/>
                    <a:pt x="6473" y="6780"/>
                  </a:cubicBezTo>
                  <a:cubicBezTo>
                    <a:pt x="6514" y="6780"/>
                    <a:pt x="6584" y="6780"/>
                    <a:pt x="6640" y="6766"/>
                  </a:cubicBezTo>
                  <a:lnTo>
                    <a:pt x="6654" y="6752"/>
                  </a:lnTo>
                  <a:cubicBezTo>
                    <a:pt x="6654" y="6752"/>
                    <a:pt x="6654" y="6766"/>
                    <a:pt x="6682" y="6766"/>
                  </a:cubicBezTo>
                  <a:lnTo>
                    <a:pt x="6682" y="6766"/>
                  </a:lnTo>
                  <a:cubicBezTo>
                    <a:pt x="6710" y="6710"/>
                    <a:pt x="6752" y="6640"/>
                    <a:pt x="6793" y="6599"/>
                  </a:cubicBezTo>
                  <a:cubicBezTo>
                    <a:pt x="6849" y="6543"/>
                    <a:pt x="6933" y="6529"/>
                    <a:pt x="6989" y="6571"/>
                  </a:cubicBezTo>
                  <a:cubicBezTo>
                    <a:pt x="7100" y="6696"/>
                    <a:pt x="7268" y="6710"/>
                    <a:pt x="7351" y="6878"/>
                  </a:cubicBezTo>
                  <a:cubicBezTo>
                    <a:pt x="7561" y="6836"/>
                    <a:pt x="7700" y="6738"/>
                    <a:pt x="7770" y="6529"/>
                  </a:cubicBezTo>
                  <a:cubicBezTo>
                    <a:pt x="7826" y="6389"/>
                    <a:pt x="7826" y="6250"/>
                    <a:pt x="7742" y="6110"/>
                  </a:cubicBezTo>
                  <a:cubicBezTo>
                    <a:pt x="7686" y="6013"/>
                    <a:pt x="7630" y="5943"/>
                    <a:pt x="7561" y="5873"/>
                  </a:cubicBezTo>
                  <a:cubicBezTo>
                    <a:pt x="7463" y="5776"/>
                    <a:pt x="7393" y="5650"/>
                    <a:pt x="7379" y="5497"/>
                  </a:cubicBezTo>
                  <a:cubicBezTo>
                    <a:pt x="7351" y="5315"/>
                    <a:pt x="7268" y="5204"/>
                    <a:pt x="7128" y="5092"/>
                  </a:cubicBezTo>
                  <a:cubicBezTo>
                    <a:pt x="6975" y="4967"/>
                    <a:pt x="6961" y="4757"/>
                    <a:pt x="6891" y="4590"/>
                  </a:cubicBezTo>
                  <a:cubicBezTo>
                    <a:pt x="6835" y="4464"/>
                    <a:pt x="6849" y="4339"/>
                    <a:pt x="6933" y="4255"/>
                  </a:cubicBezTo>
                  <a:cubicBezTo>
                    <a:pt x="7170" y="4046"/>
                    <a:pt x="7254" y="3781"/>
                    <a:pt x="7240" y="3474"/>
                  </a:cubicBezTo>
                  <a:cubicBezTo>
                    <a:pt x="7240" y="3349"/>
                    <a:pt x="7254" y="3223"/>
                    <a:pt x="7309" y="3125"/>
                  </a:cubicBezTo>
                  <a:cubicBezTo>
                    <a:pt x="7421" y="2791"/>
                    <a:pt x="7561" y="2456"/>
                    <a:pt x="7686" y="2107"/>
                  </a:cubicBezTo>
                  <a:cubicBezTo>
                    <a:pt x="7742" y="1996"/>
                    <a:pt x="7812" y="1898"/>
                    <a:pt x="7909" y="1856"/>
                  </a:cubicBezTo>
                  <a:cubicBezTo>
                    <a:pt x="8216" y="1675"/>
                    <a:pt x="8467" y="1465"/>
                    <a:pt x="8718" y="1242"/>
                  </a:cubicBezTo>
                  <a:cubicBezTo>
                    <a:pt x="8788" y="1173"/>
                    <a:pt x="8816" y="1089"/>
                    <a:pt x="8816" y="977"/>
                  </a:cubicBezTo>
                  <a:cubicBezTo>
                    <a:pt x="8844" y="712"/>
                    <a:pt x="8746" y="573"/>
                    <a:pt x="8495" y="503"/>
                  </a:cubicBezTo>
                  <a:cubicBezTo>
                    <a:pt x="8356" y="475"/>
                    <a:pt x="8216" y="419"/>
                    <a:pt x="8077" y="405"/>
                  </a:cubicBezTo>
                  <a:cubicBezTo>
                    <a:pt x="7881" y="364"/>
                    <a:pt x="7756" y="475"/>
                    <a:pt x="7616" y="601"/>
                  </a:cubicBezTo>
                  <a:cubicBezTo>
                    <a:pt x="7519" y="684"/>
                    <a:pt x="7547" y="810"/>
                    <a:pt x="7588" y="921"/>
                  </a:cubicBezTo>
                  <a:cubicBezTo>
                    <a:pt x="7616" y="1061"/>
                    <a:pt x="7616" y="1228"/>
                    <a:pt x="7630" y="1382"/>
                  </a:cubicBezTo>
                  <a:cubicBezTo>
                    <a:pt x="7630" y="1396"/>
                    <a:pt x="7658" y="1396"/>
                    <a:pt x="7658" y="1410"/>
                  </a:cubicBezTo>
                  <a:lnTo>
                    <a:pt x="7672" y="1452"/>
                  </a:lnTo>
                  <a:lnTo>
                    <a:pt x="7630" y="1438"/>
                  </a:lnTo>
                  <a:lnTo>
                    <a:pt x="7630" y="1396"/>
                  </a:lnTo>
                  <a:lnTo>
                    <a:pt x="7588" y="1298"/>
                  </a:lnTo>
                  <a:cubicBezTo>
                    <a:pt x="7533" y="1173"/>
                    <a:pt x="7463" y="1089"/>
                    <a:pt x="7337" y="1047"/>
                  </a:cubicBezTo>
                  <a:cubicBezTo>
                    <a:pt x="7268" y="1033"/>
                    <a:pt x="7198" y="1019"/>
                    <a:pt x="7128" y="977"/>
                  </a:cubicBezTo>
                  <a:cubicBezTo>
                    <a:pt x="6919" y="852"/>
                    <a:pt x="6793" y="963"/>
                    <a:pt x="6710" y="1103"/>
                  </a:cubicBezTo>
                  <a:cubicBezTo>
                    <a:pt x="6640" y="1200"/>
                    <a:pt x="6584" y="1312"/>
                    <a:pt x="6542" y="1410"/>
                  </a:cubicBezTo>
                  <a:cubicBezTo>
                    <a:pt x="6431" y="1717"/>
                    <a:pt x="6361" y="2023"/>
                    <a:pt x="6208" y="2288"/>
                  </a:cubicBezTo>
                  <a:cubicBezTo>
                    <a:pt x="6054" y="2567"/>
                    <a:pt x="6026" y="2874"/>
                    <a:pt x="5929" y="3181"/>
                  </a:cubicBezTo>
                  <a:cubicBezTo>
                    <a:pt x="5915" y="3195"/>
                    <a:pt x="5915" y="3223"/>
                    <a:pt x="5887" y="3251"/>
                  </a:cubicBezTo>
                  <a:cubicBezTo>
                    <a:pt x="5873" y="3265"/>
                    <a:pt x="5873" y="3279"/>
                    <a:pt x="5859" y="3321"/>
                  </a:cubicBezTo>
                  <a:cubicBezTo>
                    <a:pt x="5817" y="3390"/>
                    <a:pt x="5733" y="3418"/>
                    <a:pt x="5677" y="3404"/>
                  </a:cubicBezTo>
                  <a:cubicBezTo>
                    <a:pt x="5636" y="3390"/>
                    <a:pt x="5566" y="3279"/>
                    <a:pt x="5566" y="3251"/>
                  </a:cubicBezTo>
                  <a:cubicBezTo>
                    <a:pt x="5636" y="3000"/>
                    <a:pt x="5705" y="2735"/>
                    <a:pt x="5789" y="2498"/>
                  </a:cubicBezTo>
                  <a:cubicBezTo>
                    <a:pt x="5929" y="2149"/>
                    <a:pt x="5943" y="1800"/>
                    <a:pt x="5845" y="1452"/>
                  </a:cubicBezTo>
                  <a:cubicBezTo>
                    <a:pt x="5817" y="1382"/>
                    <a:pt x="5775" y="1326"/>
                    <a:pt x="5719" y="1270"/>
                  </a:cubicBezTo>
                  <a:cubicBezTo>
                    <a:pt x="5664" y="1200"/>
                    <a:pt x="5496" y="1242"/>
                    <a:pt x="5468" y="1326"/>
                  </a:cubicBezTo>
                  <a:cubicBezTo>
                    <a:pt x="5440" y="1479"/>
                    <a:pt x="5399" y="1661"/>
                    <a:pt x="5385" y="1814"/>
                  </a:cubicBezTo>
                  <a:cubicBezTo>
                    <a:pt x="5371" y="1898"/>
                    <a:pt x="5315" y="1954"/>
                    <a:pt x="5245" y="1940"/>
                  </a:cubicBezTo>
                  <a:cubicBezTo>
                    <a:pt x="5036" y="1870"/>
                    <a:pt x="4827" y="1884"/>
                    <a:pt x="4603" y="1870"/>
                  </a:cubicBezTo>
                  <a:cubicBezTo>
                    <a:pt x="4534" y="1870"/>
                    <a:pt x="4492" y="1856"/>
                    <a:pt x="4534" y="1814"/>
                  </a:cubicBezTo>
                  <a:cubicBezTo>
                    <a:pt x="4548" y="1800"/>
                    <a:pt x="4562" y="1800"/>
                    <a:pt x="4603" y="1786"/>
                  </a:cubicBezTo>
                  <a:cubicBezTo>
                    <a:pt x="4701" y="1730"/>
                    <a:pt x="4813" y="1675"/>
                    <a:pt x="4910" y="1605"/>
                  </a:cubicBezTo>
                  <a:cubicBezTo>
                    <a:pt x="4980" y="1549"/>
                    <a:pt x="5008" y="1438"/>
                    <a:pt x="4966" y="1340"/>
                  </a:cubicBezTo>
                  <a:cubicBezTo>
                    <a:pt x="4896" y="1159"/>
                    <a:pt x="4743" y="1033"/>
                    <a:pt x="4603" y="908"/>
                  </a:cubicBezTo>
                  <a:cubicBezTo>
                    <a:pt x="4450" y="768"/>
                    <a:pt x="4324" y="754"/>
                    <a:pt x="4143" y="880"/>
                  </a:cubicBezTo>
                  <a:cubicBezTo>
                    <a:pt x="4073" y="921"/>
                    <a:pt x="4004" y="991"/>
                    <a:pt x="3934" y="1061"/>
                  </a:cubicBezTo>
                  <a:cubicBezTo>
                    <a:pt x="3892" y="1117"/>
                    <a:pt x="3822" y="1131"/>
                    <a:pt x="3753" y="1117"/>
                  </a:cubicBezTo>
                  <a:cubicBezTo>
                    <a:pt x="3683" y="1103"/>
                    <a:pt x="3683" y="1089"/>
                    <a:pt x="3767" y="949"/>
                  </a:cubicBezTo>
                  <a:cubicBezTo>
                    <a:pt x="3864" y="796"/>
                    <a:pt x="3990" y="629"/>
                    <a:pt x="4073" y="475"/>
                  </a:cubicBezTo>
                  <a:cubicBezTo>
                    <a:pt x="4143" y="364"/>
                    <a:pt x="4101" y="196"/>
                    <a:pt x="3976" y="99"/>
                  </a:cubicBezTo>
                  <a:cubicBezTo>
                    <a:pt x="3934" y="57"/>
                    <a:pt x="3892" y="43"/>
                    <a:pt x="3850" y="29"/>
                  </a:cubicBezTo>
                  <a:lnTo>
                    <a:pt x="3864" y="1"/>
                  </a:lnTo>
                  <a:lnTo>
                    <a:pt x="3850" y="1"/>
                  </a:lnTo>
                  <a:lnTo>
                    <a:pt x="3850" y="29"/>
                  </a:lnTo>
                  <a:cubicBezTo>
                    <a:pt x="3836" y="71"/>
                    <a:pt x="3683" y="57"/>
                    <a:pt x="3515" y="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65" name="Google Shape;1765;p56"/>
            <p:cNvSpPr/>
            <p:nvPr/>
          </p:nvSpPr>
          <p:spPr>
            <a:xfrm>
              <a:off x="5615450" y="3474200"/>
              <a:ext cx="290875" cy="160425"/>
            </a:xfrm>
            <a:custGeom>
              <a:avLst/>
              <a:gdLst/>
              <a:ahLst/>
              <a:cxnLst/>
              <a:rect l="l" t="t" r="r" b="b"/>
              <a:pathLst>
                <a:path w="11635" h="6417" extrusionOk="0">
                  <a:moveTo>
                    <a:pt x="10937" y="5496"/>
                  </a:moveTo>
                  <a:cubicBezTo>
                    <a:pt x="10909" y="5482"/>
                    <a:pt x="10909" y="5440"/>
                    <a:pt x="10895" y="5440"/>
                  </a:cubicBezTo>
                  <a:cubicBezTo>
                    <a:pt x="10797" y="5356"/>
                    <a:pt x="10644" y="5287"/>
                    <a:pt x="10560" y="5175"/>
                  </a:cubicBezTo>
                  <a:cubicBezTo>
                    <a:pt x="10462" y="5077"/>
                    <a:pt x="10407" y="4938"/>
                    <a:pt x="10323" y="4826"/>
                  </a:cubicBezTo>
                  <a:cubicBezTo>
                    <a:pt x="10253" y="4743"/>
                    <a:pt x="10142" y="4673"/>
                    <a:pt x="10058" y="4589"/>
                  </a:cubicBezTo>
                  <a:cubicBezTo>
                    <a:pt x="9974" y="4478"/>
                    <a:pt x="9877" y="4366"/>
                    <a:pt x="9793" y="4254"/>
                  </a:cubicBezTo>
                  <a:cubicBezTo>
                    <a:pt x="9723" y="4171"/>
                    <a:pt x="9765" y="4059"/>
                    <a:pt x="9849" y="4017"/>
                  </a:cubicBezTo>
                  <a:cubicBezTo>
                    <a:pt x="9904" y="3975"/>
                    <a:pt x="9974" y="3948"/>
                    <a:pt x="10016" y="3906"/>
                  </a:cubicBezTo>
                  <a:cubicBezTo>
                    <a:pt x="10128" y="3822"/>
                    <a:pt x="10114" y="3613"/>
                    <a:pt x="9988" y="3529"/>
                  </a:cubicBezTo>
                  <a:cubicBezTo>
                    <a:pt x="9918" y="3487"/>
                    <a:pt x="9863" y="3459"/>
                    <a:pt x="9793" y="3418"/>
                  </a:cubicBezTo>
                  <a:cubicBezTo>
                    <a:pt x="9639" y="3348"/>
                    <a:pt x="9486" y="3278"/>
                    <a:pt x="9319" y="3250"/>
                  </a:cubicBezTo>
                  <a:cubicBezTo>
                    <a:pt x="9095" y="3180"/>
                    <a:pt x="8956" y="3055"/>
                    <a:pt x="8928" y="2804"/>
                  </a:cubicBezTo>
                  <a:cubicBezTo>
                    <a:pt x="8928" y="2720"/>
                    <a:pt x="8830" y="2636"/>
                    <a:pt x="8761" y="2581"/>
                  </a:cubicBezTo>
                  <a:cubicBezTo>
                    <a:pt x="8328" y="2232"/>
                    <a:pt x="7784" y="1953"/>
                    <a:pt x="7254" y="1799"/>
                  </a:cubicBezTo>
                  <a:cubicBezTo>
                    <a:pt x="6989" y="1730"/>
                    <a:pt x="6738" y="1646"/>
                    <a:pt x="6501" y="1534"/>
                  </a:cubicBezTo>
                  <a:cubicBezTo>
                    <a:pt x="6236" y="1437"/>
                    <a:pt x="5971" y="1297"/>
                    <a:pt x="5692" y="1228"/>
                  </a:cubicBezTo>
                  <a:cubicBezTo>
                    <a:pt x="5301" y="1130"/>
                    <a:pt x="4911" y="990"/>
                    <a:pt x="4548" y="837"/>
                  </a:cubicBezTo>
                  <a:cubicBezTo>
                    <a:pt x="4199" y="684"/>
                    <a:pt x="3921" y="614"/>
                    <a:pt x="3697" y="990"/>
                  </a:cubicBezTo>
                  <a:lnTo>
                    <a:pt x="3642" y="1046"/>
                  </a:lnTo>
                  <a:cubicBezTo>
                    <a:pt x="3307" y="1200"/>
                    <a:pt x="3042" y="1451"/>
                    <a:pt x="2833" y="1730"/>
                  </a:cubicBezTo>
                  <a:cubicBezTo>
                    <a:pt x="2791" y="1799"/>
                    <a:pt x="2623" y="1799"/>
                    <a:pt x="2581" y="1744"/>
                  </a:cubicBezTo>
                  <a:cubicBezTo>
                    <a:pt x="2442" y="1604"/>
                    <a:pt x="2302" y="1479"/>
                    <a:pt x="2163" y="1339"/>
                  </a:cubicBezTo>
                  <a:cubicBezTo>
                    <a:pt x="2093" y="1269"/>
                    <a:pt x="2051" y="1186"/>
                    <a:pt x="2051" y="1088"/>
                  </a:cubicBezTo>
                  <a:cubicBezTo>
                    <a:pt x="2051" y="990"/>
                    <a:pt x="2065" y="893"/>
                    <a:pt x="2093" y="809"/>
                  </a:cubicBezTo>
                  <a:cubicBezTo>
                    <a:pt x="2121" y="628"/>
                    <a:pt x="2051" y="474"/>
                    <a:pt x="1968" y="335"/>
                  </a:cubicBezTo>
                  <a:cubicBezTo>
                    <a:pt x="1912" y="209"/>
                    <a:pt x="1758" y="223"/>
                    <a:pt x="1647" y="195"/>
                  </a:cubicBezTo>
                  <a:cubicBezTo>
                    <a:pt x="1521" y="154"/>
                    <a:pt x="1396" y="84"/>
                    <a:pt x="1256" y="56"/>
                  </a:cubicBezTo>
                  <a:cubicBezTo>
                    <a:pt x="1117" y="0"/>
                    <a:pt x="977" y="0"/>
                    <a:pt x="838" y="70"/>
                  </a:cubicBezTo>
                  <a:cubicBezTo>
                    <a:pt x="573" y="195"/>
                    <a:pt x="350" y="363"/>
                    <a:pt x="57" y="433"/>
                  </a:cubicBezTo>
                  <a:cubicBezTo>
                    <a:pt x="15" y="433"/>
                    <a:pt x="1" y="502"/>
                    <a:pt x="1" y="558"/>
                  </a:cubicBezTo>
                  <a:cubicBezTo>
                    <a:pt x="1" y="600"/>
                    <a:pt x="29" y="670"/>
                    <a:pt x="71" y="684"/>
                  </a:cubicBezTo>
                  <a:cubicBezTo>
                    <a:pt x="154" y="739"/>
                    <a:pt x="238" y="767"/>
                    <a:pt x="336" y="781"/>
                  </a:cubicBezTo>
                  <a:cubicBezTo>
                    <a:pt x="447" y="823"/>
                    <a:pt x="559" y="851"/>
                    <a:pt x="629" y="977"/>
                  </a:cubicBezTo>
                  <a:cubicBezTo>
                    <a:pt x="726" y="1200"/>
                    <a:pt x="922" y="1269"/>
                    <a:pt x="1145" y="1269"/>
                  </a:cubicBezTo>
                  <a:cubicBezTo>
                    <a:pt x="1284" y="1269"/>
                    <a:pt x="1424" y="1256"/>
                    <a:pt x="1591" y="1256"/>
                  </a:cubicBezTo>
                  <a:cubicBezTo>
                    <a:pt x="1619" y="1256"/>
                    <a:pt x="1661" y="1297"/>
                    <a:pt x="1675" y="1325"/>
                  </a:cubicBezTo>
                  <a:cubicBezTo>
                    <a:pt x="1661" y="1339"/>
                    <a:pt x="1633" y="1381"/>
                    <a:pt x="1619" y="1381"/>
                  </a:cubicBezTo>
                  <a:cubicBezTo>
                    <a:pt x="1354" y="1367"/>
                    <a:pt x="1131" y="1548"/>
                    <a:pt x="852" y="1548"/>
                  </a:cubicBezTo>
                  <a:cubicBezTo>
                    <a:pt x="796" y="1548"/>
                    <a:pt x="768" y="1618"/>
                    <a:pt x="796" y="1660"/>
                  </a:cubicBezTo>
                  <a:cubicBezTo>
                    <a:pt x="963" y="1827"/>
                    <a:pt x="1075" y="2037"/>
                    <a:pt x="1131" y="2288"/>
                  </a:cubicBezTo>
                  <a:cubicBezTo>
                    <a:pt x="1173" y="2413"/>
                    <a:pt x="1340" y="2441"/>
                    <a:pt x="1424" y="2357"/>
                  </a:cubicBezTo>
                  <a:cubicBezTo>
                    <a:pt x="1479" y="2302"/>
                    <a:pt x="1521" y="2246"/>
                    <a:pt x="1563" y="2204"/>
                  </a:cubicBezTo>
                  <a:cubicBezTo>
                    <a:pt x="1619" y="2148"/>
                    <a:pt x="1675" y="2092"/>
                    <a:pt x="1745" y="2134"/>
                  </a:cubicBezTo>
                  <a:cubicBezTo>
                    <a:pt x="1940" y="2232"/>
                    <a:pt x="2121" y="2316"/>
                    <a:pt x="2302" y="2441"/>
                  </a:cubicBezTo>
                  <a:cubicBezTo>
                    <a:pt x="2428" y="2525"/>
                    <a:pt x="2540" y="2595"/>
                    <a:pt x="2679" y="2636"/>
                  </a:cubicBezTo>
                  <a:cubicBezTo>
                    <a:pt x="2916" y="2692"/>
                    <a:pt x="3139" y="2776"/>
                    <a:pt x="3363" y="2846"/>
                  </a:cubicBezTo>
                  <a:cubicBezTo>
                    <a:pt x="3502" y="2874"/>
                    <a:pt x="3642" y="2929"/>
                    <a:pt x="3767" y="2999"/>
                  </a:cubicBezTo>
                  <a:cubicBezTo>
                    <a:pt x="4032" y="3139"/>
                    <a:pt x="4255" y="3278"/>
                    <a:pt x="4339" y="3599"/>
                  </a:cubicBezTo>
                  <a:cubicBezTo>
                    <a:pt x="4353" y="3710"/>
                    <a:pt x="4451" y="3808"/>
                    <a:pt x="4492" y="3906"/>
                  </a:cubicBezTo>
                  <a:cubicBezTo>
                    <a:pt x="4534" y="3989"/>
                    <a:pt x="4590" y="4087"/>
                    <a:pt x="4618" y="4171"/>
                  </a:cubicBezTo>
                  <a:cubicBezTo>
                    <a:pt x="4660" y="4254"/>
                    <a:pt x="4632" y="4324"/>
                    <a:pt x="4562" y="4338"/>
                  </a:cubicBezTo>
                  <a:cubicBezTo>
                    <a:pt x="4325" y="4380"/>
                    <a:pt x="4199" y="4547"/>
                    <a:pt x="4102" y="4743"/>
                  </a:cubicBezTo>
                  <a:cubicBezTo>
                    <a:pt x="4032" y="4882"/>
                    <a:pt x="4074" y="4994"/>
                    <a:pt x="4213" y="5008"/>
                  </a:cubicBezTo>
                  <a:cubicBezTo>
                    <a:pt x="4451" y="5022"/>
                    <a:pt x="4632" y="4966"/>
                    <a:pt x="4841" y="4924"/>
                  </a:cubicBezTo>
                  <a:cubicBezTo>
                    <a:pt x="5092" y="4868"/>
                    <a:pt x="5315" y="4896"/>
                    <a:pt x="5469" y="5133"/>
                  </a:cubicBezTo>
                  <a:cubicBezTo>
                    <a:pt x="5511" y="5175"/>
                    <a:pt x="5566" y="5245"/>
                    <a:pt x="5608" y="5301"/>
                  </a:cubicBezTo>
                  <a:cubicBezTo>
                    <a:pt x="5720" y="5426"/>
                    <a:pt x="5845" y="5482"/>
                    <a:pt x="5999" y="5482"/>
                  </a:cubicBezTo>
                  <a:cubicBezTo>
                    <a:pt x="6278" y="5496"/>
                    <a:pt x="6571" y="5496"/>
                    <a:pt x="6850" y="5594"/>
                  </a:cubicBezTo>
                  <a:cubicBezTo>
                    <a:pt x="6961" y="5635"/>
                    <a:pt x="7073" y="5580"/>
                    <a:pt x="7198" y="5524"/>
                  </a:cubicBezTo>
                  <a:cubicBezTo>
                    <a:pt x="7352" y="5454"/>
                    <a:pt x="7380" y="5384"/>
                    <a:pt x="7338" y="5175"/>
                  </a:cubicBezTo>
                  <a:cubicBezTo>
                    <a:pt x="7338" y="5147"/>
                    <a:pt x="7310" y="5077"/>
                    <a:pt x="7324" y="5063"/>
                  </a:cubicBezTo>
                  <a:cubicBezTo>
                    <a:pt x="7477" y="4924"/>
                    <a:pt x="7659" y="4785"/>
                    <a:pt x="7826" y="4659"/>
                  </a:cubicBezTo>
                  <a:cubicBezTo>
                    <a:pt x="7966" y="4575"/>
                    <a:pt x="8147" y="4547"/>
                    <a:pt x="8314" y="4603"/>
                  </a:cubicBezTo>
                  <a:cubicBezTo>
                    <a:pt x="8468" y="4673"/>
                    <a:pt x="8607" y="4757"/>
                    <a:pt x="8775" y="4812"/>
                  </a:cubicBezTo>
                  <a:cubicBezTo>
                    <a:pt x="8914" y="4868"/>
                    <a:pt x="9012" y="4952"/>
                    <a:pt x="9095" y="5077"/>
                  </a:cubicBezTo>
                  <a:cubicBezTo>
                    <a:pt x="9291" y="5356"/>
                    <a:pt x="9514" y="5594"/>
                    <a:pt x="9723" y="5859"/>
                  </a:cubicBezTo>
                  <a:cubicBezTo>
                    <a:pt x="9863" y="6054"/>
                    <a:pt x="10058" y="6138"/>
                    <a:pt x="10281" y="6138"/>
                  </a:cubicBezTo>
                  <a:cubicBezTo>
                    <a:pt x="10672" y="6138"/>
                    <a:pt x="11048" y="6207"/>
                    <a:pt x="11383" y="6403"/>
                  </a:cubicBezTo>
                  <a:cubicBezTo>
                    <a:pt x="11397" y="6416"/>
                    <a:pt x="11439" y="6416"/>
                    <a:pt x="11453" y="6416"/>
                  </a:cubicBezTo>
                  <a:cubicBezTo>
                    <a:pt x="11509" y="6403"/>
                    <a:pt x="11564" y="6403"/>
                    <a:pt x="11578" y="6361"/>
                  </a:cubicBezTo>
                  <a:cubicBezTo>
                    <a:pt x="11606" y="6333"/>
                    <a:pt x="11634" y="6277"/>
                    <a:pt x="11606" y="6249"/>
                  </a:cubicBezTo>
                  <a:cubicBezTo>
                    <a:pt x="11606" y="6138"/>
                    <a:pt x="11564" y="6054"/>
                    <a:pt x="11453" y="6012"/>
                  </a:cubicBezTo>
                  <a:cubicBezTo>
                    <a:pt x="11257" y="5970"/>
                    <a:pt x="11299" y="5831"/>
                    <a:pt x="11313" y="5691"/>
                  </a:cubicBezTo>
                  <a:cubicBezTo>
                    <a:pt x="11174" y="5691"/>
                    <a:pt x="11020" y="5691"/>
                    <a:pt x="10937" y="54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66" name="Google Shape;1766;p56"/>
            <p:cNvSpPr/>
            <p:nvPr/>
          </p:nvSpPr>
          <p:spPr>
            <a:xfrm>
              <a:off x="5287675" y="3362250"/>
              <a:ext cx="151350" cy="171600"/>
            </a:xfrm>
            <a:custGeom>
              <a:avLst/>
              <a:gdLst/>
              <a:ahLst/>
              <a:cxnLst/>
              <a:rect l="l" t="t" r="r" b="b"/>
              <a:pathLst>
                <a:path w="6054" h="6864" extrusionOk="0">
                  <a:moveTo>
                    <a:pt x="84" y="4074"/>
                  </a:moveTo>
                  <a:cubicBezTo>
                    <a:pt x="196" y="4325"/>
                    <a:pt x="237" y="4590"/>
                    <a:pt x="293" y="4827"/>
                  </a:cubicBezTo>
                  <a:cubicBezTo>
                    <a:pt x="335" y="4980"/>
                    <a:pt x="405" y="5162"/>
                    <a:pt x="586" y="5190"/>
                  </a:cubicBezTo>
                  <a:cubicBezTo>
                    <a:pt x="628" y="5190"/>
                    <a:pt x="656" y="5259"/>
                    <a:pt x="656" y="5301"/>
                  </a:cubicBezTo>
                  <a:cubicBezTo>
                    <a:pt x="642" y="5496"/>
                    <a:pt x="753" y="5664"/>
                    <a:pt x="781" y="5859"/>
                  </a:cubicBezTo>
                  <a:cubicBezTo>
                    <a:pt x="823" y="6054"/>
                    <a:pt x="921" y="6152"/>
                    <a:pt x="1116" y="6166"/>
                  </a:cubicBezTo>
                  <a:cubicBezTo>
                    <a:pt x="1242" y="6194"/>
                    <a:pt x="1353" y="6194"/>
                    <a:pt x="1465" y="6194"/>
                  </a:cubicBezTo>
                  <a:cubicBezTo>
                    <a:pt x="1604" y="6166"/>
                    <a:pt x="1688" y="6236"/>
                    <a:pt x="1744" y="6361"/>
                  </a:cubicBezTo>
                  <a:cubicBezTo>
                    <a:pt x="1814" y="6487"/>
                    <a:pt x="1897" y="6515"/>
                    <a:pt x="2037" y="6473"/>
                  </a:cubicBezTo>
                  <a:cubicBezTo>
                    <a:pt x="2176" y="6417"/>
                    <a:pt x="2316" y="6375"/>
                    <a:pt x="2455" y="6347"/>
                  </a:cubicBezTo>
                  <a:cubicBezTo>
                    <a:pt x="2511" y="6333"/>
                    <a:pt x="2567" y="6305"/>
                    <a:pt x="2595" y="6333"/>
                  </a:cubicBezTo>
                  <a:cubicBezTo>
                    <a:pt x="2804" y="6403"/>
                    <a:pt x="2999" y="6473"/>
                    <a:pt x="3194" y="6556"/>
                  </a:cubicBezTo>
                  <a:cubicBezTo>
                    <a:pt x="3236" y="6570"/>
                    <a:pt x="3264" y="6682"/>
                    <a:pt x="3306" y="6724"/>
                  </a:cubicBezTo>
                  <a:cubicBezTo>
                    <a:pt x="3376" y="6794"/>
                    <a:pt x="3446" y="6863"/>
                    <a:pt x="3557" y="6835"/>
                  </a:cubicBezTo>
                  <a:cubicBezTo>
                    <a:pt x="3697" y="6780"/>
                    <a:pt x="3836" y="6724"/>
                    <a:pt x="3976" y="6710"/>
                  </a:cubicBezTo>
                  <a:cubicBezTo>
                    <a:pt x="4031" y="6696"/>
                    <a:pt x="4115" y="6724"/>
                    <a:pt x="4171" y="6752"/>
                  </a:cubicBezTo>
                  <a:cubicBezTo>
                    <a:pt x="4269" y="6766"/>
                    <a:pt x="4352" y="6696"/>
                    <a:pt x="4380" y="6612"/>
                  </a:cubicBezTo>
                  <a:cubicBezTo>
                    <a:pt x="4380" y="6584"/>
                    <a:pt x="4394" y="6556"/>
                    <a:pt x="4380" y="6543"/>
                  </a:cubicBezTo>
                  <a:cubicBezTo>
                    <a:pt x="4310" y="6375"/>
                    <a:pt x="4310" y="6222"/>
                    <a:pt x="4408" y="6068"/>
                  </a:cubicBezTo>
                  <a:cubicBezTo>
                    <a:pt x="4464" y="5985"/>
                    <a:pt x="4492" y="5845"/>
                    <a:pt x="4478" y="5720"/>
                  </a:cubicBezTo>
                  <a:cubicBezTo>
                    <a:pt x="4450" y="5510"/>
                    <a:pt x="4520" y="5329"/>
                    <a:pt x="4659" y="5190"/>
                  </a:cubicBezTo>
                  <a:cubicBezTo>
                    <a:pt x="4868" y="4966"/>
                    <a:pt x="4952" y="4701"/>
                    <a:pt x="5078" y="4450"/>
                  </a:cubicBezTo>
                  <a:cubicBezTo>
                    <a:pt x="5119" y="4311"/>
                    <a:pt x="5175" y="4185"/>
                    <a:pt x="5231" y="4046"/>
                  </a:cubicBezTo>
                  <a:cubicBezTo>
                    <a:pt x="5259" y="3934"/>
                    <a:pt x="5357" y="3906"/>
                    <a:pt x="5454" y="3892"/>
                  </a:cubicBezTo>
                  <a:cubicBezTo>
                    <a:pt x="5524" y="3864"/>
                    <a:pt x="5594" y="3892"/>
                    <a:pt x="5663" y="3864"/>
                  </a:cubicBezTo>
                  <a:cubicBezTo>
                    <a:pt x="5719" y="3864"/>
                    <a:pt x="5747" y="3836"/>
                    <a:pt x="5803" y="3823"/>
                  </a:cubicBezTo>
                  <a:cubicBezTo>
                    <a:pt x="5859" y="3795"/>
                    <a:pt x="5873" y="3697"/>
                    <a:pt x="5859" y="3627"/>
                  </a:cubicBezTo>
                  <a:cubicBezTo>
                    <a:pt x="5775" y="3446"/>
                    <a:pt x="5566" y="3376"/>
                    <a:pt x="5440" y="3223"/>
                  </a:cubicBezTo>
                  <a:cubicBezTo>
                    <a:pt x="5370" y="3139"/>
                    <a:pt x="5357" y="3069"/>
                    <a:pt x="5384" y="2958"/>
                  </a:cubicBezTo>
                  <a:cubicBezTo>
                    <a:pt x="5426" y="2874"/>
                    <a:pt x="5426" y="2776"/>
                    <a:pt x="5357" y="2707"/>
                  </a:cubicBezTo>
                  <a:cubicBezTo>
                    <a:pt x="5105" y="2456"/>
                    <a:pt x="5161" y="2177"/>
                    <a:pt x="5287" y="1898"/>
                  </a:cubicBezTo>
                  <a:cubicBezTo>
                    <a:pt x="5315" y="1814"/>
                    <a:pt x="5384" y="1744"/>
                    <a:pt x="5468" y="1688"/>
                  </a:cubicBezTo>
                  <a:cubicBezTo>
                    <a:pt x="5566" y="1633"/>
                    <a:pt x="5608" y="1549"/>
                    <a:pt x="5608" y="1465"/>
                  </a:cubicBezTo>
                  <a:cubicBezTo>
                    <a:pt x="5635" y="1354"/>
                    <a:pt x="5677" y="1284"/>
                    <a:pt x="5789" y="1270"/>
                  </a:cubicBezTo>
                  <a:cubicBezTo>
                    <a:pt x="5873" y="1256"/>
                    <a:pt x="5984" y="1242"/>
                    <a:pt x="6026" y="1144"/>
                  </a:cubicBezTo>
                  <a:cubicBezTo>
                    <a:pt x="6054" y="1130"/>
                    <a:pt x="6054" y="1103"/>
                    <a:pt x="6054" y="1075"/>
                  </a:cubicBezTo>
                  <a:cubicBezTo>
                    <a:pt x="6054" y="1061"/>
                    <a:pt x="6054" y="1033"/>
                    <a:pt x="6026" y="1033"/>
                  </a:cubicBezTo>
                  <a:cubicBezTo>
                    <a:pt x="5873" y="935"/>
                    <a:pt x="5705" y="838"/>
                    <a:pt x="5524" y="754"/>
                  </a:cubicBezTo>
                  <a:cubicBezTo>
                    <a:pt x="5357" y="656"/>
                    <a:pt x="5175" y="586"/>
                    <a:pt x="5161" y="349"/>
                  </a:cubicBezTo>
                  <a:cubicBezTo>
                    <a:pt x="5050" y="238"/>
                    <a:pt x="4966" y="126"/>
                    <a:pt x="4868" y="29"/>
                  </a:cubicBezTo>
                  <a:cubicBezTo>
                    <a:pt x="4826" y="1"/>
                    <a:pt x="4729" y="15"/>
                    <a:pt x="4673" y="15"/>
                  </a:cubicBezTo>
                  <a:cubicBezTo>
                    <a:pt x="4547" y="56"/>
                    <a:pt x="4450" y="98"/>
                    <a:pt x="4394" y="224"/>
                  </a:cubicBezTo>
                  <a:cubicBezTo>
                    <a:pt x="4324" y="349"/>
                    <a:pt x="4269" y="489"/>
                    <a:pt x="4199" y="614"/>
                  </a:cubicBezTo>
                  <a:cubicBezTo>
                    <a:pt x="4143" y="698"/>
                    <a:pt x="4087" y="782"/>
                    <a:pt x="4017" y="838"/>
                  </a:cubicBezTo>
                  <a:cubicBezTo>
                    <a:pt x="3850" y="963"/>
                    <a:pt x="3697" y="1117"/>
                    <a:pt x="3501" y="1186"/>
                  </a:cubicBezTo>
                  <a:cubicBezTo>
                    <a:pt x="3222" y="1312"/>
                    <a:pt x="3013" y="1479"/>
                    <a:pt x="2874" y="1744"/>
                  </a:cubicBezTo>
                  <a:cubicBezTo>
                    <a:pt x="2804" y="1870"/>
                    <a:pt x="2692" y="1967"/>
                    <a:pt x="2609" y="2093"/>
                  </a:cubicBezTo>
                  <a:cubicBezTo>
                    <a:pt x="2455" y="2316"/>
                    <a:pt x="2260" y="2470"/>
                    <a:pt x="1981" y="2525"/>
                  </a:cubicBezTo>
                  <a:cubicBezTo>
                    <a:pt x="1716" y="2581"/>
                    <a:pt x="1562" y="2749"/>
                    <a:pt x="1479" y="2986"/>
                  </a:cubicBezTo>
                  <a:lnTo>
                    <a:pt x="1367" y="3237"/>
                  </a:lnTo>
                  <a:cubicBezTo>
                    <a:pt x="1339" y="3334"/>
                    <a:pt x="1214" y="3362"/>
                    <a:pt x="1130" y="3348"/>
                  </a:cubicBezTo>
                  <a:cubicBezTo>
                    <a:pt x="977" y="3292"/>
                    <a:pt x="809" y="3237"/>
                    <a:pt x="656" y="3167"/>
                  </a:cubicBezTo>
                  <a:cubicBezTo>
                    <a:pt x="502" y="3125"/>
                    <a:pt x="391" y="3139"/>
                    <a:pt x="293" y="3292"/>
                  </a:cubicBezTo>
                  <a:cubicBezTo>
                    <a:pt x="251" y="3348"/>
                    <a:pt x="209" y="3418"/>
                    <a:pt x="168" y="3474"/>
                  </a:cubicBezTo>
                  <a:cubicBezTo>
                    <a:pt x="84" y="3641"/>
                    <a:pt x="0" y="3864"/>
                    <a:pt x="84" y="40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67" name="Google Shape;1767;p56"/>
            <p:cNvSpPr/>
            <p:nvPr/>
          </p:nvSpPr>
          <p:spPr>
            <a:xfrm>
              <a:off x="4288950" y="3648200"/>
              <a:ext cx="116500" cy="209250"/>
            </a:xfrm>
            <a:custGeom>
              <a:avLst/>
              <a:gdLst/>
              <a:ahLst/>
              <a:cxnLst/>
              <a:rect l="l" t="t" r="r" b="b"/>
              <a:pathLst>
                <a:path w="4660" h="8370" extrusionOk="0">
                  <a:moveTo>
                    <a:pt x="4157" y="28"/>
                  </a:moveTo>
                  <a:cubicBezTo>
                    <a:pt x="4115" y="0"/>
                    <a:pt x="4059" y="0"/>
                    <a:pt x="4032" y="56"/>
                  </a:cubicBezTo>
                  <a:cubicBezTo>
                    <a:pt x="3920" y="154"/>
                    <a:pt x="3850" y="279"/>
                    <a:pt x="3836" y="419"/>
                  </a:cubicBezTo>
                  <a:cubicBezTo>
                    <a:pt x="3822" y="558"/>
                    <a:pt x="3753" y="684"/>
                    <a:pt x="3613" y="754"/>
                  </a:cubicBezTo>
                  <a:cubicBezTo>
                    <a:pt x="3599" y="782"/>
                    <a:pt x="3571" y="851"/>
                    <a:pt x="3543" y="865"/>
                  </a:cubicBezTo>
                  <a:cubicBezTo>
                    <a:pt x="3418" y="963"/>
                    <a:pt x="3264" y="1005"/>
                    <a:pt x="3223" y="1214"/>
                  </a:cubicBezTo>
                  <a:cubicBezTo>
                    <a:pt x="3209" y="1423"/>
                    <a:pt x="3055" y="1591"/>
                    <a:pt x="2846" y="1702"/>
                  </a:cubicBezTo>
                  <a:cubicBezTo>
                    <a:pt x="2651" y="1814"/>
                    <a:pt x="2511" y="2009"/>
                    <a:pt x="2316" y="2093"/>
                  </a:cubicBezTo>
                  <a:cubicBezTo>
                    <a:pt x="2135" y="2190"/>
                    <a:pt x="1925" y="2232"/>
                    <a:pt x="1716" y="2288"/>
                  </a:cubicBezTo>
                  <a:cubicBezTo>
                    <a:pt x="1688" y="2288"/>
                    <a:pt x="1660" y="2302"/>
                    <a:pt x="1646" y="2302"/>
                  </a:cubicBezTo>
                  <a:cubicBezTo>
                    <a:pt x="1451" y="2386"/>
                    <a:pt x="1242" y="2455"/>
                    <a:pt x="1047" y="2539"/>
                  </a:cubicBezTo>
                  <a:cubicBezTo>
                    <a:pt x="977" y="2707"/>
                    <a:pt x="907" y="2860"/>
                    <a:pt x="823" y="2999"/>
                  </a:cubicBezTo>
                  <a:cubicBezTo>
                    <a:pt x="642" y="3292"/>
                    <a:pt x="642" y="3585"/>
                    <a:pt x="754" y="3892"/>
                  </a:cubicBezTo>
                  <a:lnTo>
                    <a:pt x="851" y="4143"/>
                  </a:lnTo>
                  <a:cubicBezTo>
                    <a:pt x="977" y="4408"/>
                    <a:pt x="949" y="4673"/>
                    <a:pt x="768" y="4896"/>
                  </a:cubicBezTo>
                  <a:cubicBezTo>
                    <a:pt x="600" y="5120"/>
                    <a:pt x="489" y="5385"/>
                    <a:pt x="293" y="5636"/>
                  </a:cubicBezTo>
                  <a:cubicBezTo>
                    <a:pt x="84" y="5915"/>
                    <a:pt x="0" y="6236"/>
                    <a:pt x="140" y="6570"/>
                  </a:cubicBezTo>
                  <a:cubicBezTo>
                    <a:pt x="210" y="6724"/>
                    <a:pt x="224" y="6905"/>
                    <a:pt x="224" y="7058"/>
                  </a:cubicBezTo>
                  <a:cubicBezTo>
                    <a:pt x="224" y="7198"/>
                    <a:pt x="224" y="7351"/>
                    <a:pt x="252" y="7491"/>
                  </a:cubicBezTo>
                  <a:cubicBezTo>
                    <a:pt x="265" y="7589"/>
                    <a:pt x="293" y="7686"/>
                    <a:pt x="349" y="7756"/>
                  </a:cubicBezTo>
                  <a:cubicBezTo>
                    <a:pt x="530" y="8035"/>
                    <a:pt x="809" y="8188"/>
                    <a:pt x="1088" y="8300"/>
                  </a:cubicBezTo>
                  <a:cubicBezTo>
                    <a:pt x="1256" y="8370"/>
                    <a:pt x="1395" y="8230"/>
                    <a:pt x="1549" y="8160"/>
                  </a:cubicBezTo>
                  <a:cubicBezTo>
                    <a:pt x="1660" y="8105"/>
                    <a:pt x="1786" y="8105"/>
                    <a:pt x="1897" y="8091"/>
                  </a:cubicBezTo>
                  <a:cubicBezTo>
                    <a:pt x="2162" y="8077"/>
                    <a:pt x="2358" y="7937"/>
                    <a:pt x="2455" y="7686"/>
                  </a:cubicBezTo>
                  <a:cubicBezTo>
                    <a:pt x="2553" y="7519"/>
                    <a:pt x="2623" y="7337"/>
                    <a:pt x="2693" y="7170"/>
                  </a:cubicBezTo>
                  <a:cubicBezTo>
                    <a:pt x="2846" y="6752"/>
                    <a:pt x="2971" y="6291"/>
                    <a:pt x="3153" y="5887"/>
                  </a:cubicBezTo>
                  <a:cubicBezTo>
                    <a:pt x="3432" y="5287"/>
                    <a:pt x="3613" y="4617"/>
                    <a:pt x="3892" y="4004"/>
                  </a:cubicBezTo>
                  <a:cubicBezTo>
                    <a:pt x="3962" y="3836"/>
                    <a:pt x="4018" y="3641"/>
                    <a:pt x="4046" y="3446"/>
                  </a:cubicBezTo>
                  <a:cubicBezTo>
                    <a:pt x="4101" y="3223"/>
                    <a:pt x="4157" y="2985"/>
                    <a:pt x="4241" y="2776"/>
                  </a:cubicBezTo>
                  <a:cubicBezTo>
                    <a:pt x="4311" y="2581"/>
                    <a:pt x="4297" y="2330"/>
                    <a:pt x="4548" y="2246"/>
                  </a:cubicBezTo>
                  <a:cubicBezTo>
                    <a:pt x="4617" y="2149"/>
                    <a:pt x="4659" y="2037"/>
                    <a:pt x="4659" y="1911"/>
                  </a:cubicBezTo>
                  <a:cubicBezTo>
                    <a:pt x="4645" y="1702"/>
                    <a:pt x="4590" y="1479"/>
                    <a:pt x="4590" y="1270"/>
                  </a:cubicBezTo>
                  <a:cubicBezTo>
                    <a:pt x="4603" y="796"/>
                    <a:pt x="4450" y="405"/>
                    <a:pt x="4157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68" name="Google Shape;1768;p56"/>
            <p:cNvSpPr/>
            <p:nvPr/>
          </p:nvSpPr>
          <p:spPr>
            <a:xfrm>
              <a:off x="4234200" y="1881600"/>
              <a:ext cx="134975" cy="249725"/>
            </a:xfrm>
            <a:custGeom>
              <a:avLst/>
              <a:gdLst/>
              <a:ahLst/>
              <a:cxnLst/>
              <a:rect l="l" t="t" r="r" b="b"/>
              <a:pathLst>
                <a:path w="5399" h="9989" extrusionOk="0">
                  <a:moveTo>
                    <a:pt x="503" y="6417"/>
                  </a:moveTo>
                  <a:cubicBezTo>
                    <a:pt x="307" y="6626"/>
                    <a:pt x="349" y="6919"/>
                    <a:pt x="210" y="7129"/>
                  </a:cubicBezTo>
                  <a:cubicBezTo>
                    <a:pt x="140" y="7254"/>
                    <a:pt x="168" y="7352"/>
                    <a:pt x="279" y="7435"/>
                  </a:cubicBezTo>
                  <a:cubicBezTo>
                    <a:pt x="321" y="7491"/>
                    <a:pt x="363" y="7547"/>
                    <a:pt x="391" y="7617"/>
                  </a:cubicBezTo>
                  <a:cubicBezTo>
                    <a:pt x="489" y="7756"/>
                    <a:pt x="433" y="7965"/>
                    <a:pt x="279" y="8049"/>
                  </a:cubicBezTo>
                  <a:cubicBezTo>
                    <a:pt x="168" y="8105"/>
                    <a:pt x="42" y="8133"/>
                    <a:pt x="28" y="8272"/>
                  </a:cubicBezTo>
                  <a:cubicBezTo>
                    <a:pt x="0" y="8412"/>
                    <a:pt x="0" y="8551"/>
                    <a:pt x="70" y="8691"/>
                  </a:cubicBezTo>
                  <a:cubicBezTo>
                    <a:pt x="112" y="8830"/>
                    <a:pt x="224" y="8942"/>
                    <a:pt x="349" y="9012"/>
                  </a:cubicBezTo>
                  <a:cubicBezTo>
                    <a:pt x="391" y="9040"/>
                    <a:pt x="489" y="9081"/>
                    <a:pt x="531" y="9067"/>
                  </a:cubicBezTo>
                  <a:cubicBezTo>
                    <a:pt x="628" y="9067"/>
                    <a:pt x="726" y="9012"/>
                    <a:pt x="810" y="8998"/>
                  </a:cubicBezTo>
                  <a:cubicBezTo>
                    <a:pt x="977" y="8956"/>
                    <a:pt x="1088" y="9040"/>
                    <a:pt x="1200" y="9151"/>
                  </a:cubicBezTo>
                  <a:cubicBezTo>
                    <a:pt x="1256" y="9221"/>
                    <a:pt x="1298" y="9318"/>
                    <a:pt x="1326" y="9416"/>
                  </a:cubicBezTo>
                  <a:cubicBezTo>
                    <a:pt x="1340" y="9639"/>
                    <a:pt x="1493" y="9737"/>
                    <a:pt x="1688" y="9793"/>
                  </a:cubicBezTo>
                  <a:cubicBezTo>
                    <a:pt x="1814" y="9835"/>
                    <a:pt x="1911" y="9849"/>
                    <a:pt x="2023" y="9904"/>
                  </a:cubicBezTo>
                  <a:cubicBezTo>
                    <a:pt x="2121" y="9946"/>
                    <a:pt x="2232" y="9988"/>
                    <a:pt x="2372" y="9974"/>
                  </a:cubicBezTo>
                  <a:cubicBezTo>
                    <a:pt x="2455" y="9946"/>
                    <a:pt x="2553" y="9974"/>
                    <a:pt x="2651" y="9974"/>
                  </a:cubicBezTo>
                  <a:lnTo>
                    <a:pt x="2651" y="9988"/>
                  </a:lnTo>
                  <a:lnTo>
                    <a:pt x="3083" y="9988"/>
                  </a:lnTo>
                  <a:cubicBezTo>
                    <a:pt x="3111" y="9988"/>
                    <a:pt x="3167" y="9932"/>
                    <a:pt x="3181" y="9904"/>
                  </a:cubicBezTo>
                  <a:cubicBezTo>
                    <a:pt x="3223" y="9835"/>
                    <a:pt x="3223" y="9765"/>
                    <a:pt x="3237" y="9695"/>
                  </a:cubicBezTo>
                  <a:cubicBezTo>
                    <a:pt x="3278" y="9584"/>
                    <a:pt x="3237" y="9500"/>
                    <a:pt x="3153" y="9444"/>
                  </a:cubicBezTo>
                  <a:cubicBezTo>
                    <a:pt x="3013" y="9360"/>
                    <a:pt x="2860" y="9277"/>
                    <a:pt x="2720" y="9179"/>
                  </a:cubicBezTo>
                  <a:cubicBezTo>
                    <a:pt x="2330" y="8928"/>
                    <a:pt x="2065" y="8551"/>
                    <a:pt x="1925" y="8105"/>
                  </a:cubicBezTo>
                  <a:cubicBezTo>
                    <a:pt x="1856" y="7896"/>
                    <a:pt x="1828" y="7686"/>
                    <a:pt x="1772" y="7477"/>
                  </a:cubicBezTo>
                  <a:cubicBezTo>
                    <a:pt x="1702" y="7156"/>
                    <a:pt x="1786" y="6850"/>
                    <a:pt x="1786" y="6557"/>
                  </a:cubicBezTo>
                  <a:cubicBezTo>
                    <a:pt x="1786" y="6389"/>
                    <a:pt x="1884" y="6292"/>
                    <a:pt x="1967" y="6166"/>
                  </a:cubicBezTo>
                  <a:cubicBezTo>
                    <a:pt x="2023" y="6082"/>
                    <a:pt x="2051" y="5999"/>
                    <a:pt x="2051" y="5901"/>
                  </a:cubicBezTo>
                  <a:cubicBezTo>
                    <a:pt x="2121" y="5511"/>
                    <a:pt x="2176" y="5106"/>
                    <a:pt x="2232" y="4701"/>
                  </a:cubicBezTo>
                  <a:cubicBezTo>
                    <a:pt x="2246" y="4534"/>
                    <a:pt x="2302" y="4353"/>
                    <a:pt x="2455" y="4269"/>
                  </a:cubicBezTo>
                  <a:cubicBezTo>
                    <a:pt x="2679" y="4130"/>
                    <a:pt x="2804" y="3948"/>
                    <a:pt x="2888" y="3725"/>
                  </a:cubicBezTo>
                  <a:cubicBezTo>
                    <a:pt x="2999" y="3432"/>
                    <a:pt x="3209" y="3181"/>
                    <a:pt x="3362" y="2930"/>
                  </a:cubicBezTo>
                  <a:cubicBezTo>
                    <a:pt x="3516" y="2679"/>
                    <a:pt x="3697" y="2456"/>
                    <a:pt x="3920" y="2260"/>
                  </a:cubicBezTo>
                  <a:cubicBezTo>
                    <a:pt x="4185" y="2037"/>
                    <a:pt x="4408" y="1814"/>
                    <a:pt x="4715" y="1647"/>
                  </a:cubicBezTo>
                  <a:cubicBezTo>
                    <a:pt x="4841" y="1577"/>
                    <a:pt x="4952" y="1479"/>
                    <a:pt x="5064" y="1396"/>
                  </a:cubicBezTo>
                  <a:cubicBezTo>
                    <a:pt x="5329" y="1214"/>
                    <a:pt x="5399" y="1005"/>
                    <a:pt x="5301" y="712"/>
                  </a:cubicBezTo>
                  <a:lnTo>
                    <a:pt x="5245" y="503"/>
                  </a:lnTo>
                  <a:cubicBezTo>
                    <a:pt x="5231" y="391"/>
                    <a:pt x="5175" y="322"/>
                    <a:pt x="5092" y="280"/>
                  </a:cubicBezTo>
                  <a:cubicBezTo>
                    <a:pt x="5036" y="238"/>
                    <a:pt x="4966" y="182"/>
                    <a:pt x="4910" y="140"/>
                  </a:cubicBezTo>
                  <a:cubicBezTo>
                    <a:pt x="4743" y="1"/>
                    <a:pt x="4548" y="1"/>
                    <a:pt x="4366" y="98"/>
                  </a:cubicBezTo>
                  <a:cubicBezTo>
                    <a:pt x="4115" y="238"/>
                    <a:pt x="3878" y="419"/>
                    <a:pt x="3850" y="740"/>
                  </a:cubicBezTo>
                  <a:cubicBezTo>
                    <a:pt x="3836" y="949"/>
                    <a:pt x="3669" y="1089"/>
                    <a:pt x="3516" y="1200"/>
                  </a:cubicBezTo>
                  <a:cubicBezTo>
                    <a:pt x="3292" y="1326"/>
                    <a:pt x="3069" y="1493"/>
                    <a:pt x="2804" y="1493"/>
                  </a:cubicBezTo>
                  <a:cubicBezTo>
                    <a:pt x="2372" y="1493"/>
                    <a:pt x="2107" y="1758"/>
                    <a:pt x="1884" y="2065"/>
                  </a:cubicBezTo>
                  <a:cubicBezTo>
                    <a:pt x="1856" y="2093"/>
                    <a:pt x="1842" y="2107"/>
                    <a:pt x="1842" y="2121"/>
                  </a:cubicBezTo>
                  <a:cubicBezTo>
                    <a:pt x="1786" y="2247"/>
                    <a:pt x="1688" y="2302"/>
                    <a:pt x="1563" y="2330"/>
                  </a:cubicBezTo>
                  <a:cubicBezTo>
                    <a:pt x="1479" y="2372"/>
                    <a:pt x="1409" y="2414"/>
                    <a:pt x="1395" y="2526"/>
                  </a:cubicBezTo>
                  <a:cubicBezTo>
                    <a:pt x="1354" y="2651"/>
                    <a:pt x="1340" y="2749"/>
                    <a:pt x="1270" y="2860"/>
                  </a:cubicBezTo>
                  <a:cubicBezTo>
                    <a:pt x="1200" y="2958"/>
                    <a:pt x="1186" y="3070"/>
                    <a:pt x="1214" y="3181"/>
                  </a:cubicBezTo>
                  <a:cubicBezTo>
                    <a:pt x="1214" y="3223"/>
                    <a:pt x="1200" y="3279"/>
                    <a:pt x="1158" y="3307"/>
                  </a:cubicBezTo>
                  <a:cubicBezTo>
                    <a:pt x="1144" y="3321"/>
                    <a:pt x="1130" y="3348"/>
                    <a:pt x="1088" y="3348"/>
                  </a:cubicBezTo>
                  <a:cubicBezTo>
                    <a:pt x="977" y="3376"/>
                    <a:pt x="907" y="3488"/>
                    <a:pt x="837" y="3586"/>
                  </a:cubicBezTo>
                  <a:cubicBezTo>
                    <a:pt x="782" y="3669"/>
                    <a:pt x="670" y="3697"/>
                    <a:pt x="586" y="3697"/>
                  </a:cubicBezTo>
                  <a:cubicBezTo>
                    <a:pt x="517" y="3697"/>
                    <a:pt x="489" y="3809"/>
                    <a:pt x="503" y="3851"/>
                  </a:cubicBezTo>
                  <a:cubicBezTo>
                    <a:pt x="586" y="3990"/>
                    <a:pt x="726" y="4130"/>
                    <a:pt x="740" y="4283"/>
                  </a:cubicBezTo>
                  <a:cubicBezTo>
                    <a:pt x="782" y="4464"/>
                    <a:pt x="712" y="4674"/>
                    <a:pt x="712" y="4841"/>
                  </a:cubicBezTo>
                  <a:cubicBezTo>
                    <a:pt x="712" y="4967"/>
                    <a:pt x="670" y="5064"/>
                    <a:pt x="628" y="5176"/>
                  </a:cubicBezTo>
                  <a:cubicBezTo>
                    <a:pt x="531" y="5315"/>
                    <a:pt x="461" y="5469"/>
                    <a:pt x="377" y="5608"/>
                  </a:cubicBezTo>
                  <a:cubicBezTo>
                    <a:pt x="321" y="5720"/>
                    <a:pt x="349" y="5817"/>
                    <a:pt x="447" y="5929"/>
                  </a:cubicBezTo>
                  <a:cubicBezTo>
                    <a:pt x="586" y="6166"/>
                    <a:pt x="628" y="6278"/>
                    <a:pt x="503" y="64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69" name="Google Shape;1769;p56"/>
            <p:cNvSpPr/>
            <p:nvPr/>
          </p:nvSpPr>
          <p:spPr>
            <a:xfrm>
              <a:off x="5542925" y="2719925"/>
              <a:ext cx="154150" cy="227725"/>
            </a:xfrm>
            <a:custGeom>
              <a:avLst/>
              <a:gdLst/>
              <a:ahLst/>
              <a:cxnLst/>
              <a:rect l="l" t="t" r="r" b="b"/>
              <a:pathLst>
                <a:path w="6166" h="9109" extrusionOk="0">
                  <a:moveTo>
                    <a:pt x="1019" y="9053"/>
                  </a:moveTo>
                  <a:cubicBezTo>
                    <a:pt x="1033" y="9039"/>
                    <a:pt x="1061" y="9039"/>
                    <a:pt x="1061" y="9025"/>
                  </a:cubicBezTo>
                  <a:cubicBezTo>
                    <a:pt x="1130" y="8913"/>
                    <a:pt x="1228" y="8830"/>
                    <a:pt x="1242" y="8704"/>
                  </a:cubicBezTo>
                  <a:cubicBezTo>
                    <a:pt x="1298" y="8328"/>
                    <a:pt x="1312" y="7965"/>
                    <a:pt x="1368" y="7574"/>
                  </a:cubicBezTo>
                  <a:cubicBezTo>
                    <a:pt x="1242" y="7337"/>
                    <a:pt x="1228" y="7002"/>
                    <a:pt x="865" y="6947"/>
                  </a:cubicBezTo>
                  <a:cubicBezTo>
                    <a:pt x="865" y="6947"/>
                    <a:pt x="838" y="6905"/>
                    <a:pt x="838" y="6891"/>
                  </a:cubicBezTo>
                  <a:cubicBezTo>
                    <a:pt x="838" y="6877"/>
                    <a:pt x="865" y="6849"/>
                    <a:pt x="879" y="6849"/>
                  </a:cubicBezTo>
                  <a:cubicBezTo>
                    <a:pt x="907" y="6821"/>
                    <a:pt x="963" y="6793"/>
                    <a:pt x="1005" y="6793"/>
                  </a:cubicBezTo>
                  <a:cubicBezTo>
                    <a:pt x="1158" y="6793"/>
                    <a:pt x="1284" y="6793"/>
                    <a:pt x="1368" y="6640"/>
                  </a:cubicBezTo>
                  <a:cubicBezTo>
                    <a:pt x="1382" y="6584"/>
                    <a:pt x="1465" y="6528"/>
                    <a:pt x="1535" y="6514"/>
                  </a:cubicBezTo>
                  <a:cubicBezTo>
                    <a:pt x="1744" y="6458"/>
                    <a:pt x="1953" y="6431"/>
                    <a:pt x="2163" y="6472"/>
                  </a:cubicBezTo>
                  <a:cubicBezTo>
                    <a:pt x="2163" y="6472"/>
                    <a:pt x="2163" y="6458"/>
                    <a:pt x="2191" y="6458"/>
                  </a:cubicBezTo>
                  <a:lnTo>
                    <a:pt x="2205" y="6417"/>
                  </a:lnTo>
                  <a:lnTo>
                    <a:pt x="2191" y="6472"/>
                  </a:lnTo>
                  <a:lnTo>
                    <a:pt x="2163" y="6472"/>
                  </a:lnTo>
                  <a:cubicBezTo>
                    <a:pt x="2079" y="6598"/>
                    <a:pt x="2009" y="6696"/>
                    <a:pt x="1842" y="6696"/>
                  </a:cubicBezTo>
                  <a:cubicBezTo>
                    <a:pt x="1786" y="6696"/>
                    <a:pt x="1730" y="6696"/>
                    <a:pt x="1702" y="6724"/>
                  </a:cubicBezTo>
                  <a:cubicBezTo>
                    <a:pt x="1563" y="6751"/>
                    <a:pt x="1423" y="6975"/>
                    <a:pt x="1465" y="7114"/>
                  </a:cubicBezTo>
                  <a:cubicBezTo>
                    <a:pt x="1507" y="7226"/>
                    <a:pt x="1563" y="7351"/>
                    <a:pt x="1605" y="7449"/>
                  </a:cubicBezTo>
                  <a:lnTo>
                    <a:pt x="1661" y="7505"/>
                  </a:lnTo>
                  <a:cubicBezTo>
                    <a:pt x="1772" y="7630"/>
                    <a:pt x="1953" y="7602"/>
                    <a:pt x="1995" y="7449"/>
                  </a:cubicBezTo>
                  <a:cubicBezTo>
                    <a:pt x="2023" y="7323"/>
                    <a:pt x="2051" y="7226"/>
                    <a:pt x="2149" y="7142"/>
                  </a:cubicBezTo>
                  <a:cubicBezTo>
                    <a:pt x="2260" y="7044"/>
                    <a:pt x="2372" y="7100"/>
                    <a:pt x="2497" y="7114"/>
                  </a:cubicBezTo>
                  <a:lnTo>
                    <a:pt x="2567" y="7114"/>
                  </a:lnTo>
                  <a:cubicBezTo>
                    <a:pt x="2721" y="7072"/>
                    <a:pt x="2832" y="6765"/>
                    <a:pt x="2749" y="6626"/>
                  </a:cubicBezTo>
                  <a:cubicBezTo>
                    <a:pt x="2679" y="6528"/>
                    <a:pt x="2581" y="6458"/>
                    <a:pt x="2511" y="6347"/>
                  </a:cubicBezTo>
                  <a:cubicBezTo>
                    <a:pt x="2483" y="6277"/>
                    <a:pt x="2511" y="6207"/>
                    <a:pt x="2567" y="6166"/>
                  </a:cubicBezTo>
                  <a:cubicBezTo>
                    <a:pt x="2623" y="6124"/>
                    <a:pt x="2693" y="6096"/>
                    <a:pt x="2762" y="6068"/>
                  </a:cubicBezTo>
                  <a:lnTo>
                    <a:pt x="2832" y="6068"/>
                  </a:lnTo>
                  <a:cubicBezTo>
                    <a:pt x="2888" y="6096"/>
                    <a:pt x="2860" y="6124"/>
                    <a:pt x="2846" y="6193"/>
                  </a:cubicBezTo>
                  <a:cubicBezTo>
                    <a:pt x="2818" y="6249"/>
                    <a:pt x="2776" y="6333"/>
                    <a:pt x="2790" y="6389"/>
                  </a:cubicBezTo>
                  <a:cubicBezTo>
                    <a:pt x="2846" y="6528"/>
                    <a:pt x="2916" y="6654"/>
                    <a:pt x="3000" y="6765"/>
                  </a:cubicBezTo>
                  <a:cubicBezTo>
                    <a:pt x="3069" y="6863"/>
                    <a:pt x="3181" y="6933"/>
                    <a:pt x="3279" y="7002"/>
                  </a:cubicBezTo>
                  <a:cubicBezTo>
                    <a:pt x="3348" y="7044"/>
                    <a:pt x="3488" y="7016"/>
                    <a:pt x="3544" y="6933"/>
                  </a:cubicBezTo>
                  <a:cubicBezTo>
                    <a:pt x="3683" y="6682"/>
                    <a:pt x="3837" y="6445"/>
                    <a:pt x="3976" y="6180"/>
                  </a:cubicBezTo>
                  <a:cubicBezTo>
                    <a:pt x="4018" y="6110"/>
                    <a:pt x="4074" y="6068"/>
                    <a:pt x="4143" y="6054"/>
                  </a:cubicBezTo>
                  <a:cubicBezTo>
                    <a:pt x="4255" y="6040"/>
                    <a:pt x="4380" y="6026"/>
                    <a:pt x="4506" y="6026"/>
                  </a:cubicBezTo>
                  <a:cubicBezTo>
                    <a:pt x="4659" y="6026"/>
                    <a:pt x="4743" y="5901"/>
                    <a:pt x="4869" y="5831"/>
                  </a:cubicBezTo>
                  <a:cubicBezTo>
                    <a:pt x="4883" y="5817"/>
                    <a:pt x="4952" y="5859"/>
                    <a:pt x="4994" y="5887"/>
                  </a:cubicBezTo>
                  <a:cubicBezTo>
                    <a:pt x="5078" y="5901"/>
                    <a:pt x="5162" y="5887"/>
                    <a:pt x="5190" y="5817"/>
                  </a:cubicBezTo>
                  <a:cubicBezTo>
                    <a:pt x="5231" y="5649"/>
                    <a:pt x="5231" y="5482"/>
                    <a:pt x="5399" y="5357"/>
                  </a:cubicBezTo>
                  <a:lnTo>
                    <a:pt x="5441" y="5301"/>
                  </a:lnTo>
                  <a:cubicBezTo>
                    <a:pt x="5468" y="5329"/>
                    <a:pt x="5482" y="5343"/>
                    <a:pt x="5482" y="5357"/>
                  </a:cubicBezTo>
                  <a:lnTo>
                    <a:pt x="5538" y="5566"/>
                  </a:lnTo>
                  <a:cubicBezTo>
                    <a:pt x="5552" y="5636"/>
                    <a:pt x="5636" y="5677"/>
                    <a:pt x="5706" y="5636"/>
                  </a:cubicBezTo>
                  <a:cubicBezTo>
                    <a:pt x="5999" y="5482"/>
                    <a:pt x="6166" y="5133"/>
                    <a:pt x="6026" y="4868"/>
                  </a:cubicBezTo>
                  <a:cubicBezTo>
                    <a:pt x="5901" y="4645"/>
                    <a:pt x="5831" y="4436"/>
                    <a:pt x="5859" y="4185"/>
                  </a:cubicBezTo>
                  <a:cubicBezTo>
                    <a:pt x="5901" y="3822"/>
                    <a:pt x="5845" y="3473"/>
                    <a:pt x="5706" y="3125"/>
                  </a:cubicBezTo>
                  <a:cubicBezTo>
                    <a:pt x="5650" y="2999"/>
                    <a:pt x="5706" y="2888"/>
                    <a:pt x="5803" y="2818"/>
                  </a:cubicBezTo>
                  <a:cubicBezTo>
                    <a:pt x="5915" y="2720"/>
                    <a:pt x="5971" y="2637"/>
                    <a:pt x="5943" y="2511"/>
                  </a:cubicBezTo>
                  <a:cubicBezTo>
                    <a:pt x="5929" y="2399"/>
                    <a:pt x="5929" y="2274"/>
                    <a:pt x="5929" y="2162"/>
                  </a:cubicBezTo>
                  <a:cubicBezTo>
                    <a:pt x="5943" y="1800"/>
                    <a:pt x="5859" y="1465"/>
                    <a:pt x="5664" y="1144"/>
                  </a:cubicBezTo>
                  <a:cubicBezTo>
                    <a:pt x="5455" y="795"/>
                    <a:pt x="5162" y="488"/>
                    <a:pt x="5036" y="98"/>
                  </a:cubicBezTo>
                  <a:cubicBezTo>
                    <a:pt x="5022" y="28"/>
                    <a:pt x="4855" y="0"/>
                    <a:pt x="4785" y="70"/>
                  </a:cubicBezTo>
                  <a:cubicBezTo>
                    <a:pt x="4478" y="349"/>
                    <a:pt x="4311" y="684"/>
                    <a:pt x="4464" y="1102"/>
                  </a:cubicBezTo>
                  <a:cubicBezTo>
                    <a:pt x="4450" y="1297"/>
                    <a:pt x="4367" y="1493"/>
                    <a:pt x="4590" y="1604"/>
                  </a:cubicBezTo>
                  <a:cubicBezTo>
                    <a:pt x="4632" y="1632"/>
                    <a:pt x="4646" y="1702"/>
                    <a:pt x="4646" y="1744"/>
                  </a:cubicBezTo>
                  <a:cubicBezTo>
                    <a:pt x="4659" y="2274"/>
                    <a:pt x="4729" y="2790"/>
                    <a:pt x="4436" y="3278"/>
                  </a:cubicBezTo>
                  <a:cubicBezTo>
                    <a:pt x="4380" y="3348"/>
                    <a:pt x="4380" y="3460"/>
                    <a:pt x="4339" y="3557"/>
                  </a:cubicBezTo>
                  <a:cubicBezTo>
                    <a:pt x="4269" y="3878"/>
                    <a:pt x="4032" y="4031"/>
                    <a:pt x="3753" y="4115"/>
                  </a:cubicBezTo>
                  <a:cubicBezTo>
                    <a:pt x="3697" y="4143"/>
                    <a:pt x="3599" y="4087"/>
                    <a:pt x="3571" y="4017"/>
                  </a:cubicBezTo>
                  <a:cubicBezTo>
                    <a:pt x="3558" y="3962"/>
                    <a:pt x="3558" y="3934"/>
                    <a:pt x="3558" y="3878"/>
                  </a:cubicBezTo>
                  <a:cubicBezTo>
                    <a:pt x="3544" y="3766"/>
                    <a:pt x="3488" y="3697"/>
                    <a:pt x="3432" y="3739"/>
                  </a:cubicBezTo>
                  <a:cubicBezTo>
                    <a:pt x="3390" y="3766"/>
                    <a:pt x="3320" y="3808"/>
                    <a:pt x="3279" y="3864"/>
                  </a:cubicBezTo>
                  <a:cubicBezTo>
                    <a:pt x="3223" y="3948"/>
                    <a:pt x="3265" y="4045"/>
                    <a:pt x="3279" y="4143"/>
                  </a:cubicBezTo>
                  <a:cubicBezTo>
                    <a:pt x="3293" y="4227"/>
                    <a:pt x="3293" y="4352"/>
                    <a:pt x="3265" y="4422"/>
                  </a:cubicBezTo>
                  <a:cubicBezTo>
                    <a:pt x="3139" y="4659"/>
                    <a:pt x="3083" y="4910"/>
                    <a:pt x="3041" y="5161"/>
                  </a:cubicBezTo>
                  <a:cubicBezTo>
                    <a:pt x="3014" y="5217"/>
                    <a:pt x="2986" y="5259"/>
                    <a:pt x="2930" y="5231"/>
                  </a:cubicBezTo>
                  <a:cubicBezTo>
                    <a:pt x="2735" y="5217"/>
                    <a:pt x="2553" y="5203"/>
                    <a:pt x="2358" y="5273"/>
                  </a:cubicBezTo>
                  <a:cubicBezTo>
                    <a:pt x="2135" y="5357"/>
                    <a:pt x="1898" y="5412"/>
                    <a:pt x="1661" y="5426"/>
                  </a:cubicBezTo>
                  <a:cubicBezTo>
                    <a:pt x="1535" y="5440"/>
                    <a:pt x="1437" y="5510"/>
                    <a:pt x="1368" y="5608"/>
                  </a:cubicBezTo>
                  <a:cubicBezTo>
                    <a:pt x="1130" y="5914"/>
                    <a:pt x="879" y="6193"/>
                    <a:pt x="600" y="6458"/>
                  </a:cubicBezTo>
                  <a:cubicBezTo>
                    <a:pt x="559" y="6486"/>
                    <a:pt x="545" y="6584"/>
                    <a:pt x="545" y="6654"/>
                  </a:cubicBezTo>
                  <a:cubicBezTo>
                    <a:pt x="545" y="6724"/>
                    <a:pt x="531" y="6793"/>
                    <a:pt x="475" y="6835"/>
                  </a:cubicBezTo>
                  <a:cubicBezTo>
                    <a:pt x="349" y="6961"/>
                    <a:pt x="252" y="7086"/>
                    <a:pt x="126" y="7212"/>
                  </a:cubicBezTo>
                  <a:cubicBezTo>
                    <a:pt x="42" y="7295"/>
                    <a:pt x="1" y="7421"/>
                    <a:pt x="15" y="7533"/>
                  </a:cubicBezTo>
                  <a:cubicBezTo>
                    <a:pt x="15" y="7672"/>
                    <a:pt x="84" y="7770"/>
                    <a:pt x="196" y="7839"/>
                  </a:cubicBezTo>
                  <a:lnTo>
                    <a:pt x="182" y="7853"/>
                  </a:lnTo>
                  <a:cubicBezTo>
                    <a:pt x="196" y="7853"/>
                    <a:pt x="196" y="7867"/>
                    <a:pt x="210" y="7867"/>
                  </a:cubicBezTo>
                  <a:lnTo>
                    <a:pt x="210" y="7839"/>
                  </a:lnTo>
                  <a:cubicBezTo>
                    <a:pt x="238" y="7811"/>
                    <a:pt x="238" y="7811"/>
                    <a:pt x="252" y="7811"/>
                  </a:cubicBezTo>
                  <a:cubicBezTo>
                    <a:pt x="377" y="7784"/>
                    <a:pt x="447" y="7811"/>
                    <a:pt x="447" y="7923"/>
                  </a:cubicBezTo>
                  <a:cubicBezTo>
                    <a:pt x="447" y="8007"/>
                    <a:pt x="405" y="8077"/>
                    <a:pt x="349" y="8146"/>
                  </a:cubicBezTo>
                  <a:lnTo>
                    <a:pt x="335" y="8132"/>
                  </a:lnTo>
                  <a:lnTo>
                    <a:pt x="335" y="8160"/>
                  </a:lnTo>
                  <a:lnTo>
                    <a:pt x="349" y="8146"/>
                  </a:lnTo>
                  <a:cubicBezTo>
                    <a:pt x="447" y="8397"/>
                    <a:pt x="531" y="8648"/>
                    <a:pt x="614" y="8899"/>
                  </a:cubicBezTo>
                  <a:cubicBezTo>
                    <a:pt x="614" y="9025"/>
                    <a:pt x="907" y="9109"/>
                    <a:pt x="1019" y="9053"/>
                  </a:cubicBezTo>
                  <a:close/>
                  <a:moveTo>
                    <a:pt x="4771" y="377"/>
                  </a:moveTo>
                  <a:lnTo>
                    <a:pt x="4799" y="363"/>
                  </a:lnTo>
                  <a:lnTo>
                    <a:pt x="4785" y="391"/>
                  </a:lnTo>
                  <a:lnTo>
                    <a:pt x="4743" y="40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70" name="Google Shape;1770;p56"/>
            <p:cNvSpPr/>
            <p:nvPr/>
          </p:nvSpPr>
          <p:spPr>
            <a:xfrm>
              <a:off x="2744500" y="1621125"/>
              <a:ext cx="100450" cy="162875"/>
            </a:xfrm>
            <a:custGeom>
              <a:avLst/>
              <a:gdLst/>
              <a:ahLst/>
              <a:cxnLst/>
              <a:rect l="l" t="t" r="r" b="b"/>
              <a:pathLst>
                <a:path w="4018" h="6515" extrusionOk="0">
                  <a:moveTo>
                    <a:pt x="446" y="6277"/>
                  </a:moveTo>
                  <a:cubicBezTo>
                    <a:pt x="516" y="6333"/>
                    <a:pt x="628" y="6389"/>
                    <a:pt x="697" y="6375"/>
                  </a:cubicBezTo>
                  <a:cubicBezTo>
                    <a:pt x="879" y="6333"/>
                    <a:pt x="1032" y="6389"/>
                    <a:pt x="1186" y="6458"/>
                  </a:cubicBezTo>
                  <a:cubicBezTo>
                    <a:pt x="1297" y="6514"/>
                    <a:pt x="1367" y="6486"/>
                    <a:pt x="1451" y="6417"/>
                  </a:cubicBezTo>
                  <a:cubicBezTo>
                    <a:pt x="1520" y="6347"/>
                    <a:pt x="1590" y="6305"/>
                    <a:pt x="1674" y="6249"/>
                  </a:cubicBezTo>
                  <a:lnTo>
                    <a:pt x="1660" y="6263"/>
                  </a:lnTo>
                  <a:lnTo>
                    <a:pt x="1674" y="6277"/>
                  </a:lnTo>
                  <a:lnTo>
                    <a:pt x="1674" y="6249"/>
                  </a:lnTo>
                  <a:cubicBezTo>
                    <a:pt x="1841" y="6165"/>
                    <a:pt x="2009" y="6096"/>
                    <a:pt x="2134" y="5928"/>
                  </a:cubicBezTo>
                  <a:cubicBezTo>
                    <a:pt x="2232" y="5817"/>
                    <a:pt x="2399" y="5761"/>
                    <a:pt x="2539" y="5677"/>
                  </a:cubicBezTo>
                  <a:lnTo>
                    <a:pt x="2636" y="5468"/>
                  </a:lnTo>
                  <a:cubicBezTo>
                    <a:pt x="2706" y="5329"/>
                    <a:pt x="2832" y="5287"/>
                    <a:pt x="2971" y="5273"/>
                  </a:cubicBezTo>
                  <a:lnTo>
                    <a:pt x="2971" y="5273"/>
                  </a:lnTo>
                  <a:lnTo>
                    <a:pt x="2971" y="5259"/>
                  </a:lnTo>
                  <a:cubicBezTo>
                    <a:pt x="2957" y="5203"/>
                    <a:pt x="2971" y="5189"/>
                    <a:pt x="2999" y="5231"/>
                  </a:cubicBezTo>
                  <a:cubicBezTo>
                    <a:pt x="2985" y="5259"/>
                    <a:pt x="2971" y="5259"/>
                    <a:pt x="2971" y="5273"/>
                  </a:cubicBezTo>
                  <a:cubicBezTo>
                    <a:pt x="2971" y="5468"/>
                    <a:pt x="2971" y="5482"/>
                    <a:pt x="3138" y="5510"/>
                  </a:cubicBezTo>
                  <a:cubicBezTo>
                    <a:pt x="3180" y="5510"/>
                    <a:pt x="3208" y="5538"/>
                    <a:pt x="3250" y="5538"/>
                  </a:cubicBezTo>
                  <a:cubicBezTo>
                    <a:pt x="3376" y="5398"/>
                    <a:pt x="3390" y="5203"/>
                    <a:pt x="3543" y="5077"/>
                  </a:cubicBezTo>
                  <a:cubicBezTo>
                    <a:pt x="3669" y="4966"/>
                    <a:pt x="3836" y="4910"/>
                    <a:pt x="3836" y="4715"/>
                  </a:cubicBezTo>
                  <a:cubicBezTo>
                    <a:pt x="3864" y="4464"/>
                    <a:pt x="3864" y="4241"/>
                    <a:pt x="3682" y="4031"/>
                  </a:cubicBezTo>
                  <a:cubicBezTo>
                    <a:pt x="3655" y="4003"/>
                    <a:pt x="3627" y="3962"/>
                    <a:pt x="3613" y="3906"/>
                  </a:cubicBezTo>
                  <a:cubicBezTo>
                    <a:pt x="3585" y="3836"/>
                    <a:pt x="3585" y="3766"/>
                    <a:pt x="3627" y="3724"/>
                  </a:cubicBezTo>
                  <a:cubicBezTo>
                    <a:pt x="3738" y="3599"/>
                    <a:pt x="3808" y="3459"/>
                    <a:pt x="3947" y="3376"/>
                  </a:cubicBezTo>
                  <a:cubicBezTo>
                    <a:pt x="3947" y="3208"/>
                    <a:pt x="3878" y="3055"/>
                    <a:pt x="3947" y="2874"/>
                  </a:cubicBezTo>
                  <a:cubicBezTo>
                    <a:pt x="4003" y="2776"/>
                    <a:pt x="4017" y="2650"/>
                    <a:pt x="4017" y="2525"/>
                  </a:cubicBezTo>
                  <a:cubicBezTo>
                    <a:pt x="4017" y="2358"/>
                    <a:pt x="3808" y="2358"/>
                    <a:pt x="3724" y="2246"/>
                  </a:cubicBezTo>
                  <a:cubicBezTo>
                    <a:pt x="3627" y="2134"/>
                    <a:pt x="3473" y="2092"/>
                    <a:pt x="3376" y="2009"/>
                  </a:cubicBezTo>
                  <a:cubicBezTo>
                    <a:pt x="3320" y="1981"/>
                    <a:pt x="3278" y="1883"/>
                    <a:pt x="3264" y="1827"/>
                  </a:cubicBezTo>
                  <a:cubicBezTo>
                    <a:pt x="3264" y="1646"/>
                    <a:pt x="3264" y="1451"/>
                    <a:pt x="3278" y="1256"/>
                  </a:cubicBezTo>
                  <a:cubicBezTo>
                    <a:pt x="3306" y="1088"/>
                    <a:pt x="3334" y="921"/>
                    <a:pt x="3376" y="767"/>
                  </a:cubicBezTo>
                  <a:cubicBezTo>
                    <a:pt x="3403" y="502"/>
                    <a:pt x="3250" y="321"/>
                    <a:pt x="3069" y="140"/>
                  </a:cubicBezTo>
                  <a:cubicBezTo>
                    <a:pt x="2929" y="0"/>
                    <a:pt x="2776" y="14"/>
                    <a:pt x="2608" y="42"/>
                  </a:cubicBezTo>
                  <a:cubicBezTo>
                    <a:pt x="2511" y="42"/>
                    <a:pt x="2441" y="126"/>
                    <a:pt x="2413" y="223"/>
                  </a:cubicBezTo>
                  <a:cubicBezTo>
                    <a:pt x="2399" y="293"/>
                    <a:pt x="2441" y="349"/>
                    <a:pt x="2539" y="391"/>
                  </a:cubicBezTo>
                  <a:lnTo>
                    <a:pt x="2790" y="488"/>
                  </a:lnTo>
                  <a:cubicBezTo>
                    <a:pt x="2846" y="530"/>
                    <a:pt x="2846" y="572"/>
                    <a:pt x="2818" y="614"/>
                  </a:cubicBezTo>
                  <a:cubicBezTo>
                    <a:pt x="2790" y="628"/>
                    <a:pt x="2776" y="670"/>
                    <a:pt x="2762" y="670"/>
                  </a:cubicBezTo>
                  <a:cubicBezTo>
                    <a:pt x="2636" y="684"/>
                    <a:pt x="2511" y="670"/>
                    <a:pt x="2413" y="684"/>
                  </a:cubicBezTo>
                  <a:cubicBezTo>
                    <a:pt x="2288" y="698"/>
                    <a:pt x="2190" y="739"/>
                    <a:pt x="2064" y="767"/>
                  </a:cubicBezTo>
                  <a:cubicBezTo>
                    <a:pt x="1939" y="809"/>
                    <a:pt x="1841" y="977"/>
                    <a:pt x="1855" y="1116"/>
                  </a:cubicBezTo>
                  <a:cubicBezTo>
                    <a:pt x="1869" y="1200"/>
                    <a:pt x="1925" y="1297"/>
                    <a:pt x="1953" y="1381"/>
                  </a:cubicBezTo>
                  <a:cubicBezTo>
                    <a:pt x="1953" y="1409"/>
                    <a:pt x="1939" y="1465"/>
                    <a:pt x="1911" y="1507"/>
                  </a:cubicBezTo>
                  <a:cubicBezTo>
                    <a:pt x="1911" y="1521"/>
                    <a:pt x="1855" y="1521"/>
                    <a:pt x="1841" y="1507"/>
                  </a:cubicBezTo>
                  <a:cubicBezTo>
                    <a:pt x="1730" y="1437"/>
                    <a:pt x="1632" y="1367"/>
                    <a:pt x="1506" y="1465"/>
                  </a:cubicBezTo>
                  <a:cubicBezTo>
                    <a:pt x="1381" y="1576"/>
                    <a:pt x="1255" y="1604"/>
                    <a:pt x="1102" y="1590"/>
                  </a:cubicBezTo>
                  <a:cubicBezTo>
                    <a:pt x="949" y="1576"/>
                    <a:pt x="907" y="1716"/>
                    <a:pt x="949" y="1827"/>
                  </a:cubicBezTo>
                  <a:cubicBezTo>
                    <a:pt x="976" y="1953"/>
                    <a:pt x="1032" y="2037"/>
                    <a:pt x="1116" y="2148"/>
                  </a:cubicBezTo>
                  <a:cubicBezTo>
                    <a:pt x="1214" y="2246"/>
                    <a:pt x="1297" y="2358"/>
                    <a:pt x="1297" y="2511"/>
                  </a:cubicBezTo>
                  <a:lnTo>
                    <a:pt x="1311" y="2511"/>
                  </a:lnTo>
                  <a:cubicBezTo>
                    <a:pt x="1325" y="2511"/>
                    <a:pt x="1353" y="2525"/>
                    <a:pt x="1367" y="2553"/>
                  </a:cubicBezTo>
                  <a:cubicBezTo>
                    <a:pt x="1395" y="2553"/>
                    <a:pt x="1437" y="2567"/>
                    <a:pt x="1465" y="2567"/>
                  </a:cubicBezTo>
                  <a:cubicBezTo>
                    <a:pt x="1423" y="2595"/>
                    <a:pt x="1395" y="2567"/>
                    <a:pt x="1367" y="2553"/>
                  </a:cubicBezTo>
                  <a:cubicBezTo>
                    <a:pt x="1353" y="2553"/>
                    <a:pt x="1325" y="2553"/>
                    <a:pt x="1297" y="2525"/>
                  </a:cubicBezTo>
                  <a:lnTo>
                    <a:pt x="1297" y="2511"/>
                  </a:lnTo>
                  <a:cubicBezTo>
                    <a:pt x="1158" y="2497"/>
                    <a:pt x="1032" y="2427"/>
                    <a:pt x="935" y="2358"/>
                  </a:cubicBezTo>
                  <a:cubicBezTo>
                    <a:pt x="865" y="2316"/>
                    <a:pt x="767" y="2344"/>
                    <a:pt x="739" y="2385"/>
                  </a:cubicBezTo>
                  <a:cubicBezTo>
                    <a:pt x="530" y="2776"/>
                    <a:pt x="460" y="3194"/>
                    <a:pt x="251" y="3571"/>
                  </a:cubicBezTo>
                  <a:cubicBezTo>
                    <a:pt x="181" y="3711"/>
                    <a:pt x="251" y="3850"/>
                    <a:pt x="377" y="3962"/>
                  </a:cubicBezTo>
                  <a:cubicBezTo>
                    <a:pt x="488" y="4045"/>
                    <a:pt x="614" y="4101"/>
                    <a:pt x="753" y="4115"/>
                  </a:cubicBezTo>
                  <a:cubicBezTo>
                    <a:pt x="823" y="4115"/>
                    <a:pt x="893" y="4171"/>
                    <a:pt x="949" y="4199"/>
                  </a:cubicBezTo>
                  <a:cubicBezTo>
                    <a:pt x="976" y="4227"/>
                    <a:pt x="976" y="4296"/>
                    <a:pt x="976" y="4324"/>
                  </a:cubicBezTo>
                  <a:cubicBezTo>
                    <a:pt x="976" y="4366"/>
                    <a:pt x="949" y="4408"/>
                    <a:pt x="907" y="4436"/>
                  </a:cubicBezTo>
                  <a:cubicBezTo>
                    <a:pt x="879" y="4450"/>
                    <a:pt x="823" y="4436"/>
                    <a:pt x="767" y="4436"/>
                  </a:cubicBezTo>
                  <a:cubicBezTo>
                    <a:pt x="446" y="4380"/>
                    <a:pt x="251" y="4478"/>
                    <a:pt x="167" y="4757"/>
                  </a:cubicBezTo>
                  <a:cubicBezTo>
                    <a:pt x="70" y="4994"/>
                    <a:pt x="42" y="5217"/>
                    <a:pt x="28" y="5454"/>
                  </a:cubicBezTo>
                  <a:cubicBezTo>
                    <a:pt x="0" y="5845"/>
                    <a:pt x="167" y="6110"/>
                    <a:pt x="446" y="62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71" name="Google Shape;1771;p56"/>
            <p:cNvSpPr/>
            <p:nvPr/>
          </p:nvSpPr>
          <p:spPr>
            <a:xfrm>
              <a:off x="2806900" y="1763400"/>
              <a:ext cx="1075" cy="375"/>
            </a:xfrm>
            <a:custGeom>
              <a:avLst/>
              <a:gdLst/>
              <a:ahLst/>
              <a:cxnLst/>
              <a:rect l="l" t="t" r="r" b="b"/>
              <a:pathLst>
                <a:path w="43" h="15" extrusionOk="0">
                  <a:moveTo>
                    <a:pt x="15" y="0"/>
                  </a:moveTo>
                  <a:cubicBezTo>
                    <a:pt x="15" y="0"/>
                    <a:pt x="15" y="14"/>
                    <a:pt x="1" y="14"/>
                  </a:cubicBezTo>
                  <a:lnTo>
                    <a:pt x="15" y="14"/>
                  </a:lnTo>
                  <a:cubicBezTo>
                    <a:pt x="15" y="14"/>
                    <a:pt x="43" y="0"/>
                    <a:pt x="15" y="0"/>
                  </a:cubicBezTo>
                  <a:cubicBezTo>
                    <a:pt x="43" y="0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72" name="Google Shape;1772;p56"/>
            <p:cNvSpPr/>
            <p:nvPr/>
          </p:nvSpPr>
          <p:spPr>
            <a:xfrm>
              <a:off x="5083675" y="3381775"/>
              <a:ext cx="173325" cy="176475"/>
            </a:xfrm>
            <a:custGeom>
              <a:avLst/>
              <a:gdLst/>
              <a:ahLst/>
              <a:cxnLst/>
              <a:rect l="l" t="t" r="r" b="b"/>
              <a:pathLst>
                <a:path w="6933" h="7059" extrusionOk="0">
                  <a:moveTo>
                    <a:pt x="6570" y="5357"/>
                  </a:moveTo>
                  <a:lnTo>
                    <a:pt x="6570" y="5357"/>
                  </a:lnTo>
                  <a:cubicBezTo>
                    <a:pt x="6500" y="5301"/>
                    <a:pt x="6445" y="5245"/>
                    <a:pt x="6375" y="5204"/>
                  </a:cubicBezTo>
                  <a:cubicBezTo>
                    <a:pt x="6375" y="5176"/>
                    <a:pt x="6375" y="5162"/>
                    <a:pt x="6361" y="5148"/>
                  </a:cubicBezTo>
                  <a:cubicBezTo>
                    <a:pt x="6347" y="5134"/>
                    <a:pt x="6319" y="5092"/>
                    <a:pt x="6305" y="5078"/>
                  </a:cubicBezTo>
                  <a:cubicBezTo>
                    <a:pt x="6333" y="5078"/>
                    <a:pt x="6333" y="5078"/>
                    <a:pt x="6347" y="5064"/>
                  </a:cubicBezTo>
                  <a:cubicBezTo>
                    <a:pt x="6347" y="5092"/>
                    <a:pt x="6361" y="5106"/>
                    <a:pt x="6361" y="5148"/>
                  </a:cubicBezTo>
                  <a:lnTo>
                    <a:pt x="6403" y="5176"/>
                  </a:lnTo>
                  <a:cubicBezTo>
                    <a:pt x="6445" y="5231"/>
                    <a:pt x="6500" y="5287"/>
                    <a:pt x="6570" y="5343"/>
                  </a:cubicBezTo>
                  <a:lnTo>
                    <a:pt x="6570" y="5357"/>
                  </a:lnTo>
                  <a:cubicBezTo>
                    <a:pt x="6640" y="5371"/>
                    <a:pt x="6710" y="5385"/>
                    <a:pt x="6765" y="5385"/>
                  </a:cubicBezTo>
                  <a:cubicBezTo>
                    <a:pt x="6779" y="5385"/>
                    <a:pt x="6821" y="5385"/>
                    <a:pt x="6835" y="5371"/>
                  </a:cubicBezTo>
                  <a:cubicBezTo>
                    <a:pt x="6877" y="5357"/>
                    <a:pt x="6933" y="5245"/>
                    <a:pt x="6919" y="5204"/>
                  </a:cubicBezTo>
                  <a:cubicBezTo>
                    <a:pt x="6779" y="4966"/>
                    <a:pt x="6640" y="4757"/>
                    <a:pt x="6500" y="4548"/>
                  </a:cubicBezTo>
                  <a:cubicBezTo>
                    <a:pt x="6486" y="4520"/>
                    <a:pt x="6417" y="4520"/>
                    <a:pt x="6375" y="4520"/>
                  </a:cubicBezTo>
                  <a:cubicBezTo>
                    <a:pt x="6291" y="4534"/>
                    <a:pt x="6180" y="4562"/>
                    <a:pt x="6138" y="4660"/>
                  </a:cubicBezTo>
                  <a:cubicBezTo>
                    <a:pt x="6096" y="4687"/>
                    <a:pt x="6082" y="4743"/>
                    <a:pt x="6068" y="4771"/>
                  </a:cubicBezTo>
                  <a:cubicBezTo>
                    <a:pt x="6012" y="4869"/>
                    <a:pt x="5873" y="4841"/>
                    <a:pt x="5845" y="4757"/>
                  </a:cubicBezTo>
                  <a:cubicBezTo>
                    <a:pt x="5789" y="4632"/>
                    <a:pt x="5733" y="4492"/>
                    <a:pt x="5677" y="4367"/>
                  </a:cubicBezTo>
                  <a:cubicBezTo>
                    <a:pt x="5650" y="4255"/>
                    <a:pt x="5580" y="4199"/>
                    <a:pt x="5496" y="4171"/>
                  </a:cubicBezTo>
                  <a:cubicBezTo>
                    <a:pt x="5398" y="4130"/>
                    <a:pt x="5301" y="4130"/>
                    <a:pt x="5217" y="4102"/>
                  </a:cubicBezTo>
                  <a:cubicBezTo>
                    <a:pt x="5175" y="4074"/>
                    <a:pt x="5119" y="4018"/>
                    <a:pt x="5147" y="3990"/>
                  </a:cubicBezTo>
                  <a:cubicBezTo>
                    <a:pt x="5231" y="3865"/>
                    <a:pt x="5092" y="3725"/>
                    <a:pt x="5175" y="3613"/>
                  </a:cubicBezTo>
                  <a:cubicBezTo>
                    <a:pt x="5231" y="3544"/>
                    <a:pt x="5231" y="3474"/>
                    <a:pt x="5189" y="3418"/>
                  </a:cubicBezTo>
                  <a:cubicBezTo>
                    <a:pt x="5078" y="3237"/>
                    <a:pt x="4840" y="3153"/>
                    <a:pt x="4799" y="2930"/>
                  </a:cubicBezTo>
                  <a:cubicBezTo>
                    <a:pt x="4771" y="2874"/>
                    <a:pt x="4701" y="2818"/>
                    <a:pt x="4631" y="2790"/>
                  </a:cubicBezTo>
                  <a:cubicBezTo>
                    <a:pt x="4520" y="2721"/>
                    <a:pt x="4380" y="2665"/>
                    <a:pt x="4255" y="2623"/>
                  </a:cubicBezTo>
                  <a:cubicBezTo>
                    <a:pt x="4185" y="2581"/>
                    <a:pt x="4101" y="2567"/>
                    <a:pt x="4073" y="2511"/>
                  </a:cubicBezTo>
                  <a:cubicBezTo>
                    <a:pt x="4004" y="2330"/>
                    <a:pt x="3822" y="2302"/>
                    <a:pt x="3697" y="2205"/>
                  </a:cubicBezTo>
                  <a:cubicBezTo>
                    <a:pt x="3557" y="2065"/>
                    <a:pt x="3404" y="1968"/>
                    <a:pt x="3208" y="1898"/>
                  </a:cubicBezTo>
                  <a:cubicBezTo>
                    <a:pt x="3083" y="1870"/>
                    <a:pt x="2999" y="1772"/>
                    <a:pt x="2943" y="1675"/>
                  </a:cubicBezTo>
                  <a:cubicBezTo>
                    <a:pt x="2860" y="1521"/>
                    <a:pt x="2734" y="1410"/>
                    <a:pt x="2581" y="1326"/>
                  </a:cubicBezTo>
                  <a:cubicBezTo>
                    <a:pt x="2176" y="1103"/>
                    <a:pt x="1828" y="824"/>
                    <a:pt x="1590" y="419"/>
                  </a:cubicBezTo>
                  <a:cubicBezTo>
                    <a:pt x="1493" y="294"/>
                    <a:pt x="1381" y="224"/>
                    <a:pt x="1214" y="210"/>
                  </a:cubicBezTo>
                  <a:cubicBezTo>
                    <a:pt x="907" y="168"/>
                    <a:pt x="614" y="140"/>
                    <a:pt x="307" y="15"/>
                  </a:cubicBezTo>
                  <a:cubicBezTo>
                    <a:pt x="265" y="1"/>
                    <a:pt x="168" y="15"/>
                    <a:pt x="98" y="57"/>
                  </a:cubicBezTo>
                  <a:cubicBezTo>
                    <a:pt x="28" y="70"/>
                    <a:pt x="0" y="210"/>
                    <a:pt x="28" y="308"/>
                  </a:cubicBezTo>
                  <a:cubicBezTo>
                    <a:pt x="84" y="419"/>
                    <a:pt x="126" y="545"/>
                    <a:pt x="196" y="628"/>
                  </a:cubicBezTo>
                  <a:cubicBezTo>
                    <a:pt x="377" y="852"/>
                    <a:pt x="586" y="1047"/>
                    <a:pt x="851" y="1186"/>
                  </a:cubicBezTo>
                  <a:cubicBezTo>
                    <a:pt x="1005" y="1270"/>
                    <a:pt x="1130" y="1382"/>
                    <a:pt x="1214" y="1521"/>
                  </a:cubicBezTo>
                  <a:cubicBezTo>
                    <a:pt x="1298" y="1633"/>
                    <a:pt x="1423" y="1730"/>
                    <a:pt x="1479" y="1842"/>
                  </a:cubicBezTo>
                  <a:cubicBezTo>
                    <a:pt x="1618" y="2107"/>
                    <a:pt x="1814" y="2302"/>
                    <a:pt x="2037" y="2498"/>
                  </a:cubicBezTo>
                  <a:cubicBezTo>
                    <a:pt x="2107" y="2539"/>
                    <a:pt x="2162" y="2651"/>
                    <a:pt x="2190" y="2721"/>
                  </a:cubicBezTo>
                  <a:cubicBezTo>
                    <a:pt x="2260" y="2874"/>
                    <a:pt x="2302" y="3028"/>
                    <a:pt x="2372" y="3195"/>
                  </a:cubicBezTo>
                  <a:cubicBezTo>
                    <a:pt x="2399" y="3279"/>
                    <a:pt x="2455" y="3362"/>
                    <a:pt x="2525" y="3418"/>
                  </a:cubicBezTo>
                  <a:cubicBezTo>
                    <a:pt x="2804" y="3655"/>
                    <a:pt x="2985" y="3962"/>
                    <a:pt x="3083" y="4311"/>
                  </a:cubicBezTo>
                  <a:cubicBezTo>
                    <a:pt x="3139" y="4464"/>
                    <a:pt x="3208" y="4618"/>
                    <a:pt x="3264" y="4771"/>
                  </a:cubicBezTo>
                  <a:cubicBezTo>
                    <a:pt x="3306" y="4939"/>
                    <a:pt x="3418" y="5078"/>
                    <a:pt x="3515" y="5190"/>
                  </a:cubicBezTo>
                  <a:cubicBezTo>
                    <a:pt x="3711" y="5441"/>
                    <a:pt x="3976" y="5608"/>
                    <a:pt x="4171" y="5859"/>
                  </a:cubicBezTo>
                  <a:cubicBezTo>
                    <a:pt x="4352" y="6096"/>
                    <a:pt x="4603" y="6306"/>
                    <a:pt x="4840" y="6501"/>
                  </a:cubicBezTo>
                  <a:cubicBezTo>
                    <a:pt x="5036" y="6654"/>
                    <a:pt x="5231" y="6780"/>
                    <a:pt x="5384" y="6975"/>
                  </a:cubicBezTo>
                  <a:cubicBezTo>
                    <a:pt x="5454" y="7059"/>
                    <a:pt x="5538" y="7059"/>
                    <a:pt x="5650" y="7059"/>
                  </a:cubicBezTo>
                  <a:cubicBezTo>
                    <a:pt x="5887" y="7059"/>
                    <a:pt x="6152" y="7017"/>
                    <a:pt x="6403" y="7059"/>
                  </a:cubicBezTo>
                  <a:cubicBezTo>
                    <a:pt x="6417" y="6780"/>
                    <a:pt x="6445" y="6515"/>
                    <a:pt x="6431" y="6236"/>
                  </a:cubicBezTo>
                  <a:cubicBezTo>
                    <a:pt x="6431" y="5929"/>
                    <a:pt x="6556" y="5650"/>
                    <a:pt x="6570" y="53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73" name="Google Shape;1773;p56"/>
            <p:cNvSpPr/>
            <p:nvPr/>
          </p:nvSpPr>
          <p:spPr>
            <a:xfrm>
              <a:off x="5243725" y="3557875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1"/>
                  </a:moveTo>
                  <a:lnTo>
                    <a:pt x="1" y="15"/>
                  </a:lnTo>
                  <a:lnTo>
                    <a:pt x="15" y="15"/>
                  </a:lnTo>
                  <a:lnTo>
                    <a:pt x="15" y="1"/>
                  </a:lnTo>
                  <a:cubicBezTo>
                    <a:pt x="15" y="15"/>
                    <a:pt x="15" y="1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74" name="Google Shape;1774;p56"/>
            <p:cNvSpPr/>
            <p:nvPr/>
          </p:nvSpPr>
          <p:spPr>
            <a:xfrm>
              <a:off x="2247575" y="1831750"/>
              <a:ext cx="146125" cy="114750"/>
            </a:xfrm>
            <a:custGeom>
              <a:avLst/>
              <a:gdLst/>
              <a:ahLst/>
              <a:cxnLst/>
              <a:rect l="l" t="t" r="r" b="b"/>
              <a:pathLst>
                <a:path w="5845" h="4590" extrusionOk="0">
                  <a:moveTo>
                    <a:pt x="321" y="3878"/>
                  </a:moveTo>
                  <a:cubicBezTo>
                    <a:pt x="321" y="4059"/>
                    <a:pt x="321" y="4254"/>
                    <a:pt x="307" y="4450"/>
                  </a:cubicBezTo>
                  <a:cubicBezTo>
                    <a:pt x="307" y="4506"/>
                    <a:pt x="391" y="4589"/>
                    <a:pt x="447" y="4589"/>
                  </a:cubicBezTo>
                  <a:cubicBezTo>
                    <a:pt x="726" y="4589"/>
                    <a:pt x="949" y="4478"/>
                    <a:pt x="1186" y="4366"/>
                  </a:cubicBezTo>
                  <a:lnTo>
                    <a:pt x="1172" y="4338"/>
                  </a:lnTo>
                  <a:lnTo>
                    <a:pt x="1214" y="4324"/>
                  </a:lnTo>
                  <a:lnTo>
                    <a:pt x="1186" y="4366"/>
                  </a:lnTo>
                  <a:lnTo>
                    <a:pt x="1186" y="4366"/>
                  </a:lnTo>
                  <a:cubicBezTo>
                    <a:pt x="1256" y="4450"/>
                    <a:pt x="1353" y="4533"/>
                    <a:pt x="1465" y="4520"/>
                  </a:cubicBezTo>
                  <a:cubicBezTo>
                    <a:pt x="1590" y="4520"/>
                    <a:pt x="1716" y="4492"/>
                    <a:pt x="1800" y="4408"/>
                  </a:cubicBezTo>
                  <a:cubicBezTo>
                    <a:pt x="1869" y="4338"/>
                    <a:pt x="1939" y="4282"/>
                    <a:pt x="1995" y="4199"/>
                  </a:cubicBezTo>
                  <a:cubicBezTo>
                    <a:pt x="2079" y="4101"/>
                    <a:pt x="2148" y="3962"/>
                    <a:pt x="2232" y="3850"/>
                  </a:cubicBezTo>
                  <a:cubicBezTo>
                    <a:pt x="2372" y="3697"/>
                    <a:pt x="2511" y="3543"/>
                    <a:pt x="2762" y="3543"/>
                  </a:cubicBezTo>
                  <a:cubicBezTo>
                    <a:pt x="2860" y="3543"/>
                    <a:pt x="2971" y="3445"/>
                    <a:pt x="3069" y="3376"/>
                  </a:cubicBezTo>
                  <a:cubicBezTo>
                    <a:pt x="3181" y="3292"/>
                    <a:pt x="3264" y="3166"/>
                    <a:pt x="3376" y="3083"/>
                  </a:cubicBezTo>
                  <a:cubicBezTo>
                    <a:pt x="3446" y="3027"/>
                    <a:pt x="3529" y="2971"/>
                    <a:pt x="3613" y="2971"/>
                  </a:cubicBezTo>
                  <a:cubicBezTo>
                    <a:pt x="3878" y="2929"/>
                    <a:pt x="4115" y="2860"/>
                    <a:pt x="4366" y="2790"/>
                  </a:cubicBezTo>
                  <a:cubicBezTo>
                    <a:pt x="4450" y="2776"/>
                    <a:pt x="4561" y="2762"/>
                    <a:pt x="4645" y="2762"/>
                  </a:cubicBezTo>
                  <a:lnTo>
                    <a:pt x="4631" y="2776"/>
                  </a:lnTo>
                  <a:lnTo>
                    <a:pt x="4645" y="2776"/>
                  </a:lnTo>
                  <a:lnTo>
                    <a:pt x="4645" y="2762"/>
                  </a:lnTo>
                  <a:cubicBezTo>
                    <a:pt x="4771" y="2650"/>
                    <a:pt x="4910" y="2623"/>
                    <a:pt x="5050" y="2623"/>
                  </a:cubicBezTo>
                  <a:lnTo>
                    <a:pt x="5357" y="2623"/>
                  </a:lnTo>
                  <a:cubicBezTo>
                    <a:pt x="5482" y="2497"/>
                    <a:pt x="5635" y="2469"/>
                    <a:pt x="5789" y="2469"/>
                  </a:cubicBezTo>
                  <a:cubicBezTo>
                    <a:pt x="5845" y="2092"/>
                    <a:pt x="5789" y="1730"/>
                    <a:pt x="5775" y="1339"/>
                  </a:cubicBezTo>
                  <a:cubicBezTo>
                    <a:pt x="5761" y="1130"/>
                    <a:pt x="5635" y="991"/>
                    <a:pt x="5510" y="851"/>
                  </a:cubicBezTo>
                  <a:cubicBezTo>
                    <a:pt x="5426" y="767"/>
                    <a:pt x="5301" y="753"/>
                    <a:pt x="5189" y="753"/>
                  </a:cubicBezTo>
                  <a:cubicBezTo>
                    <a:pt x="4980" y="753"/>
                    <a:pt x="4813" y="684"/>
                    <a:pt x="4659" y="558"/>
                  </a:cubicBezTo>
                  <a:cubicBezTo>
                    <a:pt x="4575" y="474"/>
                    <a:pt x="4450" y="419"/>
                    <a:pt x="4394" y="335"/>
                  </a:cubicBezTo>
                  <a:cubicBezTo>
                    <a:pt x="4241" y="70"/>
                    <a:pt x="4017" y="0"/>
                    <a:pt x="3725" y="56"/>
                  </a:cubicBezTo>
                  <a:cubicBezTo>
                    <a:pt x="3515" y="84"/>
                    <a:pt x="3278" y="56"/>
                    <a:pt x="3069" y="70"/>
                  </a:cubicBezTo>
                  <a:cubicBezTo>
                    <a:pt x="2957" y="70"/>
                    <a:pt x="2832" y="84"/>
                    <a:pt x="2720" y="126"/>
                  </a:cubicBezTo>
                  <a:cubicBezTo>
                    <a:pt x="2623" y="140"/>
                    <a:pt x="2553" y="223"/>
                    <a:pt x="2539" y="307"/>
                  </a:cubicBezTo>
                  <a:cubicBezTo>
                    <a:pt x="2497" y="447"/>
                    <a:pt x="2483" y="586"/>
                    <a:pt x="2469" y="725"/>
                  </a:cubicBezTo>
                  <a:cubicBezTo>
                    <a:pt x="2441" y="893"/>
                    <a:pt x="2399" y="991"/>
                    <a:pt x="2274" y="1102"/>
                  </a:cubicBezTo>
                  <a:cubicBezTo>
                    <a:pt x="2051" y="1269"/>
                    <a:pt x="1841" y="1465"/>
                    <a:pt x="1604" y="1660"/>
                  </a:cubicBezTo>
                  <a:cubicBezTo>
                    <a:pt x="1493" y="1744"/>
                    <a:pt x="1395" y="1841"/>
                    <a:pt x="1395" y="2009"/>
                  </a:cubicBezTo>
                  <a:cubicBezTo>
                    <a:pt x="1395" y="2037"/>
                    <a:pt x="1367" y="2092"/>
                    <a:pt x="1325" y="2120"/>
                  </a:cubicBezTo>
                  <a:cubicBezTo>
                    <a:pt x="935" y="2357"/>
                    <a:pt x="614" y="2678"/>
                    <a:pt x="265" y="2957"/>
                  </a:cubicBezTo>
                  <a:cubicBezTo>
                    <a:pt x="196" y="3013"/>
                    <a:pt x="98" y="3069"/>
                    <a:pt x="56" y="3153"/>
                  </a:cubicBezTo>
                  <a:cubicBezTo>
                    <a:pt x="0" y="3278"/>
                    <a:pt x="140" y="3348"/>
                    <a:pt x="196" y="3445"/>
                  </a:cubicBezTo>
                  <a:cubicBezTo>
                    <a:pt x="279" y="3543"/>
                    <a:pt x="321" y="3697"/>
                    <a:pt x="321" y="38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75" name="Google Shape;1775;p56"/>
            <p:cNvSpPr/>
            <p:nvPr/>
          </p:nvSpPr>
          <p:spPr>
            <a:xfrm>
              <a:off x="3575125" y="2475125"/>
              <a:ext cx="111975" cy="177875"/>
            </a:xfrm>
            <a:custGeom>
              <a:avLst/>
              <a:gdLst/>
              <a:ahLst/>
              <a:cxnLst/>
              <a:rect l="l" t="t" r="r" b="b"/>
              <a:pathLst>
                <a:path w="4479" h="7115" extrusionOk="0">
                  <a:moveTo>
                    <a:pt x="126" y="1060"/>
                  </a:moveTo>
                  <a:cubicBezTo>
                    <a:pt x="307" y="1242"/>
                    <a:pt x="349" y="1437"/>
                    <a:pt x="266" y="1632"/>
                  </a:cubicBezTo>
                  <a:cubicBezTo>
                    <a:pt x="252" y="1702"/>
                    <a:pt x="294" y="1772"/>
                    <a:pt x="363" y="1828"/>
                  </a:cubicBezTo>
                  <a:cubicBezTo>
                    <a:pt x="461" y="1897"/>
                    <a:pt x="447" y="1981"/>
                    <a:pt x="391" y="2079"/>
                  </a:cubicBezTo>
                  <a:cubicBezTo>
                    <a:pt x="363" y="2121"/>
                    <a:pt x="321" y="2190"/>
                    <a:pt x="294" y="2260"/>
                  </a:cubicBezTo>
                  <a:cubicBezTo>
                    <a:pt x="321" y="2302"/>
                    <a:pt x="363" y="2316"/>
                    <a:pt x="377" y="2358"/>
                  </a:cubicBezTo>
                  <a:cubicBezTo>
                    <a:pt x="419" y="2386"/>
                    <a:pt x="419" y="2441"/>
                    <a:pt x="433" y="2483"/>
                  </a:cubicBezTo>
                  <a:cubicBezTo>
                    <a:pt x="517" y="2651"/>
                    <a:pt x="545" y="2651"/>
                    <a:pt x="726" y="2497"/>
                  </a:cubicBezTo>
                  <a:lnTo>
                    <a:pt x="782" y="2441"/>
                  </a:lnTo>
                  <a:cubicBezTo>
                    <a:pt x="796" y="2497"/>
                    <a:pt x="810" y="2525"/>
                    <a:pt x="810" y="2581"/>
                  </a:cubicBezTo>
                  <a:cubicBezTo>
                    <a:pt x="796" y="2706"/>
                    <a:pt x="782" y="2832"/>
                    <a:pt x="768" y="2930"/>
                  </a:cubicBezTo>
                  <a:cubicBezTo>
                    <a:pt x="740" y="3055"/>
                    <a:pt x="810" y="3153"/>
                    <a:pt x="949" y="3181"/>
                  </a:cubicBezTo>
                  <a:cubicBezTo>
                    <a:pt x="977" y="3181"/>
                    <a:pt x="1005" y="3195"/>
                    <a:pt x="1019" y="3195"/>
                  </a:cubicBezTo>
                  <a:cubicBezTo>
                    <a:pt x="1144" y="3195"/>
                    <a:pt x="1270" y="3153"/>
                    <a:pt x="1368" y="3195"/>
                  </a:cubicBezTo>
                  <a:cubicBezTo>
                    <a:pt x="1507" y="3222"/>
                    <a:pt x="1437" y="3404"/>
                    <a:pt x="1507" y="3501"/>
                  </a:cubicBezTo>
                  <a:cubicBezTo>
                    <a:pt x="1549" y="3557"/>
                    <a:pt x="1577" y="3627"/>
                    <a:pt x="1633" y="3683"/>
                  </a:cubicBezTo>
                  <a:cubicBezTo>
                    <a:pt x="1744" y="3766"/>
                    <a:pt x="1772" y="3850"/>
                    <a:pt x="1744" y="3990"/>
                  </a:cubicBezTo>
                  <a:cubicBezTo>
                    <a:pt x="1674" y="4352"/>
                    <a:pt x="1605" y="4408"/>
                    <a:pt x="1200" y="4352"/>
                  </a:cubicBezTo>
                  <a:cubicBezTo>
                    <a:pt x="1172" y="4352"/>
                    <a:pt x="1144" y="4338"/>
                    <a:pt x="1130" y="4338"/>
                  </a:cubicBezTo>
                  <a:cubicBezTo>
                    <a:pt x="1075" y="4338"/>
                    <a:pt x="1047" y="4380"/>
                    <a:pt x="1047" y="4408"/>
                  </a:cubicBezTo>
                  <a:cubicBezTo>
                    <a:pt x="1061" y="4603"/>
                    <a:pt x="1005" y="4799"/>
                    <a:pt x="1172" y="4952"/>
                  </a:cubicBezTo>
                  <a:cubicBezTo>
                    <a:pt x="1242" y="5008"/>
                    <a:pt x="1214" y="5161"/>
                    <a:pt x="1144" y="5217"/>
                  </a:cubicBezTo>
                  <a:cubicBezTo>
                    <a:pt x="1075" y="5287"/>
                    <a:pt x="991" y="5329"/>
                    <a:pt x="921" y="5385"/>
                  </a:cubicBezTo>
                  <a:cubicBezTo>
                    <a:pt x="865" y="5426"/>
                    <a:pt x="796" y="5468"/>
                    <a:pt x="768" y="5524"/>
                  </a:cubicBezTo>
                  <a:cubicBezTo>
                    <a:pt x="740" y="5566"/>
                    <a:pt x="726" y="5608"/>
                    <a:pt x="726" y="5650"/>
                  </a:cubicBezTo>
                  <a:cubicBezTo>
                    <a:pt x="740" y="5677"/>
                    <a:pt x="782" y="5733"/>
                    <a:pt x="810" y="5747"/>
                  </a:cubicBezTo>
                  <a:cubicBezTo>
                    <a:pt x="1089" y="5803"/>
                    <a:pt x="1368" y="5887"/>
                    <a:pt x="1619" y="6054"/>
                  </a:cubicBezTo>
                  <a:lnTo>
                    <a:pt x="1661" y="6096"/>
                  </a:lnTo>
                  <a:cubicBezTo>
                    <a:pt x="1633" y="6124"/>
                    <a:pt x="1591" y="6138"/>
                    <a:pt x="1563" y="6138"/>
                  </a:cubicBezTo>
                  <a:cubicBezTo>
                    <a:pt x="1312" y="6096"/>
                    <a:pt x="1130" y="6207"/>
                    <a:pt x="1005" y="6403"/>
                  </a:cubicBezTo>
                  <a:cubicBezTo>
                    <a:pt x="865" y="6626"/>
                    <a:pt x="656" y="6779"/>
                    <a:pt x="475" y="6989"/>
                  </a:cubicBezTo>
                  <a:cubicBezTo>
                    <a:pt x="461" y="7017"/>
                    <a:pt x="475" y="7044"/>
                    <a:pt x="503" y="7058"/>
                  </a:cubicBezTo>
                  <a:cubicBezTo>
                    <a:pt x="517" y="7072"/>
                    <a:pt x="531" y="7114"/>
                    <a:pt x="545" y="7114"/>
                  </a:cubicBezTo>
                  <a:cubicBezTo>
                    <a:pt x="614" y="7114"/>
                    <a:pt x="684" y="7114"/>
                    <a:pt x="754" y="7072"/>
                  </a:cubicBezTo>
                  <a:cubicBezTo>
                    <a:pt x="879" y="7003"/>
                    <a:pt x="1019" y="6919"/>
                    <a:pt x="1158" y="6961"/>
                  </a:cubicBezTo>
                  <a:cubicBezTo>
                    <a:pt x="1409" y="7003"/>
                    <a:pt x="1577" y="6933"/>
                    <a:pt x="1716" y="6751"/>
                  </a:cubicBezTo>
                  <a:cubicBezTo>
                    <a:pt x="1758" y="6696"/>
                    <a:pt x="1898" y="6654"/>
                    <a:pt x="1981" y="6654"/>
                  </a:cubicBezTo>
                  <a:cubicBezTo>
                    <a:pt x="2218" y="6682"/>
                    <a:pt x="2470" y="6682"/>
                    <a:pt x="2693" y="6626"/>
                  </a:cubicBezTo>
                  <a:cubicBezTo>
                    <a:pt x="2972" y="6556"/>
                    <a:pt x="3251" y="6514"/>
                    <a:pt x="3544" y="6500"/>
                  </a:cubicBezTo>
                  <a:cubicBezTo>
                    <a:pt x="3823" y="6486"/>
                    <a:pt x="4060" y="6361"/>
                    <a:pt x="4227" y="6152"/>
                  </a:cubicBezTo>
                  <a:cubicBezTo>
                    <a:pt x="4269" y="6096"/>
                    <a:pt x="4269" y="5998"/>
                    <a:pt x="4213" y="5956"/>
                  </a:cubicBezTo>
                  <a:cubicBezTo>
                    <a:pt x="4171" y="5929"/>
                    <a:pt x="4129" y="5929"/>
                    <a:pt x="4088" y="5887"/>
                  </a:cubicBezTo>
                  <a:cubicBezTo>
                    <a:pt x="4004" y="5845"/>
                    <a:pt x="3990" y="5789"/>
                    <a:pt x="4032" y="5719"/>
                  </a:cubicBezTo>
                  <a:cubicBezTo>
                    <a:pt x="4129" y="5580"/>
                    <a:pt x="4241" y="5454"/>
                    <a:pt x="4311" y="5301"/>
                  </a:cubicBezTo>
                  <a:cubicBezTo>
                    <a:pt x="4478" y="4980"/>
                    <a:pt x="4297" y="4659"/>
                    <a:pt x="3948" y="4603"/>
                  </a:cubicBezTo>
                  <a:cubicBezTo>
                    <a:pt x="3823" y="4589"/>
                    <a:pt x="3725" y="4589"/>
                    <a:pt x="3599" y="4589"/>
                  </a:cubicBezTo>
                  <a:lnTo>
                    <a:pt x="3599" y="4603"/>
                  </a:lnTo>
                  <a:lnTo>
                    <a:pt x="3585" y="4631"/>
                  </a:lnTo>
                  <a:lnTo>
                    <a:pt x="3599" y="4589"/>
                  </a:lnTo>
                  <a:lnTo>
                    <a:pt x="3599" y="4589"/>
                  </a:lnTo>
                  <a:cubicBezTo>
                    <a:pt x="3599" y="4520"/>
                    <a:pt x="3599" y="4450"/>
                    <a:pt x="3571" y="4394"/>
                  </a:cubicBezTo>
                  <a:cubicBezTo>
                    <a:pt x="3446" y="4185"/>
                    <a:pt x="3334" y="3976"/>
                    <a:pt x="3265" y="3725"/>
                  </a:cubicBezTo>
                  <a:cubicBezTo>
                    <a:pt x="3223" y="3585"/>
                    <a:pt x="3125" y="3474"/>
                    <a:pt x="3014" y="3404"/>
                  </a:cubicBezTo>
                  <a:cubicBezTo>
                    <a:pt x="2762" y="3278"/>
                    <a:pt x="2665" y="3083"/>
                    <a:pt x="2595" y="2846"/>
                  </a:cubicBezTo>
                  <a:cubicBezTo>
                    <a:pt x="2483" y="2497"/>
                    <a:pt x="2274" y="2246"/>
                    <a:pt x="1939" y="2121"/>
                  </a:cubicBezTo>
                  <a:cubicBezTo>
                    <a:pt x="1898" y="2107"/>
                    <a:pt x="1870" y="2079"/>
                    <a:pt x="1898" y="2023"/>
                  </a:cubicBezTo>
                  <a:cubicBezTo>
                    <a:pt x="1939" y="1911"/>
                    <a:pt x="1967" y="1800"/>
                    <a:pt x="2037" y="1688"/>
                  </a:cubicBezTo>
                  <a:cubicBezTo>
                    <a:pt x="2177" y="1479"/>
                    <a:pt x="2246" y="1256"/>
                    <a:pt x="2316" y="1033"/>
                  </a:cubicBezTo>
                  <a:cubicBezTo>
                    <a:pt x="2344" y="921"/>
                    <a:pt x="2246" y="781"/>
                    <a:pt x="2135" y="768"/>
                  </a:cubicBezTo>
                  <a:cubicBezTo>
                    <a:pt x="2079" y="768"/>
                    <a:pt x="2051" y="754"/>
                    <a:pt x="1995" y="754"/>
                  </a:cubicBezTo>
                  <a:lnTo>
                    <a:pt x="1493" y="754"/>
                  </a:lnTo>
                  <a:cubicBezTo>
                    <a:pt x="1451" y="754"/>
                    <a:pt x="1423" y="698"/>
                    <a:pt x="1409" y="684"/>
                  </a:cubicBezTo>
                  <a:cubicBezTo>
                    <a:pt x="1409" y="656"/>
                    <a:pt x="1409" y="628"/>
                    <a:pt x="1423" y="614"/>
                  </a:cubicBezTo>
                  <a:cubicBezTo>
                    <a:pt x="1507" y="489"/>
                    <a:pt x="1591" y="377"/>
                    <a:pt x="1688" y="265"/>
                  </a:cubicBezTo>
                  <a:cubicBezTo>
                    <a:pt x="1702" y="224"/>
                    <a:pt x="1702" y="168"/>
                    <a:pt x="1702" y="126"/>
                  </a:cubicBezTo>
                  <a:cubicBezTo>
                    <a:pt x="1702" y="70"/>
                    <a:pt x="1619" y="0"/>
                    <a:pt x="1549" y="0"/>
                  </a:cubicBezTo>
                  <a:cubicBezTo>
                    <a:pt x="1354" y="14"/>
                    <a:pt x="1158" y="14"/>
                    <a:pt x="963" y="28"/>
                  </a:cubicBezTo>
                  <a:cubicBezTo>
                    <a:pt x="865" y="56"/>
                    <a:pt x="796" y="98"/>
                    <a:pt x="740" y="196"/>
                  </a:cubicBezTo>
                  <a:cubicBezTo>
                    <a:pt x="614" y="405"/>
                    <a:pt x="517" y="614"/>
                    <a:pt x="419" y="823"/>
                  </a:cubicBezTo>
                  <a:cubicBezTo>
                    <a:pt x="377" y="865"/>
                    <a:pt x="349" y="851"/>
                    <a:pt x="294" y="851"/>
                  </a:cubicBezTo>
                  <a:cubicBezTo>
                    <a:pt x="70" y="823"/>
                    <a:pt x="1" y="921"/>
                    <a:pt x="126" y="10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76" name="Google Shape;1776;p56"/>
            <p:cNvSpPr/>
            <p:nvPr/>
          </p:nvSpPr>
          <p:spPr>
            <a:xfrm>
              <a:off x="3755425" y="1821975"/>
              <a:ext cx="143325" cy="145800"/>
            </a:xfrm>
            <a:custGeom>
              <a:avLst/>
              <a:gdLst/>
              <a:ahLst/>
              <a:cxnLst/>
              <a:rect l="l" t="t" r="r" b="b"/>
              <a:pathLst>
                <a:path w="5733" h="5832" extrusionOk="0">
                  <a:moveTo>
                    <a:pt x="391" y="1842"/>
                  </a:moveTo>
                  <a:cubicBezTo>
                    <a:pt x="363" y="2051"/>
                    <a:pt x="488" y="2204"/>
                    <a:pt x="600" y="2358"/>
                  </a:cubicBezTo>
                  <a:cubicBezTo>
                    <a:pt x="697" y="2497"/>
                    <a:pt x="823" y="2609"/>
                    <a:pt x="879" y="2776"/>
                  </a:cubicBezTo>
                  <a:cubicBezTo>
                    <a:pt x="1046" y="2958"/>
                    <a:pt x="1186" y="3195"/>
                    <a:pt x="1437" y="3306"/>
                  </a:cubicBezTo>
                  <a:lnTo>
                    <a:pt x="1437" y="3279"/>
                  </a:lnTo>
                  <a:lnTo>
                    <a:pt x="1465" y="3279"/>
                  </a:lnTo>
                  <a:lnTo>
                    <a:pt x="1730" y="2972"/>
                  </a:lnTo>
                  <a:cubicBezTo>
                    <a:pt x="1813" y="2860"/>
                    <a:pt x="1813" y="2762"/>
                    <a:pt x="1799" y="2637"/>
                  </a:cubicBezTo>
                  <a:cubicBezTo>
                    <a:pt x="1799" y="2609"/>
                    <a:pt x="1827" y="2553"/>
                    <a:pt x="1869" y="2539"/>
                  </a:cubicBezTo>
                  <a:cubicBezTo>
                    <a:pt x="1897" y="2497"/>
                    <a:pt x="1953" y="2539"/>
                    <a:pt x="1967" y="2581"/>
                  </a:cubicBezTo>
                  <a:cubicBezTo>
                    <a:pt x="2037" y="2762"/>
                    <a:pt x="2176" y="2748"/>
                    <a:pt x="2316" y="2707"/>
                  </a:cubicBezTo>
                  <a:cubicBezTo>
                    <a:pt x="2343" y="2707"/>
                    <a:pt x="2371" y="2721"/>
                    <a:pt x="2371" y="2748"/>
                  </a:cubicBezTo>
                  <a:cubicBezTo>
                    <a:pt x="2385" y="2762"/>
                    <a:pt x="2385" y="2790"/>
                    <a:pt x="2371" y="2790"/>
                  </a:cubicBezTo>
                  <a:cubicBezTo>
                    <a:pt x="2204" y="2888"/>
                    <a:pt x="2078" y="3027"/>
                    <a:pt x="1939" y="3139"/>
                  </a:cubicBezTo>
                  <a:cubicBezTo>
                    <a:pt x="1799" y="3279"/>
                    <a:pt x="1618" y="3320"/>
                    <a:pt x="1451" y="3279"/>
                  </a:cubicBezTo>
                  <a:cubicBezTo>
                    <a:pt x="1451" y="3279"/>
                    <a:pt x="1451" y="3306"/>
                    <a:pt x="1437" y="3306"/>
                  </a:cubicBezTo>
                  <a:cubicBezTo>
                    <a:pt x="1437" y="3306"/>
                    <a:pt x="1409" y="3306"/>
                    <a:pt x="1409" y="3279"/>
                  </a:cubicBezTo>
                  <a:lnTo>
                    <a:pt x="1409" y="3683"/>
                  </a:lnTo>
                  <a:cubicBezTo>
                    <a:pt x="1409" y="3767"/>
                    <a:pt x="1465" y="3864"/>
                    <a:pt x="1576" y="3878"/>
                  </a:cubicBezTo>
                  <a:cubicBezTo>
                    <a:pt x="1674" y="3892"/>
                    <a:pt x="1799" y="3892"/>
                    <a:pt x="1827" y="4018"/>
                  </a:cubicBezTo>
                  <a:lnTo>
                    <a:pt x="1855" y="4018"/>
                  </a:lnTo>
                  <a:lnTo>
                    <a:pt x="1869" y="4032"/>
                  </a:lnTo>
                  <a:lnTo>
                    <a:pt x="2037" y="4032"/>
                  </a:lnTo>
                  <a:cubicBezTo>
                    <a:pt x="2106" y="4032"/>
                    <a:pt x="2134" y="4074"/>
                    <a:pt x="2092" y="4101"/>
                  </a:cubicBezTo>
                  <a:cubicBezTo>
                    <a:pt x="2078" y="4129"/>
                    <a:pt x="2037" y="4101"/>
                    <a:pt x="2023" y="4101"/>
                  </a:cubicBezTo>
                  <a:cubicBezTo>
                    <a:pt x="1953" y="4101"/>
                    <a:pt x="1925" y="4074"/>
                    <a:pt x="1869" y="4018"/>
                  </a:cubicBezTo>
                  <a:lnTo>
                    <a:pt x="1827" y="4018"/>
                  </a:lnTo>
                  <a:lnTo>
                    <a:pt x="1827" y="4004"/>
                  </a:lnTo>
                  <a:cubicBezTo>
                    <a:pt x="1744" y="4032"/>
                    <a:pt x="1660" y="4032"/>
                    <a:pt x="1604" y="4115"/>
                  </a:cubicBezTo>
                  <a:cubicBezTo>
                    <a:pt x="1534" y="4227"/>
                    <a:pt x="1548" y="4353"/>
                    <a:pt x="1604" y="4450"/>
                  </a:cubicBezTo>
                  <a:cubicBezTo>
                    <a:pt x="1799" y="4785"/>
                    <a:pt x="2064" y="5064"/>
                    <a:pt x="2441" y="5189"/>
                  </a:cubicBezTo>
                  <a:lnTo>
                    <a:pt x="2441" y="5162"/>
                  </a:lnTo>
                  <a:lnTo>
                    <a:pt x="2455" y="5134"/>
                  </a:lnTo>
                  <a:lnTo>
                    <a:pt x="2441" y="5189"/>
                  </a:lnTo>
                  <a:lnTo>
                    <a:pt x="2441" y="5189"/>
                  </a:lnTo>
                  <a:cubicBezTo>
                    <a:pt x="2427" y="5217"/>
                    <a:pt x="2427" y="5273"/>
                    <a:pt x="2427" y="5301"/>
                  </a:cubicBezTo>
                  <a:cubicBezTo>
                    <a:pt x="2483" y="5496"/>
                    <a:pt x="2594" y="5636"/>
                    <a:pt x="2734" y="5775"/>
                  </a:cubicBezTo>
                  <a:cubicBezTo>
                    <a:pt x="2790" y="5831"/>
                    <a:pt x="2943" y="5789"/>
                    <a:pt x="2999" y="5720"/>
                  </a:cubicBezTo>
                  <a:cubicBezTo>
                    <a:pt x="3013" y="5692"/>
                    <a:pt x="3069" y="5636"/>
                    <a:pt x="3055" y="5608"/>
                  </a:cubicBezTo>
                  <a:cubicBezTo>
                    <a:pt x="3027" y="5287"/>
                    <a:pt x="3152" y="4994"/>
                    <a:pt x="3152" y="4673"/>
                  </a:cubicBezTo>
                  <a:cubicBezTo>
                    <a:pt x="3152" y="4506"/>
                    <a:pt x="3222" y="4353"/>
                    <a:pt x="3320" y="4213"/>
                  </a:cubicBezTo>
                  <a:cubicBezTo>
                    <a:pt x="3362" y="4143"/>
                    <a:pt x="3417" y="4032"/>
                    <a:pt x="3417" y="3948"/>
                  </a:cubicBezTo>
                  <a:cubicBezTo>
                    <a:pt x="3404" y="3557"/>
                    <a:pt x="3627" y="3209"/>
                    <a:pt x="3599" y="2818"/>
                  </a:cubicBezTo>
                  <a:cubicBezTo>
                    <a:pt x="3599" y="2762"/>
                    <a:pt x="3599" y="2707"/>
                    <a:pt x="3613" y="2679"/>
                  </a:cubicBezTo>
                  <a:cubicBezTo>
                    <a:pt x="3669" y="2511"/>
                    <a:pt x="3752" y="2372"/>
                    <a:pt x="3920" y="2302"/>
                  </a:cubicBezTo>
                  <a:cubicBezTo>
                    <a:pt x="3975" y="2288"/>
                    <a:pt x="4031" y="2302"/>
                    <a:pt x="4045" y="2358"/>
                  </a:cubicBezTo>
                  <a:cubicBezTo>
                    <a:pt x="4059" y="2442"/>
                    <a:pt x="3989" y="2567"/>
                    <a:pt x="4045" y="2637"/>
                  </a:cubicBezTo>
                  <a:cubicBezTo>
                    <a:pt x="4226" y="2888"/>
                    <a:pt x="4240" y="3181"/>
                    <a:pt x="4380" y="3418"/>
                  </a:cubicBezTo>
                  <a:cubicBezTo>
                    <a:pt x="4422" y="3530"/>
                    <a:pt x="4464" y="3655"/>
                    <a:pt x="4422" y="3767"/>
                  </a:cubicBezTo>
                  <a:cubicBezTo>
                    <a:pt x="4394" y="3892"/>
                    <a:pt x="4380" y="4004"/>
                    <a:pt x="4338" y="4115"/>
                  </a:cubicBezTo>
                  <a:cubicBezTo>
                    <a:pt x="4324" y="4213"/>
                    <a:pt x="4422" y="4325"/>
                    <a:pt x="4519" y="4297"/>
                  </a:cubicBezTo>
                  <a:cubicBezTo>
                    <a:pt x="4617" y="4255"/>
                    <a:pt x="4743" y="4213"/>
                    <a:pt x="4840" y="4157"/>
                  </a:cubicBezTo>
                  <a:cubicBezTo>
                    <a:pt x="4966" y="4101"/>
                    <a:pt x="4966" y="4101"/>
                    <a:pt x="5022" y="4283"/>
                  </a:cubicBezTo>
                  <a:cubicBezTo>
                    <a:pt x="5022" y="4297"/>
                    <a:pt x="5022" y="4325"/>
                    <a:pt x="5035" y="4353"/>
                  </a:cubicBezTo>
                  <a:cubicBezTo>
                    <a:pt x="5077" y="4464"/>
                    <a:pt x="5161" y="4492"/>
                    <a:pt x="5245" y="4422"/>
                  </a:cubicBezTo>
                  <a:cubicBezTo>
                    <a:pt x="5524" y="4185"/>
                    <a:pt x="5663" y="3906"/>
                    <a:pt x="5733" y="3557"/>
                  </a:cubicBezTo>
                  <a:cubicBezTo>
                    <a:pt x="5733" y="3530"/>
                    <a:pt x="5705" y="3474"/>
                    <a:pt x="5663" y="3460"/>
                  </a:cubicBezTo>
                  <a:cubicBezTo>
                    <a:pt x="5635" y="3418"/>
                    <a:pt x="5579" y="3404"/>
                    <a:pt x="5538" y="3404"/>
                  </a:cubicBezTo>
                  <a:cubicBezTo>
                    <a:pt x="5301" y="3404"/>
                    <a:pt x="5217" y="3306"/>
                    <a:pt x="5189" y="3055"/>
                  </a:cubicBezTo>
                  <a:cubicBezTo>
                    <a:pt x="5175" y="2832"/>
                    <a:pt x="5105" y="2818"/>
                    <a:pt x="4840" y="2888"/>
                  </a:cubicBezTo>
                  <a:cubicBezTo>
                    <a:pt x="4715" y="2916"/>
                    <a:pt x="4715" y="2916"/>
                    <a:pt x="4743" y="2776"/>
                  </a:cubicBezTo>
                  <a:lnTo>
                    <a:pt x="4798" y="2567"/>
                  </a:lnTo>
                  <a:cubicBezTo>
                    <a:pt x="4826" y="2428"/>
                    <a:pt x="4770" y="2330"/>
                    <a:pt x="4659" y="2288"/>
                  </a:cubicBezTo>
                  <a:cubicBezTo>
                    <a:pt x="4519" y="2232"/>
                    <a:pt x="4394" y="2218"/>
                    <a:pt x="4310" y="2079"/>
                  </a:cubicBezTo>
                  <a:cubicBezTo>
                    <a:pt x="4213" y="1926"/>
                    <a:pt x="4031" y="1842"/>
                    <a:pt x="3989" y="1633"/>
                  </a:cubicBezTo>
                  <a:cubicBezTo>
                    <a:pt x="3989" y="1591"/>
                    <a:pt x="3920" y="1563"/>
                    <a:pt x="3892" y="1535"/>
                  </a:cubicBezTo>
                  <a:cubicBezTo>
                    <a:pt x="3794" y="1521"/>
                    <a:pt x="3696" y="1521"/>
                    <a:pt x="3613" y="1493"/>
                  </a:cubicBezTo>
                  <a:cubicBezTo>
                    <a:pt x="3431" y="1423"/>
                    <a:pt x="3264" y="1312"/>
                    <a:pt x="3208" y="1103"/>
                  </a:cubicBezTo>
                  <a:cubicBezTo>
                    <a:pt x="3152" y="907"/>
                    <a:pt x="3083" y="740"/>
                    <a:pt x="2901" y="628"/>
                  </a:cubicBezTo>
                  <a:cubicBezTo>
                    <a:pt x="2846" y="600"/>
                    <a:pt x="2790" y="531"/>
                    <a:pt x="2762" y="475"/>
                  </a:cubicBezTo>
                  <a:cubicBezTo>
                    <a:pt x="2692" y="335"/>
                    <a:pt x="2594" y="252"/>
                    <a:pt x="2441" y="196"/>
                  </a:cubicBezTo>
                  <a:cubicBezTo>
                    <a:pt x="2357" y="168"/>
                    <a:pt x="2274" y="112"/>
                    <a:pt x="2204" y="56"/>
                  </a:cubicBezTo>
                  <a:cubicBezTo>
                    <a:pt x="2106" y="1"/>
                    <a:pt x="2009" y="56"/>
                    <a:pt x="1995" y="182"/>
                  </a:cubicBezTo>
                  <a:lnTo>
                    <a:pt x="1883" y="656"/>
                  </a:lnTo>
                  <a:lnTo>
                    <a:pt x="1897" y="656"/>
                  </a:lnTo>
                  <a:lnTo>
                    <a:pt x="1897" y="684"/>
                  </a:lnTo>
                  <a:cubicBezTo>
                    <a:pt x="1967" y="768"/>
                    <a:pt x="1995" y="879"/>
                    <a:pt x="1995" y="977"/>
                  </a:cubicBezTo>
                  <a:cubicBezTo>
                    <a:pt x="1995" y="1005"/>
                    <a:pt x="1995" y="1033"/>
                    <a:pt x="1967" y="1047"/>
                  </a:cubicBezTo>
                  <a:cubicBezTo>
                    <a:pt x="1939" y="1089"/>
                    <a:pt x="1925" y="1075"/>
                    <a:pt x="1897" y="1005"/>
                  </a:cubicBezTo>
                  <a:lnTo>
                    <a:pt x="1897" y="698"/>
                  </a:lnTo>
                  <a:lnTo>
                    <a:pt x="1883" y="684"/>
                  </a:lnTo>
                  <a:lnTo>
                    <a:pt x="1883" y="670"/>
                  </a:lnTo>
                  <a:cubicBezTo>
                    <a:pt x="1855" y="670"/>
                    <a:pt x="1799" y="684"/>
                    <a:pt x="1785" y="670"/>
                  </a:cubicBezTo>
                  <a:cubicBezTo>
                    <a:pt x="1618" y="559"/>
                    <a:pt x="1465" y="600"/>
                    <a:pt x="1311" y="670"/>
                  </a:cubicBezTo>
                  <a:lnTo>
                    <a:pt x="1311" y="698"/>
                  </a:lnTo>
                  <a:lnTo>
                    <a:pt x="1283" y="698"/>
                  </a:lnTo>
                  <a:lnTo>
                    <a:pt x="1283" y="810"/>
                  </a:lnTo>
                  <a:cubicBezTo>
                    <a:pt x="1269" y="865"/>
                    <a:pt x="1241" y="879"/>
                    <a:pt x="1186" y="865"/>
                  </a:cubicBezTo>
                  <a:cubicBezTo>
                    <a:pt x="1172" y="865"/>
                    <a:pt x="1144" y="838"/>
                    <a:pt x="1130" y="824"/>
                  </a:cubicBezTo>
                  <a:cubicBezTo>
                    <a:pt x="1102" y="768"/>
                    <a:pt x="1116" y="740"/>
                    <a:pt x="1172" y="726"/>
                  </a:cubicBezTo>
                  <a:cubicBezTo>
                    <a:pt x="1200" y="726"/>
                    <a:pt x="1241" y="698"/>
                    <a:pt x="1269" y="684"/>
                  </a:cubicBezTo>
                  <a:lnTo>
                    <a:pt x="1269" y="670"/>
                  </a:lnTo>
                  <a:lnTo>
                    <a:pt x="1297" y="670"/>
                  </a:lnTo>
                  <a:lnTo>
                    <a:pt x="1297" y="614"/>
                  </a:lnTo>
                  <a:cubicBezTo>
                    <a:pt x="1241" y="419"/>
                    <a:pt x="1130" y="349"/>
                    <a:pt x="990" y="405"/>
                  </a:cubicBezTo>
                  <a:cubicBezTo>
                    <a:pt x="823" y="475"/>
                    <a:pt x="628" y="517"/>
                    <a:pt x="432" y="531"/>
                  </a:cubicBezTo>
                  <a:cubicBezTo>
                    <a:pt x="293" y="545"/>
                    <a:pt x="223" y="614"/>
                    <a:pt x="195" y="740"/>
                  </a:cubicBezTo>
                  <a:cubicBezTo>
                    <a:pt x="181" y="810"/>
                    <a:pt x="140" y="879"/>
                    <a:pt x="126" y="949"/>
                  </a:cubicBezTo>
                  <a:cubicBezTo>
                    <a:pt x="0" y="1228"/>
                    <a:pt x="70" y="1451"/>
                    <a:pt x="279" y="1660"/>
                  </a:cubicBezTo>
                  <a:cubicBezTo>
                    <a:pt x="335" y="1716"/>
                    <a:pt x="391" y="1758"/>
                    <a:pt x="391" y="1842"/>
                  </a:cubicBezTo>
                  <a:close/>
                  <a:moveTo>
                    <a:pt x="2162" y="3809"/>
                  </a:moveTo>
                  <a:lnTo>
                    <a:pt x="2106" y="3781"/>
                  </a:lnTo>
                  <a:lnTo>
                    <a:pt x="2176" y="3753"/>
                  </a:lnTo>
                  <a:close/>
                  <a:moveTo>
                    <a:pt x="2009" y="1563"/>
                  </a:moveTo>
                  <a:lnTo>
                    <a:pt x="2037" y="1577"/>
                  </a:lnTo>
                  <a:lnTo>
                    <a:pt x="2009" y="1563"/>
                  </a:lnTo>
                  <a:lnTo>
                    <a:pt x="1967" y="152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77" name="Google Shape;1777;p56"/>
            <p:cNvSpPr/>
            <p:nvPr/>
          </p:nvSpPr>
          <p:spPr>
            <a:xfrm>
              <a:off x="2667075" y="1806975"/>
              <a:ext cx="149975" cy="139175"/>
            </a:xfrm>
            <a:custGeom>
              <a:avLst/>
              <a:gdLst/>
              <a:ahLst/>
              <a:cxnLst/>
              <a:rect l="l" t="t" r="r" b="b"/>
              <a:pathLst>
                <a:path w="5999" h="5567" extrusionOk="0">
                  <a:moveTo>
                    <a:pt x="5705" y="3865"/>
                  </a:moveTo>
                  <a:cubicBezTo>
                    <a:pt x="5608" y="3795"/>
                    <a:pt x="5566" y="3753"/>
                    <a:pt x="5524" y="3655"/>
                  </a:cubicBezTo>
                  <a:cubicBezTo>
                    <a:pt x="5454" y="3516"/>
                    <a:pt x="5329" y="3446"/>
                    <a:pt x="5175" y="3446"/>
                  </a:cubicBezTo>
                  <a:cubicBezTo>
                    <a:pt x="4966" y="3474"/>
                    <a:pt x="4743" y="3474"/>
                    <a:pt x="4548" y="3348"/>
                  </a:cubicBezTo>
                  <a:cubicBezTo>
                    <a:pt x="4492" y="3307"/>
                    <a:pt x="4408" y="3335"/>
                    <a:pt x="4338" y="3335"/>
                  </a:cubicBezTo>
                  <a:cubicBezTo>
                    <a:pt x="4018" y="3362"/>
                    <a:pt x="3711" y="3376"/>
                    <a:pt x="3418" y="3432"/>
                  </a:cubicBezTo>
                  <a:cubicBezTo>
                    <a:pt x="3223" y="3474"/>
                    <a:pt x="3041" y="3544"/>
                    <a:pt x="2930" y="3307"/>
                  </a:cubicBezTo>
                  <a:cubicBezTo>
                    <a:pt x="2874" y="3223"/>
                    <a:pt x="2776" y="3223"/>
                    <a:pt x="2679" y="3195"/>
                  </a:cubicBezTo>
                  <a:cubicBezTo>
                    <a:pt x="2400" y="3083"/>
                    <a:pt x="2162" y="2944"/>
                    <a:pt x="2093" y="2637"/>
                  </a:cubicBezTo>
                  <a:cubicBezTo>
                    <a:pt x="2051" y="2498"/>
                    <a:pt x="1953" y="2442"/>
                    <a:pt x="1842" y="2428"/>
                  </a:cubicBezTo>
                  <a:cubicBezTo>
                    <a:pt x="1758" y="2400"/>
                    <a:pt x="1772" y="2386"/>
                    <a:pt x="1842" y="2358"/>
                  </a:cubicBezTo>
                  <a:cubicBezTo>
                    <a:pt x="1911" y="2302"/>
                    <a:pt x="1981" y="2247"/>
                    <a:pt x="2051" y="2177"/>
                  </a:cubicBezTo>
                  <a:lnTo>
                    <a:pt x="2051" y="2177"/>
                  </a:lnTo>
                  <a:lnTo>
                    <a:pt x="2037" y="2163"/>
                  </a:lnTo>
                  <a:lnTo>
                    <a:pt x="2079" y="2163"/>
                  </a:lnTo>
                  <a:cubicBezTo>
                    <a:pt x="2079" y="2163"/>
                    <a:pt x="2051" y="2163"/>
                    <a:pt x="2051" y="2177"/>
                  </a:cubicBezTo>
                  <a:cubicBezTo>
                    <a:pt x="2190" y="2191"/>
                    <a:pt x="2330" y="2233"/>
                    <a:pt x="2469" y="2191"/>
                  </a:cubicBezTo>
                  <a:cubicBezTo>
                    <a:pt x="2525" y="2177"/>
                    <a:pt x="2581" y="2051"/>
                    <a:pt x="2539" y="2023"/>
                  </a:cubicBezTo>
                  <a:cubicBezTo>
                    <a:pt x="2525" y="1982"/>
                    <a:pt x="2511" y="1940"/>
                    <a:pt x="2469" y="1898"/>
                  </a:cubicBezTo>
                  <a:cubicBezTo>
                    <a:pt x="2316" y="1772"/>
                    <a:pt x="2274" y="1661"/>
                    <a:pt x="2316" y="1465"/>
                  </a:cubicBezTo>
                  <a:cubicBezTo>
                    <a:pt x="2330" y="1340"/>
                    <a:pt x="2176" y="1186"/>
                    <a:pt x="2051" y="1172"/>
                  </a:cubicBezTo>
                  <a:cubicBezTo>
                    <a:pt x="1925" y="1145"/>
                    <a:pt x="1814" y="1172"/>
                    <a:pt x="1688" y="1145"/>
                  </a:cubicBezTo>
                  <a:cubicBezTo>
                    <a:pt x="1577" y="1131"/>
                    <a:pt x="1493" y="1103"/>
                    <a:pt x="1465" y="991"/>
                  </a:cubicBezTo>
                  <a:cubicBezTo>
                    <a:pt x="1423" y="907"/>
                    <a:pt x="1409" y="796"/>
                    <a:pt x="1367" y="712"/>
                  </a:cubicBezTo>
                  <a:cubicBezTo>
                    <a:pt x="1353" y="642"/>
                    <a:pt x="1339" y="559"/>
                    <a:pt x="1284" y="517"/>
                  </a:cubicBezTo>
                  <a:cubicBezTo>
                    <a:pt x="1088" y="377"/>
                    <a:pt x="949" y="168"/>
                    <a:pt x="712" y="85"/>
                  </a:cubicBezTo>
                  <a:cubicBezTo>
                    <a:pt x="517" y="1"/>
                    <a:pt x="321" y="29"/>
                    <a:pt x="168" y="154"/>
                  </a:cubicBezTo>
                  <a:cubicBezTo>
                    <a:pt x="70" y="224"/>
                    <a:pt x="0" y="363"/>
                    <a:pt x="28" y="475"/>
                  </a:cubicBezTo>
                  <a:cubicBezTo>
                    <a:pt x="112" y="754"/>
                    <a:pt x="168" y="1033"/>
                    <a:pt x="210" y="1312"/>
                  </a:cubicBezTo>
                  <a:cubicBezTo>
                    <a:pt x="210" y="1340"/>
                    <a:pt x="252" y="1396"/>
                    <a:pt x="293" y="1410"/>
                  </a:cubicBezTo>
                  <a:cubicBezTo>
                    <a:pt x="489" y="1493"/>
                    <a:pt x="698" y="1563"/>
                    <a:pt x="879" y="1633"/>
                  </a:cubicBezTo>
                  <a:cubicBezTo>
                    <a:pt x="1074" y="1703"/>
                    <a:pt x="1074" y="1730"/>
                    <a:pt x="1074" y="1884"/>
                  </a:cubicBezTo>
                  <a:cubicBezTo>
                    <a:pt x="1074" y="2023"/>
                    <a:pt x="1061" y="2163"/>
                    <a:pt x="1074" y="2316"/>
                  </a:cubicBezTo>
                  <a:cubicBezTo>
                    <a:pt x="1088" y="2512"/>
                    <a:pt x="1019" y="2651"/>
                    <a:pt x="865" y="2749"/>
                  </a:cubicBezTo>
                  <a:cubicBezTo>
                    <a:pt x="740" y="2846"/>
                    <a:pt x="656" y="2958"/>
                    <a:pt x="586" y="3070"/>
                  </a:cubicBezTo>
                  <a:cubicBezTo>
                    <a:pt x="377" y="3362"/>
                    <a:pt x="363" y="3697"/>
                    <a:pt x="377" y="4032"/>
                  </a:cubicBezTo>
                  <a:cubicBezTo>
                    <a:pt x="391" y="4255"/>
                    <a:pt x="670" y="4241"/>
                    <a:pt x="782" y="4395"/>
                  </a:cubicBezTo>
                  <a:lnTo>
                    <a:pt x="837" y="4450"/>
                  </a:lnTo>
                  <a:cubicBezTo>
                    <a:pt x="991" y="4590"/>
                    <a:pt x="1186" y="4604"/>
                    <a:pt x="1353" y="4492"/>
                  </a:cubicBezTo>
                  <a:cubicBezTo>
                    <a:pt x="1395" y="4478"/>
                    <a:pt x="1437" y="4450"/>
                    <a:pt x="1479" y="4450"/>
                  </a:cubicBezTo>
                  <a:cubicBezTo>
                    <a:pt x="1535" y="4423"/>
                    <a:pt x="1563" y="4464"/>
                    <a:pt x="1549" y="4534"/>
                  </a:cubicBezTo>
                  <a:cubicBezTo>
                    <a:pt x="1535" y="4604"/>
                    <a:pt x="1493" y="4674"/>
                    <a:pt x="1507" y="4743"/>
                  </a:cubicBezTo>
                  <a:cubicBezTo>
                    <a:pt x="1535" y="4841"/>
                    <a:pt x="1618" y="4897"/>
                    <a:pt x="1716" y="4911"/>
                  </a:cubicBezTo>
                  <a:cubicBezTo>
                    <a:pt x="1953" y="4967"/>
                    <a:pt x="2190" y="5050"/>
                    <a:pt x="2414" y="5050"/>
                  </a:cubicBezTo>
                  <a:cubicBezTo>
                    <a:pt x="2874" y="5050"/>
                    <a:pt x="3292" y="5301"/>
                    <a:pt x="3767" y="5287"/>
                  </a:cubicBezTo>
                  <a:cubicBezTo>
                    <a:pt x="3850" y="5287"/>
                    <a:pt x="3934" y="5357"/>
                    <a:pt x="4018" y="5399"/>
                  </a:cubicBezTo>
                  <a:cubicBezTo>
                    <a:pt x="4199" y="5511"/>
                    <a:pt x="4366" y="5566"/>
                    <a:pt x="4576" y="5524"/>
                  </a:cubicBezTo>
                  <a:cubicBezTo>
                    <a:pt x="4715" y="5511"/>
                    <a:pt x="4855" y="5524"/>
                    <a:pt x="5022" y="5511"/>
                  </a:cubicBezTo>
                  <a:cubicBezTo>
                    <a:pt x="5092" y="5511"/>
                    <a:pt x="5161" y="5469"/>
                    <a:pt x="5203" y="5427"/>
                  </a:cubicBezTo>
                  <a:cubicBezTo>
                    <a:pt x="5329" y="5301"/>
                    <a:pt x="5468" y="5218"/>
                    <a:pt x="5622" y="5148"/>
                  </a:cubicBezTo>
                  <a:cubicBezTo>
                    <a:pt x="5733" y="5092"/>
                    <a:pt x="5747" y="5008"/>
                    <a:pt x="5733" y="4897"/>
                  </a:cubicBezTo>
                  <a:cubicBezTo>
                    <a:pt x="5719" y="4799"/>
                    <a:pt x="5761" y="4729"/>
                    <a:pt x="5817" y="4632"/>
                  </a:cubicBezTo>
                  <a:cubicBezTo>
                    <a:pt x="5998" y="4311"/>
                    <a:pt x="5956" y="4074"/>
                    <a:pt x="5705" y="38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78" name="Google Shape;1778;p56"/>
            <p:cNvSpPr/>
            <p:nvPr/>
          </p:nvSpPr>
          <p:spPr>
            <a:xfrm>
              <a:off x="2411125" y="1768975"/>
              <a:ext cx="147875" cy="93125"/>
            </a:xfrm>
            <a:custGeom>
              <a:avLst/>
              <a:gdLst/>
              <a:ahLst/>
              <a:cxnLst/>
              <a:rect l="l" t="t" r="r" b="b"/>
              <a:pathLst>
                <a:path w="5915" h="3725" extrusionOk="0">
                  <a:moveTo>
                    <a:pt x="3808" y="2274"/>
                  </a:moveTo>
                  <a:cubicBezTo>
                    <a:pt x="3599" y="2232"/>
                    <a:pt x="3390" y="2176"/>
                    <a:pt x="3180" y="2135"/>
                  </a:cubicBezTo>
                  <a:cubicBezTo>
                    <a:pt x="3139" y="2135"/>
                    <a:pt x="3111" y="2037"/>
                    <a:pt x="3111" y="2023"/>
                  </a:cubicBezTo>
                  <a:cubicBezTo>
                    <a:pt x="3222" y="1814"/>
                    <a:pt x="3083" y="1605"/>
                    <a:pt x="3139" y="1409"/>
                  </a:cubicBezTo>
                  <a:cubicBezTo>
                    <a:pt x="3125" y="1214"/>
                    <a:pt x="3125" y="1061"/>
                    <a:pt x="3111" y="893"/>
                  </a:cubicBezTo>
                  <a:cubicBezTo>
                    <a:pt x="3083" y="740"/>
                    <a:pt x="2971" y="642"/>
                    <a:pt x="2804" y="614"/>
                  </a:cubicBezTo>
                  <a:cubicBezTo>
                    <a:pt x="2664" y="572"/>
                    <a:pt x="2664" y="558"/>
                    <a:pt x="2664" y="419"/>
                  </a:cubicBezTo>
                  <a:cubicBezTo>
                    <a:pt x="2664" y="196"/>
                    <a:pt x="2581" y="84"/>
                    <a:pt x="2413" y="56"/>
                  </a:cubicBezTo>
                  <a:cubicBezTo>
                    <a:pt x="2274" y="28"/>
                    <a:pt x="2092" y="0"/>
                    <a:pt x="1995" y="98"/>
                  </a:cubicBezTo>
                  <a:cubicBezTo>
                    <a:pt x="1813" y="279"/>
                    <a:pt x="1548" y="307"/>
                    <a:pt x="1367" y="447"/>
                  </a:cubicBezTo>
                  <a:cubicBezTo>
                    <a:pt x="1297" y="503"/>
                    <a:pt x="1242" y="586"/>
                    <a:pt x="1172" y="656"/>
                  </a:cubicBezTo>
                  <a:cubicBezTo>
                    <a:pt x="1200" y="837"/>
                    <a:pt x="1088" y="893"/>
                    <a:pt x="935" y="963"/>
                  </a:cubicBezTo>
                  <a:cubicBezTo>
                    <a:pt x="837" y="1005"/>
                    <a:pt x="767" y="1116"/>
                    <a:pt x="684" y="1186"/>
                  </a:cubicBezTo>
                  <a:cubicBezTo>
                    <a:pt x="642" y="1214"/>
                    <a:pt x="642" y="1284"/>
                    <a:pt x="684" y="1312"/>
                  </a:cubicBezTo>
                  <a:cubicBezTo>
                    <a:pt x="753" y="1353"/>
                    <a:pt x="837" y="1409"/>
                    <a:pt x="921" y="1465"/>
                  </a:cubicBezTo>
                  <a:cubicBezTo>
                    <a:pt x="977" y="1493"/>
                    <a:pt x="990" y="1535"/>
                    <a:pt x="963" y="1563"/>
                  </a:cubicBezTo>
                  <a:cubicBezTo>
                    <a:pt x="935" y="1591"/>
                    <a:pt x="907" y="1591"/>
                    <a:pt x="893" y="1591"/>
                  </a:cubicBezTo>
                  <a:cubicBezTo>
                    <a:pt x="739" y="1563"/>
                    <a:pt x="558" y="1535"/>
                    <a:pt x="405" y="1521"/>
                  </a:cubicBezTo>
                  <a:cubicBezTo>
                    <a:pt x="237" y="1521"/>
                    <a:pt x="126" y="1660"/>
                    <a:pt x="56" y="1828"/>
                  </a:cubicBezTo>
                  <a:cubicBezTo>
                    <a:pt x="0" y="1967"/>
                    <a:pt x="56" y="2051"/>
                    <a:pt x="154" y="2148"/>
                  </a:cubicBezTo>
                  <a:cubicBezTo>
                    <a:pt x="237" y="2218"/>
                    <a:pt x="349" y="2302"/>
                    <a:pt x="433" y="2372"/>
                  </a:cubicBezTo>
                  <a:cubicBezTo>
                    <a:pt x="670" y="2539"/>
                    <a:pt x="907" y="2720"/>
                    <a:pt x="1228" y="2567"/>
                  </a:cubicBezTo>
                  <a:cubicBezTo>
                    <a:pt x="1256" y="2539"/>
                    <a:pt x="1325" y="2539"/>
                    <a:pt x="1367" y="2567"/>
                  </a:cubicBezTo>
                  <a:cubicBezTo>
                    <a:pt x="1534" y="2665"/>
                    <a:pt x="1730" y="2665"/>
                    <a:pt x="1925" y="2692"/>
                  </a:cubicBezTo>
                  <a:cubicBezTo>
                    <a:pt x="1939" y="2692"/>
                    <a:pt x="1953" y="2706"/>
                    <a:pt x="1967" y="2720"/>
                  </a:cubicBezTo>
                  <a:cubicBezTo>
                    <a:pt x="1953" y="2734"/>
                    <a:pt x="1939" y="2734"/>
                    <a:pt x="1897" y="2748"/>
                  </a:cubicBezTo>
                  <a:cubicBezTo>
                    <a:pt x="1590" y="2804"/>
                    <a:pt x="1297" y="2860"/>
                    <a:pt x="977" y="2916"/>
                  </a:cubicBezTo>
                  <a:cubicBezTo>
                    <a:pt x="893" y="2930"/>
                    <a:pt x="823" y="3013"/>
                    <a:pt x="809" y="3125"/>
                  </a:cubicBezTo>
                  <a:cubicBezTo>
                    <a:pt x="781" y="3348"/>
                    <a:pt x="851" y="3502"/>
                    <a:pt x="1032" y="3585"/>
                  </a:cubicBezTo>
                  <a:cubicBezTo>
                    <a:pt x="1116" y="3627"/>
                    <a:pt x="1200" y="3655"/>
                    <a:pt x="1297" y="3683"/>
                  </a:cubicBezTo>
                  <a:cubicBezTo>
                    <a:pt x="1437" y="3697"/>
                    <a:pt x="1590" y="3683"/>
                    <a:pt x="1730" y="3697"/>
                  </a:cubicBezTo>
                  <a:cubicBezTo>
                    <a:pt x="2009" y="3725"/>
                    <a:pt x="2246" y="3683"/>
                    <a:pt x="2483" y="3515"/>
                  </a:cubicBezTo>
                  <a:cubicBezTo>
                    <a:pt x="2567" y="3474"/>
                    <a:pt x="2650" y="3418"/>
                    <a:pt x="2734" y="3418"/>
                  </a:cubicBezTo>
                  <a:cubicBezTo>
                    <a:pt x="2943" y="3404"/>
                    <a:pt x="3180" y="3404"/>
                    <a:pt x="3390" y="3334"/>
                  </a:cubicBezTo>
                  <a:cubicBezTo>
                    <a:pt x="3418" y="3306"/>
                    <a:pt x="3473" y="3334"/>
                    <a:pt x="3529" y="3348"/>
                  </a:cubicBezTo>
                  <a:cubicBezTo>
                    <a:pt x="3683" y="3404"/>
                    <a:pt x="3836" y="3446"/>
                    <a:pt x="3989" y="3515"/>
                  </a:cubicBezTo>
                  <a:cubicBezTo>
                    <a:pt x="4115" y="3571"/>
                    <a:pt x="4227" y="3585"/>
                    <a:pt x="4338" y="3571"/>
                  </a:cubicBezTo>
                  <a:cubicBezTo>
                    <a:pt x="4436" y="3557"/>
                    <a:pt x="4533" y="3543"/>
                    <a:pt x="4617" y="3515"/>
                  </a:cubicBezTo>
                  <a:cubicBezTo>
                    <a:pt x="4785" y="3502"/>
                    <a:pt x="4882" y="3432"/>
                    <a:pt x="5008" y="3334"/>
                  </a:cubicBezTo>
                  <a:cubicBezTo>
                    <a:pt x="5231" y="3125"/>
                    <a:pt x="5426" y="2874"/>
                    <a:pt x="5649" y="2665"/>
                  </a:cubicBezTo>
                  <a:cubicBezTo>
                    <a:pt x="5719" y="2609"/>
                    <a:pt x="5761" y="2511"/>
                    <a:pt x="5803" y="2427"/>
                  </a:cubicBezTo>
                  <a:cubicBezTo>
                    <a:pt x="5914" y="2232"/>
                    <a:pt x="5831" y="1981"/>
                    <a:pt x="5635" y="1870"/>
                  </a:cubicBezTo>
                  <a:cubicBezTo>
                    <a:pt x="5594" y="1842"/>
                    <a:pt x="5552" y="1842"/>
                    <a:pt x="5496" y="1842"/>
                  </a:cubicBezTo>
                  <a:cubicBezTo>
                    <a:pt x="5384" y="1870"/>
                    <a:pt x="5315" y="1939"/>
                    <a:pt x="5273" y="2023"/>
                  </a:cubicBezTo>
                  <a:cubicBezTo>
                    <a:pt x="5231" y="2079"/>
                    <a:pt x="5203" y="2107"/>
                    <a:pt x="5161" y="2051"/>
                  </a:cubicBezTo>
                  <a:cubicBezTo>
                    <a:pt x="5077" y="1953"/>
                    <a:pt x="4882" y="1911"/>
                    <a:pt x="4952" y="1730"/>
                  </a:cubicBezTo>
                  <a:cubicBezTo>
                    <a:pt x="4882" y="1618"/>
                    <a:pt x="4812" y="1535"/>
                    <a:pt x="4924" y="1409"/>
                  </a:cubicBezTo>
                  <a:cubicBezTo>
                    <a:pt x="4980" y="1339"/>
                    <a:pt x="5022" y="1256"/>
                    <a:pt x="5022" y="1144"/>
                  </a:cubicBezTo>
                  <a:cubicBezTo>
                    <a:pt x="5008" y="921"/>
                    <a:pt x="5063" y="726"/>
                    <a:pt x="5147" y="517"/>
                  </a:cubicBezTo>
                  <a:cubicBezTo>
                    <a:pt x="5175" y="447"/>
                    <a:pt x="5147" y="377"/>
                    <a:pt x="5091" y="335"/>
                  </a:cubicBezTo>
                  <a:cubicBezTo>
                    <a:pt x="5022" y="265"/>
                    <a:pt x="4924" y="265"/>
                    <a:pt x="4826" y="307"/>
                  </a:cubicBezTo>
                  <a:lnTo>
                    <a:pt x="4254" y="726"/>
                  </a:lnTo>
                  <a:cubicBezTo>
                    <a:pt x="4143" y="823"/>
                    <a:pt x="4115" y="921"/>
                    <a:pt x="4129" y="1047"/>
                  </a:cubicBezTo>
                  <a:cubicBezTo>
                    <a:pt x="4129" y="1116"/>
                    <a:pt x="4157" y="1186"/>
                    <a:pt x="4185" y="1256"/>
                  </a:cubicBezTo>
                  <a:cubicBezTo>
                    <a:pt x="4227" y="1395"/>
                    <a:pt x="4157" y="1479"/>
                    <a:pt x="4045" y="1549"/>
                  </a:cubicBezTo>
                  <a:cubicBezTo>
                    <a:pt x="4031" y="1563"/>
                    <a:pt x="4017" y="1591"/>
                    <a:pt x="3989" y="1591"/>
                  </a:cubicBezTo>
                  <a:cubicBezTo>
                    <a:pt x="3878" y="1660"/>
                    <a:pt x="3850" y="1772"/>
                    <a:pt x="3906" y="1897"/>
                  </a:cubicBezTo>
                  <a:cubicBezTo>
                    <a:pt x="3920" y="1953"/>
                    <a:pt x="3934" y="1981"/>
                    <a:pt x="3962" y="2037"/>
                  </a:cubicBezTo>
                  <a:cubicBezTo>
                    <a:pt x="3976" y="2162"/>
                    <a:pt x="3892" y="2288"/>
                    <a:pt x="3808" y="22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79" name="Google Shape;1779;p56"/>
            <p:cNvSpPr/>
            <p:nvPr/>
          </p:nvSpPr>
          <p:spPr>
            <a:xfrm>
              <a:off x="5993475" y="4241025"/>
              <a:ext cx="149975" cy="147175"/>
            </a:xfrm>
            <a:custGeom>
              <a:avLst/>
              <a:gdLst/>
              <a:ahLst/>
              <a:cxnLst/>
              <a:rect l="l" t="t" r="r" b="b"/>
              <a:pathLst>
                <a:path w="5999" h="5887" extrusionOk="0">
                  <a:moveTo>
                    <a:pt x="5831" y="433"/>
                  </a:moveTo>
                  <a:cubicBezTo>
                    <a:pt x="5747" y="446"/>
                    <a:pt x="5649" y="502"/>
                    <a:pt x="5552" y="488"/>
                  </a:cubicBezTo>
                  <a:cubicBezTo>
                    <a:pt x="5398" y="460"/>
                    <a:pt x="5468" y="279"/>
                    <a:pt x="5398" y="209"/>
                  </a:cubicBezTo>
                  <a:cubicBezTo>
                    <a:pt x="5357" y="168"/>
                    <a:pt x="5343" y="112"/>
                    <a:pt x="5315" y="84"/>
                  </a:cubicBezTo>
                  <a:cubicBezTo>
                    <a:pt x="5259" y="14"/>
                    <a:pt x="5133" y="0"/>
                    <a:pt x="5050" y="42"/>
                  </a:cubicBezTo>
                  <a:cubicBezTo>
                    <a:pt x="4994" y="84"/>
                    <a:pt x="4910" y="140"/>
                    <a:pt x="4896" y="181"/>
                  </a:cubicBezTo>
                  <a:cubicBezTo>
                    <a:pt x="4757" y="558"/>
                    <a:pt x="4547" y="865"/>
                    <a:pt x="4185" y="1060"/>
                  </a:cubicBezTo>
                  <a:cubicBezTo>
                    <a:pt x="4101" y="1116"/>
                    <a:pt x="4059" y="1200"/>
                    <a:pt x="4003" y="1283"/>
                  </a:cubicBezTo>
                  <a:cubicBezTo>
                    <a:pt x="3934" y="1395"/>
                    <a:pt x="3878" y="1493"/>
                    <a:pt x="3850" y="1604"/>
                  </a:cubicBezTo>
                  <a:cubicBezTo>
                    <a:pt x="3738" y="1855"/>
                    <a:pt x="3571" y="2037"/>
                    <a:pt x="3320" y="2162"/>
                  </a:cubicBezTo>
                  <a:cubicBezTo>
                    <a:pt x="3041" y="2302"/>
                    <a:pt x="2790" y="2469"/>
                    <a:pt x="2525" y="2622"/>
                  </a:cubicBezTo>
                  <a:cubicBezTo>
                    <a:pt x="2302" y="2748"/>
                    <a:pt x="2134" y="2999"/>
                    <a:pt x="1841" y="2999"/>
                  </a:cubicBezTo>
                  <a:cubicBezTo>
                    <a:pt x="1772" y="2999"/>
                    <a:pt x="1716" y="3069"/>
                    <a:pt x="1646" y="3097"/>
                  </a:cubicBezTo>
                  <a:cubicBezTo>
                    <a:pt x="1297" y="3376"/>
                    <a:pt x="949" y="3697"/>
                    <a:pt x="642" y="4003"/>
                  </a:cubicBezTo>
                  <a:cubicBezTo>
                    <a:pt x="377" y="4268"/>
                    <a:pt x="223" y="4575"/>
                    <a:pt x="42" y="4896"/>
                  </a:cubicBezTo>
                  <a:cubicBezTo>
                    <a:pt x="0" y="4980"/>
                    <a:pt x="56" y="5161"/>
                    <a:pt x="168" y="5203"/>
                  </a:cubicBezTo>
                  <a:cubicBezTo>
                    <a:pt x="391" y="5301"/>
                    <a:pt x="614" y="5384"/>
                    <a:pt x="767" y="5594"/>
                  </a:cubicBezTo>
                  <a:cubicBezTo>
                    <a:pt x="795" y="5621"/>
                    <a:pt x="809" y="5663"/>
                    <a:pt x="851" y="5691"/>
                  </a:cubicBezTo>
                  <a:cubicBezTo>
                    <a:pt x="1005" y="5859"/>
                    <a:pt x="1228" y="5886"/>
                    <a:pt x="1437" y="5789"/>
                  </a:cubicBezTo>
                  <a:cubicBezTo>
                    <a:pt x="1786" y="5621"/>
                    <a:pt x="2037" y="5301"/>
                    <a:pt x="2385" y="5119"/>
                  </a:cubicBezTo>
                  <a:cubicBezTo>
                    <a:pt x="2483" y="4966"/>
                    <a:pt x="2581" y="4798"/>
                    <a:pt x="2678" y="4631"/>
                  </a:cubicBezTo>
                  <a:cubicBezTo>
                    <a:pt x="2748" y="4533"/>
                    <a:pt x="2818" y="4422"/>
                    <a:pt x="2888" y="4352"/>
                  </a:cubicBezTo>
                  <a:cubicBezTo>
                    <a:pt x="3013" y="4227"/>
                    <a:pt x="3097" y="4101"/>
                    <a:pt x="3167" y="3934"/>
                  </a:cubicBezTo>
                  <a:cubicBezTo>
                    <a:pt x="3446" y="3404"/>
                    <a:pt x="3376" y="3543"/>
                    <a:pt x="3864" y="3278"/>
                  </a:cubicBezTo>
                  <a:cubicBezTo>
                    <a:pt x="4003" y="3208"/>
                    <a:pt x="4143" y="3208"/>
                    <a:pt x="4282" y="3208"/>
                  </a:cubicBezTo>
                  <a:cubicBezTo>
                    <a:pt x="4436" y="3208"/>
                    <a:pt x="4547" y="3125"/>
                    <a:pt x="4506" y="2999"/>
                  </a:cubicBezTo>
                  <a:cubicBezTo>
                    <a:pt x="4464" y="2748"/>
                    <a:pt x="4506" y="2581"/>
                    <a:pt x="4743" y="2455"/>
                  </a:cubicBezTo>
                  <a:cubicBezTo>
                    <a:pt x="4826" y="2427"/>
                    <a:pt x="4896" y="2357"/>
                    <a:pt x="4952" y="2260"/>
                  </a:cubicBezTo>
                  <a:cubicBezTo>
                    <a:pt x="5189" y="1939"/>
                    <a:pt x="5482" y="1660"/>
                    <a:pt x="5747" y="1353"/>
                  </a:cubicBezTo>
                  <a:cubicBezTo>
                    <a:pt x="5817" y="1283"/>
                    <a:pt x="5859" y="1200"/>
                    <a:pt x="5859" y="1088"/>
                  </a:cubicBezTo>
                  <a:cubicBezTo>
                    <a:pt x="5859" y="1004"/>
                    <a:pt x="5873" y="907"/>
                    <a:pt x="5873" y="865"/>
                  </a:cubicBezTo>
                  <a:cubicBezTo>
                    <a:pt x="5887" y="795"/>
                    <a:pt x="5887" y="767"/>
                    <a:pt x="5901" y="739"/>
                  </a:cubicBezTo>
                  <a:cubicBezTo>
                    <a:pt x="5928" y="698"/>
                    <a:pt x="5928" y="656"/>
                    <a:pt x="5942" y="614"/>
                  </a:cubicBezTo>
                  <a:lnTo>
                    <a:pt x="5942" y="544"/>
                  </a:lnTo>
                  <a:cubicBezTo>
                    <a:pt x="5998" y="488"/>
                    <a:pt x="5901" y="419"/>
                    <a:pt x="5831" y="4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80" name="Google Shape;1780;p56"/>
            <p:cNvSpPr/>
            <p:nvPr/>
          </p:nvSpPr>
          <p:spPr>
            <a:xfrm>
              <a:off x="3368000" y="2274950"/>
              <a:ext cx="126250" cy="80925"/>
            </a:xfrm>
            <a:custGeom>
              <a:avLst/>
              <a:gdLst/>
              <a:ahLst/>
              <a:cxnLst/>
              <a:rect l="l" t="t" r="r" b="b"/>
              <a:pathLst>
                <a:path w="5050" h="3237" extrusionOk="0">
                  <a:moveTo>
                    <a:pt x="2581" y="3181"/>
                  </a:moveTo>
                  <a:cubicBezTo>
                    <a:pt x="2929" y="3042"/>
                    <a:pt x="3250" y="2832"/>
                    <a:pt x="3627" y="2721"/>
                  </a:cubicBezTo>
                  <a:cubicBezTo>
                    <a:pt x="3697" y="2707"/>
                    <a:pt x="3752" y="2651"/>
                    <a:pt x="3794" y="2609"/>
                  </a:cubicBezTo>
                  <a:cubicBezTo>
                    <a:pt x="3975" y="2428"/>
                    <a:pt x="4185" y="2330"/>
                    <a:pt x="4422" y="2274"/>
                  </a:cubicBezTo>
                  <a:cubicBezTo>
                    <a:pt x="4533" y="2261"/>
                    <a:pt x="4575" y="2191"/>
                    <a:pt x="4645" y="2121"/>
                  </a:cubicBezTo>
                  <a:cubicBezTo>
                    <a:pt x="4715" y="2023"/>
                    <a:pt x="4812" y="1940"/>
                    <a:pt x="4896" y="1856"/>
                  </a:cubicBezTo>
                  <a:cubicBezTo>
                    <a:pt x="4924" y="1814"/>
                    <a:pt x="4952" y="1744"/>
                    <a:pt x="4924" y="1730"/>
                  </a:cubicBezTo>
                  <a:cubicBezTo>
                    <a:pt x="4826" y="1521"/>
                    <a:pt x="4910" y="1368"/>
                    <a:pt x="5036" y="1186"/>
                  </a:cubicBezTo>
                  <a:cubicBezTo>
                    <a:pt x="5050" y="1173"/>
                    <a:pt x="5050" y="1145"/>
                    <a:pt x="5050" y="1117"/>
                  </a:cubicBezTo>
                  <a:cubicBezTo>
                    <a:pt x="5050" y="1103"/>
                    <a:pt x="5036" y="1075"/>
                    <a:pt x="5022" y="1075"/>
                  </a:cubicBezTo>
                  <a:cubicBezTo>
                    <a:pt x="4924" y="1019"/>
                    <a:pt x="4868" y="963"/>
                    <a:pt x="4771" y="908"/>
                  </a:cubicBezTo>
                  <a:cubicBezTo>
                    <a:pt x="4645" y="824"/>
                    <a:pt x="4729" y="684"/>
                    <a:pt x="4687" y="587"/>
                  </a:cubicBezTo>
                  <a:cubicBezTo>
                    <a:pt x="4645" y="475"/>
                    <a:pt x="4575" y="377"/>
                    <a:pt x="4533" y="266"/>
                  </a:cubicBezTo>
                  <a:cubicBezTo>
                    <a:pt x="4519" y="210"/>
                    <a:pt x="4464" y="210"/>
                    <a:pt x="4408" y="238"/>
                  </a:cubicBezTo>
                  <a:cubicBezTo>
                    <a:pt x="4296" y="266"/>
                    <a:pt x="4213" y="252"/>
                    <a:pt x="4143" y="182"/>
                  </a:cubicBezTo>
                  <a:cubicBezTo>
                    <a:pt x="4017" y="43"/>
                    <a:pt x="3906" y="57"/>
                    <a:pt x="3780" y="182"/>
                  </a:cubicBezTo>
                  <a:cubicBezTo>
                    <a:pt x="3571" y="377"/>
                    <a:pt x="3348" y="461"/>
                    <a:pt x="3069" y="350"/>
                  </a:cubicBezTo>
                  <a:cubicBezTo>
                    <a:pt x="2971" y="322"/>
                    <a:pt x="2874" y="391"/>
                    <a:pt x="2790" y="350"/>
                  </a:cubicBezTo>
                  <a:cubicBezTo>
                    <a:pt x="2539" y="266"/>
                    <a:pt x="2413" y="377"/>
                    <a:pt x="2330" y="559"/>
                  </a:cubicBezTo>
                  <a:cubicBezTo>
                    <a:pt x="2316" y="587"/>
                    <a:pt x="2246" y="587"/>
                    <a:pt x="2204" y="559"/>
                  </a:cubicBezTo>
                  <a:cubicBezTo>
                    <a:pt x="2162" y="517"/>
                    <a:pt x="2120" y="461"/>
                    <a:pt x="2092" y="391"/>
                  </a:cubicBezTo>
                  <a:cubicBezTo>
                    <a:pt x="2051" y="336"/>
                    <a:pt x="1925" y="350"/>
                    <a:pt x="1897" y="419"/>
                  </a:cubicBezTo>
                  <a:cubicBezTo>
                    <a:pt x="1841" y="517"/>
                    <a:pt x="1841" y="601"/>
                    <a:pt x="1855" y="698"/>
                  </a:cubicBezTo>
                  <a:cubicBezTo>
                    <a:pt x="1897" y="866"/>
                    <a:pt x="1813" y="935"/>
                    <a:pt x="1688" y="977"/>
                  </a:cubicBezTo>
                  <a:cubicBezTo>
                    <a:pt x="1646" y="1005"/>
                    <a:pt x="1604" y="1019"/>
                    <a:pt x="1562" y="1033"/>
                  </a:cubicBezTo>
                  <a:lnTo>
                    <a:pt x="1576" y="1047"/>
                  </a:lnTo>
                  <a:cubicBezTo>
                    <a:pt x="1562" y="1047"/>
                    <a:pt x="1548" y="1075"/>
                    <a:pt x="1534" y="1075"/>
                  </a:cubicBezTo>
                  <a:cubicBezTo>
                    <a:pt x="1548" y="1047"/>
                    <a:pt x="1548" y="1033"/>
                    <a:pt x="1562" y="1033"/>
                  </a:cubicBezTo>
                  <a:lnTo>
                    <a:pt x="1562" y="1033"/>
                  </a:lnTo>
                  <a:cubicBezTo>
                    <a:pt x="1479" y="935"/>
                    <a:pt x="1465" y="810"/>
                    <a:pt x="1479" y="670"/>
                  </a:cubicBezTo>
                  <a:cubicBezTo>
                    <a:pt x="1493" y="531"/>
                    <a:pt x="1437" y="391"/>
                    <a:pt x="1325" y="308"/>
                  </a:cubicBezTo>
                  <a:cubicBezTo>
                    <a:pt x="1269" y="266"/>
                    <a:pt x="1214" y="210"/>
                    <a:pt x="1158" y="168"/>
                  </a:cubicBezTo>
                  <a:cubicBezTo>
                    <a:pt x="1004" y="1"/>
                    <a:pt x="935" y="29"/>
                    <a:pt x="712" y="182"/>
                  </a:cubicBezTo>
                  <a:lnTo>
                    <a:pt x="725" y="210"/>
                  </a:lnTo>
                  <a:lnTo>
                    <a:pt x="698" y="196"/>
                  </a:lnTo>
                  <a:cubicBezTo>
                    <a:pt x="698" y="196"/>
                    <a:pt x="712" y="196"/>
                    <a:pt x="712" y="182"/>
                  </a:cubicBezTo>
                  <a:lnTo>
                    <a:pt x="712" y="182"/>
                  </a:lnTo>
                  <a:cubicBezTo>
                    <a:pt x="586" y="210"/>
                    <a:pt x="460" y="238"/>
                    <a:pt x="391" y="322"/>
                  </a:cubicBezTo>
                  <a:lnTo>
                    <a:pt x="28" y="838"/>
                  </a:lnTo>
                  <a:cubicBezTo>
                    <a:pt x="0" y="894"/>
                    <a:pt x="98" y="1047"/>
                    <a:pt x="168" y="1047"/>
                  </a:cubicBezTo>
                  <a:cubicBezTo>
                    <a:pt x="237" y="1047"/>
                    <a:pt x="307" y="1047"/>
                    <a:pt x="377" y="1019"/>
                  </a:cubicBezTo>
                  <a:cubicBezTo>
                    <a:pt x="558" y="935"/>
                    <a:pt x="712" y="1005"/>
                    <a:pt x="851" y="1075"/>
                  </a:cubicBezTo>
                  <a:cubicBezTo>
                    <a:pt x="907" y="1089"/>
                    <a:pt x="921" y="1145"/>
                    <a:pt x="879" y="1186"/>
                  </a:cubicBezTo>
                  <a:cubicBezTo>
                    <a:pt x="809" y="1284"/>
                    <a:pt x="795" y="1396"/>
                    <a:pt x="642" y="1424"/>
                  </a:cubicBezTo>
                  <a:cubicBezTo>
                    <a:pt x="460" y="1438"/>
                    <a:pt x="307" y="1465"/>
                    <a:pt x="154" y="1507"/>
                  </a:cubicBezTo>
                  <a:cubicBezTo>
                    <a:pt x="140" y="1507"/>
                    <a:pt x="98" y="1577"/>
                    <a:pt x="98" y="1605"/>
                  </a:cubicBezTo>
                  <a:cubicBezTo>
                    <a:pt x="98" y="1647"/>
                    <a:pt x="140" y="1717"/>
                    <a:pt x="168" y="1730"/>
                  </a:cubicBezTo>
                  <a:cubicBezTo>
                    <a:pt x="279" y="1772"/>
                    <a:pt x="391" y="1786"/>
                    <a:pt x="516" y="1814"/>
                  </a:cubicBezTo>
                  <a:cubicBezTo>
                    <a:pt x="586" y="1842"/>
                    <a:pt x="656" y="1870"/>
                    <a:pt x="712" y="1912"/>
                  </a:cubicBezTo>
                  <a:cubicBezTo>
                    <a:pt x="781" y="1995"/>
                    <a:pt x="837" y="2093"/>
                    <a:pt x="879" y="2219"/>
                  </a:cubicBezTo>
                  <a:cubicBezTo>
                    <a:pt x="907" y="2261"/>
                    <a:pt x="865" y="2302"/>
                    <a:pt x="851" y="2344"/>
                  </a:cubicBezTo>
                  <a:cubicBezTo>
                    <a:pt x="809" y="2372"/>
                    <a:pt x="781" y="2400"/>
                    <a:pt x="725" y="2414"/>
                  </a:cubicBezTo>
                  <a:cubicBezTo>
                    <a:pt x="600" y="2428"/>
                    <a:pt x="558" y="2484"/>
                    <a:pt x="572" y="2609"/>
                  </a:cubicBezTo>
                  <a:cubicBezTo>
                    <a:pt x="572" y="2749"/>
                    <a:pt x="656" y="2818"/>
                    <a:pt x="795" y="2832"/>
                  </a:cubicBezTo>
                  <a:cubicBezTo>
                    <a:pt x="865" y="2832"/>
                    <a:pt x="935" y="2846"/>
                    <a:pt x="1004" y="2846"/>
                  </a:cubicBezTo>
                  <a:cubicBezTo>
                    <a:pt x="1256" y="2832"/>
                    <a:pt x="1493" y="2832"/>
                    <a:pt x="1674" y="3028"/>
                  </a:cubicBezTo>
                  <a:cubicBezTo>
                    <a:pt x="1897" y="3097"/>
                    <a:pt x="2120" y="3181"/>
                    <a:pt x="2344" y="3237"/>
                  </a:cubicBezTo>
                  <a:cubicBezTo>
                    <a:pt x="2371" y="3209"/>
                    <a:pt x="2483" y="3209"/>
                    <a:pt x="2581" y="31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81" name="Google Shape;1781;p56"/>
            <p:cNvSpPr/>
            <p:nvPr/>
          </p:nvSpPr>
          <p:spPr>
            <a:xfrm>
              <a:off x="4496075" y="1628100"/>
              <a:ext cx="121725" cy="107775"/>
            </a:xfrm>
            <a:custGeom>
              <a:avLst/>
              <a:gdLst/>
              <a:ahLst/>
              <a:cxnLst/>
              <a:rect l="l" t="t" r="r" b="b"/>
              <a:pathLst>
                <a:path w="4869" h="4311" extrusionOk="0">
                  <a:moveTo>
                    <a:pt x="154" y="2218"/>
                  </a:moveTo>
                  <a:cubicBezTo>
                    <a:pt x="140" y="2288"/>
                    <a:pt x="196" y="2344"/>
                    <a:pt x="280" y="2357"/>
                  </a:cubicBezTo>
                  <a:cubicBezTo>
                    <a:pt x="350" y="2371"/>
                    <a:pt x="433" y="2357"/>
                    <a:pt x="489" y="2399"/>
                  </a:cubicBezTo>
                  <a:cubicBezTo>
                    <a:pt x="629" y="2497"/>
                    <a:pt x="782" y="2553"/>
                    <a:pt x="963" y="2567"/>
                  </a:cubicBezTo>
                  <a:cubicBezTo>
                    <a:pt x="977" y="2567"/>
                    <a:pt x="1005" y="2581"/>
                    <a:pt x="1033" y="2609"/>
                  </a:cubicBezTo>
                  <a:cubicBezTo>
                    <a:pt x="1061" y="2636"/>
                    <a:pt x="1033" y="2650"/>
                    <a:pt x="977" y="2678"/>
                  </a:cubicBezTo>
                  <a:cubicBezTo>
                    <a:pt x="894" y="2692"/>
                    <a:pt x="782" y="2706"/>
                    <a:pt x="698" y="2720"/>
                  </a:cubicBezTo>
                  <a:cubicBezTo>
                    <a:pt x="587" y="2748"/>
                    <a:pt x="517" y="2776"/>
                    <a:pt x="447" y="2860"/>
                  </a:cubicBezTo>
                  <a:cubicBezTo>
                    <a:pt x="419" y="2915"/>
                    <a:pt x="447" y="2999"/>
                    <a:pt x="559" y="3111"/>
                  </a:cubicBezTo>
                  <a:cubicBezTo>
                    <a:pt x="698" y="3236"/>
                    <a:pt x="838" y="3376"/>
                    <a:pt x="977" y="3487"/>
                  </a:cubicBezTo>
                  <a:cubicBezTo>
                    <a:pt x="1005" y="3529"/>
                    <a:pt x="1061" y="3543"/>
                    <a:pt x="1103" y="3529"/>
                  </a:cubicBezTo>
                  <a:cubicBezTo>
                    <a:pt x="1396" y="3473"/>
                    <a:pt x="1591" y="3180"/>
                    <a:pt x="1493" y="2888"/>
                  </a:cubicBezTo>
                  <a:cubicBezTo>
                    <a:pt x="1479" y="2818"/>
                    <a:pt x="1424" y="2762"/>
                    <a:pt x="1466" y="2692"/>
                  </a:cubicBezTo>
                  <a:lnTo>
                    <a:pt x="1521" y="2636"/>
                  </a:lnTo>
                  <a:cubicBezTo>
                    <a:pt x="1535" y="2636"/>
                    <a:pt x="1563" y="2623"/>
                    <a:pt x="1591" y="2636"/>
                  </a:cubicBezTo>
                  <a:cubicBezTo>
                    <a:pt x="1689" y="2776"/>
                    <a:pt x="1800" y="2901"/>
                    <a:pt x="1758" y="3097"/>
                  </a:cubicBezTo>
                  <a:cubicBezTo>
                    <a:pt x="1744" y="3180"/>
                    <a:pt x="1744" y="3278"/>
                    <a:pt x="1731" y="3376"/>
                  </a:cubicBezTo>
                  <a:cubicBezTo>
                    <a:pt x="1689" y="3613"/>
                    <a:pt x="1689" y="3627"/>
                    <a:pt x="1898" y="3627"/>
                  </a:cubicBezTo>
                  <a:cubicBezTo>
                    <a:pt x="2079" y="3627"/>
                    <a:pt x="2233" y="3683"/>
                    <a:pt x="2316" y="3836"/>
                  </a:cubicBezTo>
                  <a:cubicBezTo>
                    <a:pt x="2456" y="4073"/>
                    <a:pt x="2665" y="4157"/>
                    <a:pt x="2930" y="4157"/>
                  </a:cubicBezTo>
                  <a:cubicBezTo>
                    <a:pt x="3335" y="4157"/>
                    <a:pt x="3725" y="4171"/>
                    <a:pt x="4130" y="4296"/>
                  </a:cubicBezTo>
                  <a:cubicBezTo>
                    <a:pt x="4199" y="4310"/>
                    <a:pt x="4283" y="4310"/>
                    <a:pt x="4339" y="4296"/>
                  </a:cubicBezTo>
                  <a:cubicBezTo>
                    <a:pt x="4520" y="4227"/>
                    <a:pt x="4674" y="4115"/>
                    <a:pt x="4813" y="3962"/>
                  </a:cubicBezTo>
                  <a:cubicBezTo>
                    <a:pt x="4869" y="3906"/>
                    <a:pt x="4869" y="3752"/>
                    <a:pt x="4827" y="3683"/>
                  </a:cubicBezTo>
                  <a:cubicBezTo>
                    <a:pt x="4799" y="3655"/>
                    <a:pt x="4771" y="3599"/>
                    <a:pt x="4743" y="3585"/>
                  </a:cubicBezTo>
                  <a:cubicBezTo>
                    <a:pt x="4674" y="3515"/>
                    <a:pt x="4604" y="3459"/>
                    <a:pt x="4520" y="3404"/>
                  </a:cubicBezTo>
                  <a:cubicBezTo>
                    <a:pt x="4409" y="3348"/>
                    <a:pt x="4395" y="3264"/>
                    <a:pt x="4409" y="3167"/>
                  </a:cubicBezTo>
                  <a:cubicBezTo>
                    <a:pt x="4451" y="2957"/>
                    <a:pt x="4241" y="2832"/>
                    <a:pt x="4199" y="2636"/>
                  </a:cubicBezTo>
                  <a:cubicBezTo>
                    <a:pt x="4130" y="2274"/>
                    <a:pt x="3865" y="2079"/>
                    <a:pt x="3572" y="1883"/>
                  </a:cubicBezTo>
                  <a:cubicBezTo>
                    <a:pt x="3432" y="1800"/>
                    <a:pt x="3293" y="1786"/>
                    <a:pt x="3167" y="1869"/>
                  </a:cubicBezTo>
                  <a:cubicBezTo>
                    <a:pt x="3056" y="1953"/>
                    <a:pt x="2958" y="1925"/>
                    <a:pt x="2860" y="1855"/>
                  </a:cubicBezTo>
                  <a:cubicBezTo>
                    <a:pt x="2707" y="1744"/>
                    <a:pt x="2540" y="1758"/>
                    <a:pt x="2386" y="1869"/>
                  </a:cubicBezTo>
                  <a:lnTo>
                    <a:pt x="2288" y="1925"/>
                  </a:lnTo>
                  <a:lnTo>
                    <a:pt x="2288" y="1953"/>
                  </a:lnTo>
                  <a:lnTo>
                    <a:pt x="2247" y="1953"/>
                  </a:lnTo>
                  <a:lnTo>
                    <a:pt x="1940" y="2274"/>
                  </a:lnTo>
                  <a:cubicBezTo>
                    <a:pt x="1898" y="2302"/>
                    <a:pt x="1842" y="2302"/>
                    <a:pt x="1828" y="2246"/>
                  </a:cubicBezTo>
                  <a:lnTo>
                    <a:pt x="1828" y="2190"/>
                  </a:lnTo>
                  <a:cubicBezTo>
                    <a:pt x="1940" y="2051"/>
                    <a:pt x="2051" y="1939"/>
                    <a:pt x="2247" y="1939"/>
                  </a:cubicBezTo>
                  <a:lnTo>
                    <a:pt x="2261" y="1925"/>
                  </a:lnTo>
                  <a:cubicBezTo>
                    <a:pt x="2261" y="1925"/>
                    <a:pt x="2288" y="1925"/>
                    <a:pt x="2288" y="1897"/>
                  </a:cubicBezTo>
                  <a:cubicBezTo>
                    <a:pt x="2302" y="1702"/>
                    <a:pt x="2288" y="1507"/>
                    <a:pt x="2079" y="1367"/>
                  </a:cubicBezTo>
                  <a:cubicBezTo>
                    <a:pt x="1912" y="1242"/>
                    <a:pt x="1870" y="1060"/>
                    <a:pt x="1842" y="851"/>
                  </a:cubicBezTo>
                  <a:cubicBezTo>
                    <a:pt x="1842" y="753"/>
                    <a:pt x="1758" y="670"/>
                    <a:pt x="1661" y="670"/>
                  </a:cubicBezTo>
                  <a:cubicBezTo>
                    <a:pt x="1340" y="628"/>
                    <a:pt x="1131" y="460"/>
                    <a:pt x="935" y="223"/>
                  </a:cubicBezTo>
                  <a:cubicBezTo>
                    <a:pt x="866" y="140"/>
                    <a:pt x="754" y="84"/>
                    <a:pt x="643" y="42"/>
                  </a:cubicBezTo>
                  <a:cubicBezTo>
                    <a:pt x="573" y="0"/>
                    <a:pt x="419" y="56"/>
                    <a:pt x="405" y="126"/>
                  </a:cubicBezTo>
                  <a:cubicBezTo>
                    <a:pt x="350" y="321"/>
                    <a:pt x="294" y="488"/>
                    <a:pt x="196" y="642"/>
                  </a:cubicBezTo>
                  <a:cubicBezTo>
                    <a:pt x="15" y="907"/>
                    <a:pt x="1" y="1200"/>
                    <a:pt x="99" y="1465"/>
                  </a:cubicBezTo>
                  <a:cubicBezTo>
                    <a:pt x="168" y="1744"/>
                    <a:pt x="210" y="1981"/>
                    <a:pt x="154" y="22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82" name="Google Shape;1782;p56"/>
            <p:cNvSpPr/>
            <p:nvPr/>
          </p:nvSpPr>
          <p:spPr>
            <a:xfrm>
              <a:off x="6147600" y="4093150"/>
              <a:ext cx="83375" cy="174750"/>
            </a:xfrm>
            <a:custGeom>
              <a:avLst/>
              <a:gdLst/>
              <a:ahLst/>
              <a:cxnLst/>
              <a:rect l="l" t="t" r="r" b="b"/>
              <a:pathLst>
                <a:path w="3335" h="6990" extrusionOk="0">
                  <a:moveTo>
                    <a:pt x="3195" y="3321"/>
                  </a:moveTo>
                  <a:cubicBezTo>
                    <a:pt x="3125" y="3279"/>
                    <a:pt x="3055" y="3279"/>
                    <a:pt x="2986" y="3321"/>
                  </a:cubicBezTo>
                  <a:cubicBezTo>
                    <a:pt x="2944" y="3335"/>
                    <a:pt x="2902" y="3363"/>
                    <a:pt x="2860" y="3404"/>
                  </a:cubicBezTo>
                  <a:cubicBezTo>
                    <a:pt x="2581" y="3572"/>
                    <a:pt x="2511" y="3572"/>
                    <a:pt x="2288" y="3390"/>
                  </a:cubicBezTo>
                  <a:cubicBezTo>
                    <a:pt x="2177" y="3293"/>
                    <a:pt x="2093" y="3195"/>
                    <a:pt x="2079" y="3014"/>
                  </a:cubicBezTo>
                  <a:cubicBezTo>
                    <a:pt x="2065" y="2846"/>
                    <a:pt x="2023" y="2693"/>
                    <a:pt x="2009" y="2526"/>
                  </a:cubicBezTo>
                  <a:cubicBezTo>
                    <a:pt x="1981" y="2456"/>
                    <a:pt x="1967" y="2386"/>
                    <a:pt x="1939" y="2344"/>
                  </a:cubicBezTo>
                  <a:cubicBezTo>
                    <a:pt x="1911" y="2302"/>
                    <a:pt x="1870" y="2288"/>
                    <a:pt x="1828" y="2288"/>
                  </a:cubicBezTo>
                  <a:cubicBezTo>
                    <a:pt x="1814" y="2288"/>
                    <a:pt x="1800" y="2302"/>
                    <a:pt x="1772" y="2344"/>
                  </a:cubicBezTo>
                  <a:cubicBezTo>
                    <a:pt x="1758" y="2386"/>
                    <a:pt x="1744" y="2428"/>
                    <a:pt x="1730" y="2470"/>
                  </a:cubicBezTo>
                  <a:cubicBezTo>
                    <a:pt x="1716" y="2512"/>
                    <a:pt x="1674" y="2540"/>
                    <a:pt x="1633" y="2567"/>
                  </a:cubicBezTo>
                  <a:cubicBezTo>
                    <a:pt x="1605" y="2581"/>
                    <a:pt x="1507" y="2470"/>
                    <a:pt x="1507" y="2428"/>
                  </a:cubicBezTo>
                  <a:cubicBezTo>
                    <a:pt x="1549" y="2093"/>
                    <a:pt x="1535" y="1758"/>
                    <a:pt x="1605" y="1424"/>
                  </a:cubicBezTo>
                  <a:cubicBezTo>
                    <a:pt x="1660" y="1242"/>
                    <a:pt x="1633" y="1061"/>
                    <a:pt x="1507" y="894"/>
                  </a:cubicBezTo>
                  <a:cubicBezTo>
                    <a:pt x="1340" y="698"/>
                    <a:pt x="1228" y="433"/>
                    <a:pt x="1019" y="280"/>
                  </a:cubicBezTo>
                  <a:cubicBezTo>
                    <a:pt x="963" y="238"/>
                    <a:pt x="935" y="154"/>
                    <a:pt x="907" y="85"/>
                  </a:cubicBezTo>
                  <a:cubicBezTo>
                    <a:pt x="893" y="71"/>
                    <a:pt x="893" y="57"/>
                    <a:pt x="879" y="29"/>
                  </a:cubicBezTo>
                  <a:cubicBezTo>
                    <a:pt x="837" y="1"/>
                    <a:pt x="782" y="1"/>
                    <a:pt x="754" y="29"/>
                  </a:cubicBezTo>
                  <a:cubicBezTo>
                    <a:pt x="740" y="57"/>
                    <a:pt x="712" y="71"/>
                    <a:pt x="712" y="85"/>
                  </a:cubicBezTo>
                  <a:cubicBezTo>
                    <a:pt x="712" y="280"/>
                    <a:pt x="893" y="433"/>
                    <a:pt x="810" y="643"/>
                  </a:cubicBezTo>
                  <a:cubicBezTo>
                    <a:pt x="726" y="782"/>
                    <a:pt x="768" y="922"/>
                    <a:pt x="823" y="1061"/>
                  </a:cubicBezTo>
                  <a:cubicBezTo>
                    <a:pt x="893" y="1270"/>
                    <a:pt x="935" y="1479"/>
                    <a:pt x="991" y="1689"/>
                  </a:cubicBezTo>
                  <a:cubicBezTo>
                    <a:pt x="1033" y="1898"/>
                    <a:pt x="1158" y="2093"/>
                    <a:pt x="1061" y="2316"/>
                  </a:cubicBezTo>
                  <a:cubicBezTo>
                    <a:pt x="1047" y="2372"/>
                    <a:pt x="1075" y="2456"/>
                    <a:pt x="1116" y="2526"/>
                  </a:cubicBezTo>
                  <a:cubicBezTo>
                    <a:pt x="1158" y="2623"/>
                    <a:pt x="1186" y="2707"/>
                    <a:pt x="1200" y="2791"/>
                  </a:cubicBezTo>
                  <a:cubicBezTo>
                    <a:pt x="1172" y="3014"/>
                    <a:pt x="1158" y="3251"/>
                    <a:pt x="1061" y="3432"/>
                  </a:cubicBezTo>
                  <a:cubicBezTo>
                    <a:pt x="977" y="3669"/>
                    <a:pt x="893" y="3879"/>
                    <a:pt x="810" y="4102"/>
                  </a:cubicBezTo>
                  <a:cubicBezTo>
                    <a:pt x="754" y="4227"/>
                    <a:pt x="684" y="4297"/>
                    <a:pt x="558" y="4339"/>
                  </a:cubicBezTo>
                  <a:cubicBezTo>
                    <a:pt x="461" y="4381"/>
                    <a:pt x="335" y="4437"/>
                    <a:pt x="224" y="4478"/>
                  </a:cubicBezTo>
                  <a:cubicBezTo>
                    <a:pt x="56" y="4590"/>
                    <a:pt x="1" y="4855"/>
                    <a:pt x="140" y="4981"/>
                  </a:cubicBezTo>
                  <a:lnTo>
                    <a:pt x="489" y="5329"/>
                  </a:lnTo>
                  <a:cubicBezTo>
                    <a:pt x="614" y="5441"/>
                    <a:pt x="628" y="5580"/>
                    <a:pt x="614" y="5734"/>
                  </a:cubicBezTo>
                  <a:cubicBezTo>
                    <a:pt x="614" y="5859"/>
                    <a:pt x="558" y="5957"/>
                    <a:pt x="489" y="6069"/>
                  </a:cubicBezTo>
                  <a:cubicBezTo>
                    <a:pt x="349" y="6236"/>
                    <a:pt x="210" y="6403"/>
                    <a:pt x="84" y="6571"/>
                  </a:cubicBezTo>
                  <a:cubicBezTo>
                    <a:pt x="70" y="6613"/>
                    <a:pt x="70" y="6682"/>
                    <a:pt x="84" y="6710"/>
                  </a:cubicBezTo>
                  <a:cubicBezTo>
                    <a:pt x="154" y="6794"/>
                    <a:pt x="238" y="6892"/>
                    <a:pt x="335" y="6961"/>
                  </a:cubicBezTo>
                  <a:cubicBezTo>
                    <a:pt x="363" y="6975"/>
                    <a:pt x="419" y="6989"/>
                    <a:pt x="475" y="6975"/>
                  </a:cubicBezTo>
                  <a:cubicBezTo>
                    <a:pt x="656" y="6905"/>
                    <a:pt x="810" y="6780"/>
                    <a:pt x="935" y="6640"/>
                  </a:cubicBezTo>
                  <a:cubicBezTo>
                    <a:pt x="1186" y="6403"/>
                    <a:pt x="1409" y="6166"/>
                    <a:pt x="1633" y="5915"/>
                  </a:cubicBezTo>
                  <a:cubicBezTo>
                    <a:pt x="1856" y="5664"/>
                    <a:pt x="2023" y="5427"/>
                    <a:pt x="2023" y="5092"/>
                  </a:cubicBezTo>
                  <a:cubicBezTo>
                    <a:pt x="2023" y="4911"/>
                    <a:pt x="2177" y="4799"/>
                    <a:pt x="2372" y="4771"/>
                  </a:cubicBezTo>
                  <a:lnTo>
                    <a:pt x="2511" y="4771"/>
                  </a:lnTo>
                  <a:cubicBezTo>
                    <a:pt x="2553" y="4771"/>
                    <a:pt x="2637" y="4743"/>
                    <a:pt x="2637" y="4729"/>
                  </a:cubicBezTo>
                  <a:cubicBezTo>
                    <a:pt x="2679" y="4492"/>
                    <a:pt x="2874" y="4381"/>
                    <a:pt x="3027" y="4241"/>
                  </a:cubicBezTo>
                  <a:cubicBezTo>
                    <a:pt x="3111" y="4172"/>
                    <a:pt x="3139" y="4074"/>
                    <a:pt x="3167" y="3990"/>
                  </a:cubicBezTo>
                  <a:cubicBezTo>
                    <a:pt x="3223" y="3851"/>
                    <a:pt x="3265" y="3711"/>
                    <a:pt x="3306" y="3586"/>
                  </a:cubicBezTo>
                  <a:cubicBezTo>
                    <a:pt x="3334" y="3474"/>
                    <a:pt x="3278" y="3363"/>
                    <a:pt x="3195" y="33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83" name="Google Shape;1783;p56"/>
            <p:cNvSpPr/>
            <p:nvPr/>
          </p:nvSpPr>
          <p:spPr>
            <a:xfrm>
              <a:off x="5075300" y="1686675"/>
              <a:ext cx="102900" cy="73250"/>
            </a:xfrm>
            <a:custGeom>
              <a:avLst/>
              <a:gdLst/>
              <a:ahLst/>
              <a:cxnLst/>
              <a:rect l="l" t="t" r="r" b="b"/>
              <a:pathLst>
                <a:path w="4116" h="2930" extrusionOk="0">
                  <a:moveTo>
                    <a:pt x="391" y="1688"/>
                  </a:moveTo>
                  <a:cubicBezTo>
                    <a:pt x="489" y="1842"/>
                    <a:pt x="628" y="1967"/>
                    <a:pt x="628" y="2177"/>
                  </a:cubicBezTo>
                  <a:cubicBezTo>
                    <a:pt x="628" y="2232"/>
                    <a:pt x="698" y="2302"/>
                    <a:pt x="768" y="2330"/>
                  </a:cubicBezTo>
                  <a:cubicBezTo>
                    <a:pt x="893" y="2400"/>
                    <a:pt x="1005" y="2497"/>
                    <a:pt x="1158" y="2525"/>
                  </a:cubicBezTo>
                  <a:cubicBezTo>
                    <a:pt x="1326" y="2581"/>
                    <a:pt x="1465" y="2651"/>
                    <a:pt x="1577" y="2776"/>
                  </a:cubicBezTo>
                  <a:cubicBezTo>
                    <a:pt x="1674" y="2874"/>
                    <a:pt x="1800" y="2930"/>
                    <a:pt x="1953" y="2888"/>
                  </a:cubicBezTo>
                  <a:cubicBezTo>
                    <a:pt x="2079" y="2874"/>
                    <a:pt x="2204" y="2916"/>
                    <a:pt x="2302" y="2888"/>
                  </a:cubicBezTo>
                  <a:cubicBezTo>
                    <a:pt x="2358" y="2888"/>
                    <a:pt x="2428" y="2818"/>
                    <a:pt x="2456" y="2776"/>
                  </a:cubicBezTo>
                  <a:cubicBezTo>
                    <a:pt x="2511" y="2665"/>
                    <a:pt x="2511" y="2567"/>
                    <a:pt x="2637" y="2469"/>
                  </a:cubicBezTo>
                  <a:cubicBezTo>
                    <a:pt x="2721" y="2428"/>
                    <a:pt x="2790" y="2302"/>
                    <a:pt x="2860" y="2190"/>
                  </a:cubicBezTo>
                  <a:cubicBezTo>
                    <a:pt x="2999" y="1995"/>
                    <a:pt x="3153" y="1898"/>
                    <a:pt x="3404" y="1967"/>
                  </a:cubicBezTo>
                  <a:cubicBezTo>
                    <a:pt x="3446" y="1981"/>
                    <a:pt x="3543" y="1953"/>
                    <a:pt x="3599" y="1911"/>
                  </a:cubicBezTo>
                  <a:cubicBezTo>
                    <a:pt x="3641" y="1884"/>
                    <a:pt x="3697" y="1828"/>
                    <a:pt x="3753" y="1772"/>
                  </a:cubicBezTo>
                  <a:cubicBezTo>
                    <a:pt x="3781" y="1744"/>
                    <a:pt x="3795" y="1688"/>
                    <a:pt x="3795" y="1646"/>
                  </a:cubicBezTo>
                  <a:cubicBezTo>
                    <a:pt x="3795" y="1563"/>
                    <a:pt x="3850" y="1535"/>
                    <a:pt x="3906" y="1493"/>
                  </a:cubicBezTo>
                  <a:cubicBezTo>
                    <a:pt x="3948" y="1465"/>
                    <a:pt x="3990" y="1451"/>
                    <a:pt x="4018" y="1395"/>
                  </a:cubicBezTo>
                  <a:cubicBezTo>
                    <a:pt x="4046" y="1340"/>
                    <a:pt x="4101" y="1270"/>
                    <a:pt x="4101" y="1200"/>
                  </a:cubicBezTo>
                  <a:cubicBezTo>
                    <a:pt x="4115" y="1116"/>
                    <a:pt x="4115" y="1005"/>
                    <a:pt x="4101" y="921"/>
                  </a:cubicBezTo>
                  <a:cubicBezTo>
                    <a:pt x="4060" y="810"/>
                    <a:pt x="4018" y="698"/>
                    <a:pt x="3976" y="586"/>
                  </a:cubicBezTo>
                  <a:cubicBezTo>
                    <a:pt x="4046" y="363"/>
                    <a:pt x="3906" y="293"/>
                    <a:pt x="3725" y="252"/>
                  </a:cubicBezTo>
                  <a:cubicBezTo>
                    <a:pt x="3432" y="196"/>
                    <a:pt x="3125" y="140"/>
                    <a:pt x="2818" y="70"/>
                  </a:cubicBezTo>
                  <a:cubicBezTo>
                    <a:pt x="2804" y="70"/>
                    <a:pt x="2776" y="42"/>
                    <a:pt x="2748" y="70"/>
                  </a:cubicBezTo>
                  <a:cubicBezTo>
                    <a:pt x="2707" y="98"/>
                    <a:pt x="2637" y="112"/>
                    <a:pt x="2581" y="168"/>
                  </a:cubicBezTo>
                  <a:cubicBezTo>
                    <a:pt x="2567" y="196"/>
                    <a:pt x="2567" y="280"/>
                    <a:pt x="2581" y="293"/>
                  </a:cubicBezTo>
                  <a:cubicBezTo>
                    <a:pt x="2707" y="503"/>
                    <a:pt x="2790" y="726"/>
                    <a:pt x="2776" y="977"/>
                  </a:cubicBezTo>
                  <a:cubicBezTo>
                    <a:pt x="2776" y="1019"/>
                    <a:pt x="2790" y="1089"/>
                    <a:pt x="2804" y="1144"/>
                  </a:cubicBezTo>
                  <a:cubicBezTo>
                    <a:pt x="2804" y="1144"/>
                    <a:pt x="2832" y="1144"/>
                    <a:pt x="2832" y="1158"/>
                  </a:cubicBezTo>
                  <a:cubicBezTo>
                    <a:pt x="2832" y="1186"/>
                    <a:pt x="2846" y="1200"/>
                    <a:pt x="2860" y="1214"/>
                  </a:cubicBezTo>
                  <a:cubicBezTo>
                    <a:pt x="2846" y="1200"/>
                    <a:pt x="2832" y="1200"/>
                    <a:pt x="2804" y="1186"/>
                  </a:cubicBezTo>
                  <a:lnTo>
                    <a:pt x="2804" y="1144"/>
                  </a:lnTo>
                  <a:cubicBezTo>
                    <a:pt x="2776" y="1130"/>
                    <a:pt x="2734" y="1116"/>
                    <a:pt x="2721" y="1075"/>
                  </a:cubicBezTo>
                  <a:cubicBezTo>
                    <a:pt x="2581" y="851"/>
                    <a:pt x="2442" y="628"/>
                    <a:pt x="2414" y="363"/>
                  </a:cubicBezTo>
                  <a:cubicBezTo>
                    <a:pt x="2386" y="196"/>
                    <a:pt x="2288" y="126"/>
                    <a:pt x="2135" y="84"/>
                  </a:cubicBezTo>
                  <a:cubicBezTo>
                    <a:pt x="1995" y="56"/>
                    <a:pt x="1856" y="14"/>
                    <a:pt x="1716" y="1"/>
                  </a:cubicBezTo>
                  <a:cubicBezTo>
                    <a:pt x="1674" y="1"/>
                    <a:pt x="1619" y="28"/>
                    <a:pt x="1591" y="70"/>
                  </a:cubicBezTo>
                  <a:cubicBezTo>
                    <a:pt x="1535" y="154"/>
                    <a:pt x="1507" y="238"/>
                    <a:pt x="1479" y="321"/>
                  </a:cubicBezTo>
                  <a:cubicBezTo>
                    <a:pt x="1465" y="461"/>
                    <a:pt x="1479" y="586"/>
                    <a:pt x="1479" y="726"/>
                  </a:cubicBezTo>
                  <a:lnTo>
                    <a:pt x="1507" y="726"/>
                  </a:lnTo>
                  <a:cubicBezTo>
                    <a:pt x="1521" y="768"/>
                    <a:pt x="1535" y="782"/>
                    <a:pt x="1577" y="810"/>
                  </a:cubicBezTo>
                  <a:cubicBezTo>
                    <a:pt x="1535" y="796"/>
                    <a:pt x="1521" y="782"/>
                    <a:pt x="1479" y="754"/>
                  </a:cubicBezTo>
                  <a:lnTo>
                    <a:pt x="1479" y="726"/>
                  </a:lnTo>
                  <a:cubicBezTo>
                    <a:pt x="1298" y="656"/>
                    <a:pt x="1089" y="642"/>
                    <a:pt x="949" y="461"/>
                  </a:cubicBezTo>
                  <a:cubicBezTo>
                    <a:pt x="824" y="321"/>
                    <a:pt x="614" y="280"/>
                    <a:pt x="433" y="224"/>
                  </a:cubicBezTo>
                  <a:cubicBezTo>
                    <a:pt x="363" y="210"/>
                    <a:pt x="252" y="252"/>
                    <a:pt x="210" y="363"/>
                  </a:cubicBezTo>
                  <a:cubicBezTo>
                    <a:pt x="154" y="545"/>
                    <a:pt x="112" y="726"/>
                    <a:pt x="42" y="907"/>
                  </a:cubicBezTo>
                  <a:cubicBezTo>
                    <a:pt x="1" y="977"/>
                    <a:pt x="14" y="1047"/>
                    <a:pt x="56" y="1116"/>
                  </a:cubicBezTo>
                  <a:cubicBezTo>
                    <a:pt x="196" y="1312"/>
                    <a:pt x="266" y="1521"/>
                    <a:pt x="391" y="1688"/>
                  </a:cubicBezTo>
                  <a:close/>
                  <a:moveTo>
                    <a:pt x="2999" y="1340"/>
                  </a:moveTo>
                  <a:lnTo>
                    <a:pt x="3013" y="1381"/>
                  </a:lnTo>
                  <a:lnTo>
                    <a:pt x="2999" y="1340"/>
                  </a:lnTo>
                  <a:cubicBezTo>
                    <a:pt x="2986" y="1340"/>
                    <a:pt x="2972" y="1326"/>
                    <a:pt x="2972" y="1312"/>
                  </a:cubicBezTo>
                  <a:cubicBezTo>
                    <a:pt x="2972" y="1326"/>
                    <a:pt x="2986" y="1326"/>
                    <a:pt x="2999" y="1340"/>
                  </a:cubicBezTo>
                  <a:close/>
                  <a:moveTo>
                    <a:pt x="1716" y="893"/>
                  </a:moveTo>
                  <a:lnTo>
                    <a:pt x="1716" y="921"/>
                  </a:lnTo>
                  <a:lnTo>
                    <a:pt x="1716" y="893"/>
                  </a:lnTo>
                  <a:cubicBezTo>
                    <a:pt x="1674" y="893"/>
                    <a:pt x="1646" y="865"/>
                    <a:pt x="1619" y="851"/>
                  </a:cubicBezTo>
                  <a:cubicBezTo>
                    <a:pt x="1646" y="865"/>
                    <a:pt x="1674" y="893"/>
                    <a:pt x="1716" y="8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84" name="Google Shape;1784;p56"/>
            <p:cNvSpPr/>
            <p:nvPr/>
          </p:nvSpPr>
          <p:spPr>
            <a:xfrm>
              <a:off x="2517475" y="1916825"/>
              <a:ext cx="84075" cy="102550"/>
            </a:xfrm>
            <a:custGeom>
              <a:avLst/>
              <a:gdLst/>
              <a:ahLst/>
              <a:cxnLst/>
              <a:rect l="l" t="t" r="r" b="b"/>
              <a:pathLst>
                <a:path w="3363" h="4102" extrusionOk="0">
                  <a:moveTo>
                    <a:pt x="3250" y="768"/>
                  </a:moveTo>
                  <a:cubicBezTo>
                    <a:pt x="3334" y="712"/>
                    <a:pt x="3362" y="614"/>
                    <a:pt x="3334" y="517"/>
                  </a:cubicBezTo>
                  <a:cubicBezTo>
                    <a:pt x="3292" y="419"/>
                    <a:pt x="3223" y="363"/>
                    <a:pt x="3125" y="349"/>
                  </a:cubicBezTo>
                  <a:cubicBezTo>
                    <a:pt x="2972" y="307"/>
                    <a:pt x="2790" y="335"/>
                    <a:pt x="2623" y="294"/>
                  </a:cubicBezTo>
                  <a:cubicBezTo>
                    <a:pt x="2525" y="280"/>
                    <a:pt x="2455" y="238"/>
                    <a:pt x="2372" y="210"/>
                  </a:cubicBezTo>
                  <a:lnTo>
                    <a:pt x="2372" y="210"/>
                  </a:lnTo>
                  <a:lnTo>
                    <a:pt x="2358" y="210"/>
                  </a:lnTo>
                  <a:lnTo>
                    <a:pt x="2372" y="224"/>
                  </a:lnTo>
                  <a:cubicBezTo>
                    <a:pt x="2316" y="168"/>
                    <a:pt x="2288" y="126"/>
                    <a:pt x="2218" y="70"/>
                  </a:cubicBezTo>
                  <a:cubicBezTo>
                    <a:pt x="2163" y="29"/>
                    <a:pt x="2093" y="1"/>
                    <a:pt x="2023" y="1"/>
                  </a:cubicBezTo>
                  <a:cubicBezTo>
                    <a:pt x="1897" y="15"/>
                    <a:pt x="1800" y="29"/>
                    <a:pt x="1674" y="84"/>
                  </a:cubicBezTo>
                  <a:cubicBezTo>
                    <a:pt x="1605" y="98"/>
                    <a:pt x="1535" y="154"/>
                    <a:pt x="1521" y="210"/>
                  </a:cubicBezTo>
                  <a:cubicBezTo>
                    <a:pt x="1451" y="377"/>
                    <a:pt x="1326" y="475"/>
                    <a:pt x="1186" y="573"/>
                  </a:cubicBezTo>
                  <a:cubicBezTo>
                    <a:pt x="1116" y="628"/>
                    <a:pt x="1116" y="698"/>
                    <a:pt x="1130" y="768"/>
                  </a:cubicBezTo>
                  <a:cubicBezTo>
                    <a:pt x="1158" y="838"/>
                    <a:pt x="1172" y="907"/>
                    <a:pt x="1200" y="977"/>
                  </a:cubicBezTo>
                  <a:cubicBezTo>
                    <a:pt x="1367" y="1214"/>
                    <a:pt x="1270" y="1423"/>
                    <a:pt x="1158" y="1661"/>
                  </a:cubicBezTo>
                  <a:cubicBezTo>
                    <a:pt x="1116" y="1702"/>
                    <a:pt x="1019" y="1730"/>
                    <a:pt x="963" y="1688"/>
                  </a:cubicBezTo>
                  <a:cubicBezTo>
                    <a:pt x="837" y="1563"/>
                    <a:pt x="809" y="1395"/>
                    <a:pt x="740" y="1242"/>
                  </a:cubicBezTo>
                  <a:cubicBezTo>
                    <a:pt x="698" y="1130"/>
                    <a:pt x="600" y="1103"/>
                    <a:pt x="503" y="1103"/>
                  </a:cubicBezTo>
                  <a:cubicBezTo>
                    <a:pt x="224" y="1103"/>
                    <a:pt x="56" y="1270"/>
                    <a:pt x="42" y="1535"/>
                  </a:cubicBezTo>
                  <a:cubicBezTo>
                    <a:pt x="14" y="1730"/>
                    <a:pt x="0" y="1912"/>
                    <a:pt x="0" y="2107"/>
                  </a:cubicBezTo>
                  <a:cubicBezTo>
                    <a:pt x="0" y="2177"/>
                    <a:pt x="42" y="2246"/>
                    <a:pt x="112" y="2288"/>
                  </a:cubicBezTo>
                  <a:cubicBezTo>
                    <a:pt x="279" y="2358"/>
                    <a:pt x="363" y="2497"/>
                    <a:pt x="419" y="2651"/>
                  </a:cubicBezTo>
                  <a:cubicBezTo>
                    <a:pt x="503" y="2944"/>
                    <a:pt x="642" y="3223"/>
                    <a:pt x="628" y="3558"/>
                  </a:cubicBezTo>
                  <a:cubicBezTo>
                    <a:pt x="628" y="3725"/>
                    <a:pt x="712" y="3864"/>
                    <a:pt x="837" y="4004"/>
                  </a:cubicBezTo>
                  <a:cubicBezTo>
                    <a:pt x="907" y="4074"/>
                    <a:pt x="1033" y="4102"/>
                    <a:pt x="1102" y="4046"/>
                  </a:cubicBezTo>
                  <a:cubicBezTo>
                    <a:pt x="1200" y="3962"/>
                    <a:pt x="1312" y="3836"/>
                    <a:pt x="1409" y="3767"/>
                  </a:cubicBezTo>
                  <a:cubicBezTo>
                    <a:pt x="1535" y="3697"/>
                    <a:pt x="1688" y="3683"/>
                    <a:pt x="1814" y="3627"/>
                  </a:cubicBezTo>
                  <a:cubicBezTo>
                    <a:pt x="1953" y="3571"/>
                    <a:pt x="2079" y="3502"/>
                    <a:pt x="2204" y="3432"/>
                  </a:cubicBezTo>
                  <a:cubicBezTo>
                    <a:pt x="2246" y="3404"/>
                    <a:pt x="2316" y="3334"/>
                    <a:pt x="2344" y="3279"/>
                  </a:cubicBezTo>
                  <a:cubicBezTo>
                    <a:pt x="2414" y="3055"/>
                    <a:pt x="2525" y="2846"/>
                    <a:pt x="2707" y="2665"/>
                  </a:cubicBezTo>
                  <a:cubicBezTo>
                    <a:pt x="2832" y="2539"/>
                    <a:pt x="2846" y="2372"/>
                    <a:pt x="2804" y="2191"/>
                  </a:cubicBezTo>
                  <a:cubicBezTo>
                    <a:pt x="2776" y="2079"/>
                    <a:pt x="2734" y="1967"/>
                    <a:pt x="2707" y="1842"/>
                  </a:cubicBezTo>
                  <a:cubicBezTo>
                    <a:pt x="2665" y="1688"/>
                    <a:pt x="2567" y="1605"/>
                    <a:pt x="2428" y="1535"/>
                  </a:cubicBezTo>
                  <a:cubicBezTo>
                    <a:pt x="2372" y="1493"/>
                    <a:pt x="2372" y="1465"/>
                    <a:pt x="2428" y="1423"/>
                  </a:cubicBezTo>
                  <a:cubicBezTo>
                    <a:pt x="2567" y="1382"/>
                    <a:pt x="2693" y="1326"/>
                    <a:pt x="2832" y="1270"/>
                  </a:cubicBezTo>
                  <a:cubicBezTo>
                    <a:pt x="2916" y="1242"/>
                    <a:pt x="2999" y="1172"/>
                    <a:pt x="2999" y="1061"/>
                  </a:cubicBezTo>
                  <a:cubicBezTo>
                    <a:pt x="3041" y="865"/>
                    <a:pt x="3139" y="838"/>
                    <a:pt x="3250" y="7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85" name="Google Shape;1785;p56"/>
            <p:cNvSpPr/>
            <p:nvPr/>
          </p:nvSpPr>
          <p:spPr>
            <a:xfrm>
              <a:off x="5433425" y="3444900"/>
              <a:ext cx="98725" cy="112300"/>
            </a:xfrm>
            <a:custGeom>
              <a:avLst/>
              <a:gdLst/>
              <a:ahLst/>
              <a:cxnLst/>
              <a:rect l="l" t="t" r="r" b="b"/>
              <a:pathLst>
                <a:path w="3949" h="4492" extrusionOk="0">
                  <a:moveTo>
                    <a:pt x="1214" y="809"/>
                  </a:moveTo>
                  <a:cubicBezTo>
                    <a:pt x="1730" y="754"/>
                    <a:pt x="2260" y="754"/>
                    <a:pt x="2777" y="837"/>
                  </a:cubicBezTo>
                  <a:cubicBezTo>
                    <a:pt x="3293" y="907"/>
                    <a:pt x="3655" y="726"/>
                    <a:pt x="3920" y="265"/>
                  </a:cubicBezTo>
                  <a:cubicBezTo>
                    <a:pt x="3948" y="196"/>
                    <a:pt x="3934" y="126"/>
                    <a:pt x="3878" y="70"/>
                  </a:cubicBezTo>
                  <a:cubicBezTo>
                    <a:pt x="3823" y="28"/>
                    <a:pt x="3725" y="0"/>
                    <a:pt x="3683" y="42"/>
                  </a:cubicBezTo>
                  <a:cubicBezTo>
                    <a:pt x="3600" y="112"/>
                    <a:pt x="3516" y="196"/>
                    <a:pt x="3418" y="279"/>
                  </a:cubicBezTo>
                  <a:cubicBezTo>
                    <a:pt x="3265" y="405"/>
                    <a:pt x="3111" y="489"/>
                    <a:pt x="2902" y="447"/>
                  </a:cubicBezTo>
                  <a:cubicBezTo>
                    <a:pt x="2623" y="391"/>
                    <a:pt x="2330" y="391"/>
                    <a:pt x="2051" y="335"/>
                  </a:cubicBezTo>
                  <a:cubicBezTo>
                    <a:pt x="1856" y="321"/>
                    <a:pt x="1675" y="224"/>
                    <a:pt x="1493" y="210"/>
                  </a:cubicBezTo>
                  <a:cubicBezTo>
                    <a:pt x="1256" y="210"/>
                    <a:pt x="1172" y="503"/>
                    <a:pt x="935" y="503"/>
                  </a:cubicBezTo>
                  <a:cubicBezTo>
                    <a:pt x="907" y="503"/>
                    <a:pt x="880" y="530"/>
                    <a:pt x="866" y="544"/>
                  </a:cubicBezTo>
                  <a:cubicBezTo>
                    <a:pt x="740" y="628"/>
                    <a:pt x="656" y="740"/>
                    <a:pt x="615" y="893"/>
                  </a:cubicBezTo>
                  <a:cubicBezTo>
                    <a:pt x="601" y="977"/>
                    <a:pt x="615" y="1088"/>
                    <a:pt x="601" y="1172"/>
                  </a:cubicBezTo>
                  <a:cubicBezTo>
                    <a:pt x="587" y="1256"/>
                    <a:pt x="559" y="1367"/>
                    <a:pt x="489" y="1437"/>
                  </a:cubicBezTo>
                  <a:cubicBezTo>
                    <a:pt x="349" y="1591"/>
                    <a:pt x="308" y="1772"/>
                    <a:pt x="308" y="1953"/>
                  </a:cubicBezTo>
                  <a:cubicBezTo>
                    <a:pt x="308" y="2135"/>
                    <a:pt x="252" y="2288"/>
                    <a:pt x="182" y="2441"/>
                  </a:cubicBezTo>
                  <a:cubicBezTo>
                    <a:pt x="126" y="2553"/>
                    <a:pt x="71" y="2651"/>
                    <a:pt x="43" y="2776"/>
                  </a:cubicBezTo>
                  <a:cubicBezTo>
                    <a:pt x="1" y="2916"/>
                    <a:pt x="29" y="3069"/>
                    <a:pt x="140" y="3181"/>
                  </a:cubicBezTo>
                  <a:cubicBezTo>
                    <a:pt x="196" y="3223"/>
                    <a:pt x="266" y="3264"/>
                    <a:pt x="322" y="3292"/>
                  </a:cubicBezTo>
                  <a:cubicBezTo>
                    <a:pt x="447" y="3404"/>
                    <a:pt x="475" y="3543"/>
                    <a:pt x="447" y="3683"/>
                  </a:cubicBezTo>
                  <a:cubicBezTo>
                    <a:pt x="405" y="3836"/>
                    <a:pt x="322" y="3990"/>
                    <a:pt x="349" y="4171"/>
                  </a:cubicBezTo>
                  <a:cubicBezTo>
                    <a:pt x="377" y="4241"/>
                    <a:pt x="391" y="4311"/>
                    <a:pt x="447" y="4366"/>
                  </a:cubicBezTo>
                  <a:cubicBezTo>
                    <a:pt x="587" y="4492"/>
                    <a:pt x="754" y="4450"/>
                    <a:pt x="907" y="4380"/>
                  </a:cubicBezTo>
                  <a:cubicBezTo>
                    <a:pt x="1019" y="4325"/>
                    <a:pt x="977" y="4227"/>
                    <a:pt x="977" y="4143"/>
                  </a:cubicBezTo>
                  <a:cubicBezTo>
                    <a:pt x="977" y="3697"/>
                    <a:pt x="1089" y="3278"/>
                    <a:pt x="1117" y="2860"/>
                  </a:cubicBezTo>
                  <a:cubicBezTo>
                    <a:pt x="1117" y="2832"/>
                    <a:pt x="1186" y="2790"/>
                    <a:pt x="1228" y="2790"/>
                  </a:cubicBezTo>
                  <a:cubicBezTo>
                    <a:pt x="1256" y="2790"/>
                    <a:pt x="1312" y="2846"/>
                    <a:pt x="1312" y="2860"/>
                  </a:cubicBezTo>
                  <a:cubicBezTo>
                    <a:pt x="1298" y="3111"/>
                    <a:pt x="1312" y="3334"/>
                    <a:pt x="1521" y="3515"/>
                  </a:cubicBezTo>
                  <a:cubicBezTo>
                    <a:pt x="1577" y="3557"/>
                    <a:pt x="1577" y="3683"/>
                    <a:pt x="1605" y="3767"/>
                  </a:cubicBezTo>
                  <a:cubicBezTo>
                    <a:pt x="1661" y="3934"/>
                    <a:pt x="1716" y="3976"/>
                    <a:pt x="1940" y="3976"/>
                  </a:cubicBezTo>
                  <a:lnTo>
                    <a:pt x="2079" y="3976"/>
                  </a:lnTo>
                  <a:lnTo>
                    <a:pt x="2079" y="3962"/>
                  </a:lnTo>
                  <a:cubicBezTo>
                    <a:pt x="2093" y="3962"/>
                    <a:pt x="2121" y="3948"/>
                    <a:pt x="2121" y="3948"/>
                  </a:cubicBezTo>
                  <a:cubicBezTo>
                    <a:pt x="2121" y="3962"/>
                    <a:pt x="2093" y="3962"/>
                    <a:pt x="2093" y="3976"/>
                  </a:cubicBezTo>
                  <a:lnTo>
                    <a:pt x="2079" y="3976"/>
                  </a:lnTo>
                  <a:cubicBezTo>
                    <a:pt x="2093" y="4115"/>
                    <a:pt x="2135" y="4255"/>
                    <a:pt x="2288" y="4297"/>
                  </a:cubicBezTo>
                  <a:cubicBezTo>
                    <a:pt x="2302" y="4297"/>
                    <a:pt x="2330" y="4325"/>
                    <a:pt x="2358" y="4325"/>
                  </a:cubicBezTo>
                  <a:cubicBezTo>
                    <a:pt x="2470" y="4380"/>
                    <a:pt x="2623" y="4325"/>
                    <a:pt x="2651" y="4227"/>
                  </a:cubicBezTo>
                  <a:cubicBezTo>
                    <a:pt x="2693" y="4032"/>
                    <a:pt x="2707" y="3836"/>
                    <a:pt x="2693" y="3655"/>
                  </a:cubicBezTo>
                  <a:cubicBezTo>
                    <a:pt x="2679" y="3543"/>
                    <a:pt x="2623" y="3474"/>
                    <a:pt x="2539" y="3418"/>
                  </a:cubicBezTo>
                  <a:cubicBezTo>
                    <a:pt x="2470" y="3390"/>
                    <a:pt x="2414" y="3348"/>
                    <a:pt x="2344" y="3320"/>
                  </a:cubicBezTo>
                  <a:cubicBezTo>
                    <a:pt x="2274" y="3250"/>
                    <a:pt x="2205" y="3181"/>
                    <a:pt x="2246" y="3069"/>
                  </a:cubicBezTo>
                  <a:cubicBezTo>
                    <a:pt x="2274" y="2958"/>
                    <a:pt x="2246" y="2832"/>
                    <a:pt x="2149" y="2748"/>
                  </a:cubicBezTo>
                  <a:cubicBezTo>
                    <a:pt x="2065" y="2623"/>
                    <a:pt x="1981" y="2511"/>
                    <a:pt x="1898" y="2400"/>
                  </a:cubicBezTo>
                  <a:cubicBezTo>
                    <a:pt x="1856" y="2344"/>
                    <a:pt x="1870" y="2232"/>
                    <a:pt x="1940" y="2204"/>
                  </a:cubicBezTo>
                  <a:cubicBezTo>
                    <a:pt x="2065" y="2121"/>
                    <a:pt x="2191" y="2051"/>
                    <a:pt x="2302" y="1953"/>
                  </a:cubicBezTo>
                  <a:cubicBezTo>
                    <a:pt x="2400" y="1911"/>
                    <a:pt x="2484" y="1925"/>
                    <a:pt x="2595" y="1939"/>
                  </a:cubicBezTo>
                  <a:cubicBezTo>
                    <a:pt x="2651" y="1953"/>
                    <a:pt x="2721" y="1953"/>
                    <a:pt x="2804" y="1953"/>
                  </a:cubicBezTo>
                  <a:cubicBezTo>
                    <a:pt x="2832" y="1953"/>
                    <a:pt x="2902" y="1925"/>
                    <a:pt x="2902" y="1884"/>
                  </a:cubicBezTo>
                  <a:cubicBezTo>
                    <a:pt x="2916" y="1744"/>
                    <a:pt x="2944" y="1605"/>
                    <a:pt x="2916" y="1465"/>
                  </a:cubicBezTo>
                  <a:cubicBezTo>
                    <a:pt x="2916" y="1437"/>
                    <a:pt x="2874" y="1381"/>
                    <a:pt x="2832" y="1367"/>
                  </a:cubicBezTo>
                  <a:cubicBezTo>
                    <a:pt x="2749" y="1353"/>
                    <a:pt x="2637" y="1326"/>
                    <a:pt x="2553" y="1353"/>
                  </a:cubicBezTo>
                  <a:cubicBezTo>
                    <a:pt x="2358" y="1381"/>
                    <a:pt x="2191" y="1465"/>
                    <a:pt x="1995" y="1493"/>
                  </a:cubicBezTo>
                  <a:cubicBezTo>
                    <a:pt x="1772" y="1493"/>
                    <a:pt x="1577" y="1563"/>
                    <a:pt x="1424" y="1730"/>
                  </a:cubicBezTo>
                  <a:cubicBezTo>
                    <a:pt x="1410" y="1744"/>
                    <a:pt x="1312" y="1772"/>
                    <a:pt x="1284" y="1744"/>
                  </a:cubicBezTo>
                  <a:cubicBezTo>
                    <a:pt x="1075" y="1660"/>
                    <a:pt x="935" y="1507"/>
                    <a:pt x="880" y="1284"/>
                  </a:cubicBezTo>
                  <a:cubicBezTo>
                    <a:pt x="824" y="1074"/>
                    <a:pt x="1005" y="823"/>
                    <a:pt x="1214" y="809"/>
                  </a:cubicBezTo>
                  <a:close/>
                  <a:moveTo>
                    <a:pt x="2219" y="3808"/>
                  </a:moveTo>
                  <a:lnTo>
                    <a:pt x="2246" y="3808"/>
                  </a:lnTo>
                  <a:cubicBezTo>
                    <a:pt x="2274" y="3753"/>
                    <a:pt x="2316" y="3725"/>
                    <a:pt x="2386" y="3725"/>
                  </a:cubicBezTo>
                  <a:cubicBezTo>
                    <a:pt x="2428" y="3725"/>
                    <a:pt x="2456" y="3767"/>
                    <a:pt x="2456" y="3808"/>
                  </a:cubicBezTo>
                  <a:cubicBezTo>
                    <a:pt x="2456" y="3822"/>
                    <a:pt x="2414" y="3836"/>
                    <a:pt x="2400" y="3836"/>
                  </a:cubicBezTo>
                  <a:lnTo>
                    <a:pt x="2246" y="3794"/>
                  </a:lnTo>
                  <a:cubicBezTo>
                    <a:pt x="2246" y="3822"/>
                    <a:pt x="2246" y="3822"/>
                    <a:pt x="2219" y="3808"/>
                  </a:cubicBezTo>
                  <a:cubicBezTo>
                    <a:pt x="2219" y="3822"/>
                    <a:pt x="2205" y="3836"/>
                    <a:pt x="2205" y="3836"/>
                  </a:cubicBezTo>
                  <a:cubicBezTo>
                    <a:pt x="2205" y="3836"/>
                    <a:pt x="2219" y="3822"/>
                    <a:pt x="2219" y="38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86" name="Google Shape;1786;p56"/>
            <p:cNvSpPr/>
            <p:nvPr/>
          </p:nvSpPr>
          <p:spPr>
            <a:xfrm>
              <a:off x="2940825" y="2675275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1"/>
                  </a:moveTo>
                  <a:cubicBezTo>
                    <a:pt x="0" y="1"/>
                    <a:pt x="0" y="15"/>
                    <a:pt x="0" y="1"/>
                  </a:cubicBezTo>
                  <a:cubicBezTo>
                    <a:pt x="14" y="15"/>
                    <a:pt x="14" y="15"/>
                    <a:pt x="0" y="1"/>
                  </a:cubicBezTo>
                  <a:cubicBezTo>
                    <a:pt x="0" y="15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87" name="Google Shape;1787;p56"/>
            <p:cNvSpPr/>
            <p:nvPr/>
          </p:nvSpPr>
          <p:spPr>
            <a:xfrm>
              <a:off x="2850500" y="2599275"/>
              <a:ext cx="93825" cy="98350"/>
            </a:xfrm>
            <a:custGeom>
              <a:avLst/>
              <a:gdLst/>
              <a:ahLst/>
              <a:cxnLst/>
              <a:rect l="l" t="t" r="r" b="b"/>
              <a:pathLst>
                <a:path w="3753" h="3934" extrusionOk="0">
                  <a:moveTo>
                    <a:pt x="3418" y="1953"/>
                  </a:moveTo>
                  <a:cubicBezTo>
                    <a:pt x="3432" y="1911"/>
                    <a:pt x="3418" y="1813"/>
                    <a:pt x="3390" y="1758"/>
                  </a:cubicBezTo>
                  <a:cubicBezTo>
                    <a:pt x="3348" y="1716"/>
                    <a:pt x="3278" y="1660"/>
                    <a:pt x="3223" y="1604"/>
                  </a:cubicBezTo>
                  <a:cubicBezTo>
                    <a:pt x="3181" y="1562"/>
                    <a:pt x="3125" y="1520"/>
                    <a:pt x="3041" y="1562"/>
                  </a:cubicBezTo>
                  <a:cubicBezTo>
                    <a:pt x="2971" y="1590"/>
                    <a:pt x="2916" y="1632"/>
                    <a:pt x="2846" y="1660"/>
                  </a:cubicBezTo>
                  <a:cubicBezTo>
                    <a:pt x="2692" y="1744"/>
                    <a:pt x="2525" y="1730"/>
                    <a:pt x="2358" y="1702"/>
                  </a:cubicBezTo>
                  <a:cubicBezTo>
                    <a:pt x="2260" y="1674"/>
                    <a:pt x="2232" y="1604"/>
                    <a:pt x="2246" y="1493"/>
                  </a:cubicBezTo>
                  <a:cubicBezTo>
                    <a:pt x="2246" y="1465"/>
                    <a:pt x="2260" y="1437"/>
                    <a:pt x="2260" y="1423"/>
                  </a:cubicBezTo>
                  <a:cubicBezTo>
                    <a:pt x="2288" y="1283"/>
                    <a:pt x="2218" y="1186"/>
                    <a:pt x="2079" y="1172"/>
                  </a:cubicBezTo>
                  <a:cubicBezTo>
                    <a:pt x="2009" y="1158"/>
                    <a:pt x="1953" y="1172"/>
                    <a:pt x="1883" y="1172"/>
                  </a:cubicBezTo>
                  <a:lnTo>
                    <a:pt x="1883" y="1186"/>
                  </a:lnTo>
                  <a:lnTo>
                    <a:pt x="1870" y="1214"/>
                  </a:lnTo>
                  <a:lnTo>
                    <a:pt x="1870" y="1172"/>
                  </a:lnTo>
                  <a:lnTo>
                    <a:pt x="1883" y="1172"/>
                  </a:lnTo>
                  <a:cubicBezTo>
                    <a:pt x="1953" y="963"/>
                    <a:pt x="2093" y="809"/>
                    <a:pt x="2246" y="670"/>
                  </a:cubicBezTo>
                  <a:cubicBezTo>
                    <a:pt x="2400" y="544"/>
                    <a:pt x="2455" y="349"/>
                    <a:pt x="2567" y="195"/>
                  </a:cubicBezTo>
                  <a:cubicBezTo>
                    <a:pt x="2581" y="167"/>
                    <a:pt x="2581" y="112"/>
                    <a:pt x="2581" y="70"/>
                  </a:cubicBezTo>
                  <a:cubicBezTo>
                    <a:pt x="2581" y="42"/>
                    <a:pt x="2455" y="0"/>
                    <a:pt x="2386" y="28"/>
                  </a:cubicBezTo>
                  <a:cubicBezTo>
                    <a:pt x="2148" y="70"/>
                    <a:pt x="1953" y="181"/>
                    <a:pt x="1772" y="377"/>
                  </a:cubicBezTo>
                  <a:cubicBezTo>
                    <a:pt x="1451" y="767"/>
                    <a:pt x="1144" y="1214"/>
                    <a:pt x="893" y="1674"/>
                  </a:cubicBezTo>
                  <a:cubicBezTo>
                    <a:pt x="754" y="1925"/>
                    <a:pt x="586" y="2092"/>
                    <a:pt x="335" y="2204"/>
                  </a:cubicBezTo>
                  <a:cubicBezTo>
                    <a:pt x="238" y="2232"/>
                    <a:pt x="265" y="2302"/>
                    <a:pt x="293" y="2371"/>
                  </a:cubicBezTo>
                  <a:cubicBezTo>
                    <a:pt x="363" y="2469"/>
                    <a:pt x="349" y="2553"/>
                    <a:pt x="265" y="2622"/>
                  </a:cubicBezTo>
                  <a:cubicBezTo>
                    <a:pt x="168" y="2706"/>
                    <a:pt x="112" y="2790"/>
                    <a:pt x="28" y="2887"/>
                  </a:cubicBezTo>
                  <a:cubicBezTo>
                    <a:pt x="0" y="2929"/>
                    <a:pt x="28" y="3041"/>
                    <a:pt x="98" y="3055"/>
                  </a:cubicBezTo>
                  <a:cubicBezTo>
                    <a:pt x="168" y="3069"/>
                    <a:pt x="238" y="3111"/>
                    <a:pt x="307" y="3111"/>
                  </a:cubicBezTo>
                  <a:cubicBezTo>
                    <a:pt x="558" y="3097"/>
                    <a:pt x="795" y="3069"/>
                    <a:pt x="1033" y="3138"/>
                  </a:cubicBezTo>
                  <a:cubicBezTo>
                    <a:pt x="1214" y="3194"/>
                    <a:pt x="1395" y="3194"/>
                    <a:pt x="1591" y="3138"/>
                  </a:cubicBezTo>
                  <a:cubicBezTo>
                    <a:pt x="1800" y="3097"/>
                    <a:pt x="1953" y="3236"/>
                    <a:pt x="2121" y="3306"/>
                  </a:cubicBezTo>
                  <a:lnTo>
                    <a:pt x="2121" y="3348"/>
                  </a:lnTo>
                  <a:cubicBezTo>
                    <a:pt x="2065" y="3417"/>
                    <a:pt x="1981" y="3473"/>
                    <a:pt x="1939" y="3557"/>
                  </a:cubicBezTo>
                  <a:cubicBezTo>
                    <a:pt x="1911" y="3599"/>
                    <a:pt x="1911" y="3655"/>
                    <a:pt x="1939" y="3682"/>
                  </a:cubicBezTo>
                  <a:cubicBezTo>
                    <a:pt x="1953" y="3724"/>
                    <a:pt x="2023" y="3738"/>
                    <a:pt x="2051" y="3738"/>
                  </a:cubicBezTo>
                  <a:cubicBezTo>
                    <a:pt x="2162" y="3738"/>
                    <a:pt x="2246" y="3682"/>
                    <a:pt x="2302" y="3599"/>
                  </a:cubicBezTo>
                  <a:cubicBezTo>
                    <a:pt x="2427" y="3404"/>
                    <a:pt x="2651" y="3376"/>
                    <a:pt x="2804" y="3208"/>
                  </a:cubicBezTo>
                  <a:lnTo>
                    <a:pt x="2860" y="3250"/>
                  </a:lnTo>
                  <a:cubicBezTo>
                    <a:pt x="2846" y="3376"/>
                    <a:pt x="2804" y="3473"/>
                    <a:pt x="2804" y="3599"/>
                  </a:cubicBezTo>
                  <a:cubicBezTo>
                    <a:pt x="2804" y="3627"/>
                    <a:pt x="2818" y="3696"/>
                    <a:pt x="2846" y="3724"/>
                  </a:cubicBezTo>
                  <a:cubicBezTo>
                    <a:pt x="2985" y="3808"/>
                    <a:pt x="3097" y="3906"/>
                    <a:pt x="3278" y="3934"/>
                  </a:cubicBezTo>
                  <a:cubicBezTo>
                    <a:pt x="3362" y="3934"/>
                    <a:pt x="3488" y="3878"/>
                    <a:pt x="3515" y="3808"/>
                  </a:cubicBezTo>
                  <a:cubicBezTo>
                    <a:pt x="3585" y="3655"/>
                    <a:pt x="3641" y="3487"/>
                    <a:pt x="3697" y="3334"/>
                  </a:cubicBezTo>
                  <a:cubicBezTo>
                    <a:pt x="3753" y="3208"/>
                    <a:pt x="3683" y="3125"/>
                    <a:pt x="3613" y="3041"/>
                  </a:cubicBezTo>
                  <a:lnTo>
                    <a:pt x="3571" y="3041"/>
                  </a:lnTo>
                  <a:lnTo>
                    <a:pt x="3543" y="3069"/>
                  </a:lnTo>
                  <a:cubicBezTo>
                    <a:pt x="3543" y="3055"/>
                    <a:pt x="3543" y="3041"/>
                    <a:pt x="3557" y="3041"/>
                  </a:cubicBezTo>
                  <a:lnTo>
                    <a:pt x="3571" y="3041"/>
                  </a:lnTo>
                  <a:lnTo>
                    <a:pt x="3585" y="3027"/>
                  </a:lnTo>
                  <a:cubicBezTo>
                    <a:pt x="3501" y="2929"/>
                    <a:pt x="3418" y="2901"/>
                    <a:pt x="3292" y="2929"/>
                  </a:cubicBezTo>
                  <a:cubicBezTo>
                    <a:pt x="3264" y="2957"/>
                    <a:pt x="3223" y="2901"/>
                    <a:pt x="3236" y="2846"/>
                  </a:cubicBezTo>
                  <a:cubicBezTo>
                    <a:pt x="3264" y="2776"/>
                    <a:pt x="3292" y="2706"/>
                    <a:pt x="3348" y="2650"/>
                  </a:cubicBezTo>
                  <a:cubicBezTo>
                    <a:pt x="3404" y="2581"/>
                    <a:pt x="3488" y="2511"/>
                    <a:pt x="3543" y="2455"/>
                  </a:cubicBezTo>
                  <a:cubicBezTo>
                    <a:pt x="3557" y="2441"/>
                    <a:pt x="3557" y="2427"/>
                    <a:pt x="3543" y="2399"/>
                  </a:cubicBezTo>
                  <a:cubicBezTo>
                    <a:pt x="3515" y="2343"/>
                    <a:pt x="3488" y="2329"/>
                    <a:pt x="3432" y="2329"/>
                  </a:cubicBezTo>
                  <a:cubicBezTo>
                    <a:pt x="3362" y="2329"/>
                    <a:pt x="3292" y="2399"/>
                    <a:pt x="3236" y="2302"/>
                  </a:cubicBezTo>
                  <a:cubicBezTo>
                    <a:pt x="3209" y="2232"/>
                    <a:pt x="3236" y="2162"/>
                    <a:pt x="3278" y="2106"/>
                  </a:cubicBezTo>
                  <a:cubicBezTo>
                    <a:pt x="3334" y="2078"/>
                    <a:pt x="3404" y="2023"/>
                    <a:pt x="3418" y="19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88" name="Google Shape;1788;p56"/>
            <p:cNvSpPr/>
            <p:nvPr/>
          </p:nvSpPr>
          <p:spPr>
            <a:xfrm>
              <a:off x="2380075" y="1716675"/>
              <a:ext cx="111625" cy="62425"/>
            </a:xfrm>
            <a:custGeom>
              <a:avLst/>
              <a:gdLst/>
              <a:ahLst/>
              <a:cxnLst/>
              <a:rect l="l" t="t" r="r" b="b"/>
              <a:pathLst>
                <a:path w="4465" h="2497" extrusionOk="0">
                  <a:moveTo>
                    <a:pt x="84" y="1967"/>
                  </a:moveTo>
                  <a:cubicBezTo>
                    <a:pt x="335" y="2023"/>
                    <a:pt x="461" y="2092"/>
                    <a:pt x="601" y="2162"/>
                  </a:cubicBezTo>
                  <a:cubicBezTo>
                    <a:pt x="698" y="2218"/>
                    <a:pt x="768" y="2302"/>
                    <a:pt x="852" y="2385"/>
                  </a:cubicBezTo>
                  <a:cubicBezTo>
                    <a:pt x="949" y="2483"/>
                    <a:pt x="1103" y="2497"/>
                    <a:pt x="1186" y="2427"/>
                  </a:cubicBezTo>
                  <a:cubicBezTo>
                    <a:pt x="1312" y="2343"/>
                    <a:pt x="1410" y="2246"/>
                    <a:pt x="1521" y="2162"/>
                  </a:cubicBezTo>
                  <a:cubicBezTo>
                    <a:pt x="1549" y="2148"/>
                    <a:pt x="1605" y="2148"/>
                    <a:pt x="1647" y="2162"/>
                  </a:cubicBezTo>
                  <a:cubicBezTo>
                    <a:pt x="1716" y="2204"/>
                    <a:pt x="1786" y="2204"/>
                    <a:pt x="1828" y="2134"/>
                  </a:cubicBezTo>
                  <a:cubicBezTo>
                    <a:pt x="1940" y="1967"/>
                    <a:pt x="2037" y="1799"/>
                    <a:pt x="2163" y="1660"/>
                  </a:cubicBezTo>
                  <a:cubicBezTo>
                    <a:pt x="2288" y="1521"/>
                    <a:pt x="2428" y="1381"/>
                    <a:pt x="2567" y="1255"/>
                  </a:cubicBezTo>
                  <a:cubicBezTo>
                    <a:pt x="2595" y="1242"/>
                    <a:pt x="2637" y="1228"/>
                    <a:pt x="2693" y="1228"/>
                  </a:cubicBezTo>
                  <a:cubicBezTo>
                    <a:pt x="2763" y="1200"/>
                    <a:pt x="2763" y="1311"/>
                    <a:pt x="2693" y="1409"/>
                  </a:cubicBezTo>
                  <a:cubicBezTo>
                    <a:pt x="2581" y="1576"/>
                    <a:pt x="2484" y="1730"/>
                    <a:pt x="2386" y="1897"/>
                  </a:cubicBezTo>
                  <a:cubicBezTo>
                    <a:pt x="2344" y="1995"/>
                    <a:pt x="2358" y="2092"/>
                    <a:pt x="2386" y="2176"/>
                  </a:cubicBezTo>
                  <a:cubicBezTo>
                    <a:pt x="2428" y="2274"/>
                    <a:pt x="2567" y="2316"/>
                    <a:pt x="2637" y="2274"/>
                  </a:cubicBezTo>
                  <a:cubicBezTo>
                    <a:pt x="2693" y="2232"/>
                    <a:pt x="2763" y="2204"/>
                    <a:pt x="2790" y="2134"/>
                  </a:cubicBezTo>
                  <a:cubicBezTo>
                    <a:pt x="2874" y="1967"/>
                    <a:pt x="3000" y="1883"/>
                    <a:pt x="3195" y="1869"/>
                  </a:cubicBezTo>
                  <a:cubicBezTo>
                    <a:pt x="3265" y="1869"/>
                    <a:pt x="3334" y="1827"/>
                    <a:pt x="3404" y="1799"/>
                  </a:cubicBezTo>
                  <a:cubicBezTo>
                    <a:pt x="3474" y="1758"/>
                    <a:pt x="3544" y="1730"/>
                    <a:pt x="3572" y="1674"/>
                  </a:cubicBezTo>
                  <a:cubicBezTo>
                    <a:pt x="3683" y="1409"/>
                    <a:pt x="3990" y="1269"/>
                    <a:pt x="4032" y="963"/>
                  </a:cubicBezTo>
                  <a:cubicBezTo>
                    <a:pt x="4032" y="907"/>
                    <a:pt x="4116" y="851"/>
                    <a:pt x="4171" y="823"/>
                  </a:cubicBezTo>
                  <a:cubicBezTo>
                    <a:pt x="4227" y="781"/>
                    <a:pt x="4297" y="767"/>
                    <a:pt x="4367" y="739"/>
                  </a:cubicBezTo>
                  <a:cubicBezTo>
                    <a:pt x="4436" y="698"/>
                    <a:pt x="4464" y="628"/>
                    <a:pt x="4464" y="558"/>
                  </a:cubicBezTo>
                  <a:lnTo>
                    <a:pt x="4464" y="279"/>
                  </a:lnTo>
                  <a:cubicBezTo>
                    <a:pt x="4464" y="181"/>
                    <a:pt x="4381" y="42"/>
                    <a:pt x="4325" y="56"/>
                  </a:cubicBezTo>
                  <a:cubicBezTo>
                    <a:pt x="4255" y="70"/>
                    <a:pt x="4185" y="84"/>
                    <a:pt x="4130" y="140"/>
                  </a:cubicBezTo>
                  <a:cubicBezTo>
                    <a:pt x="4046" y="251"/>
                    <a:pt x="3962" y="293"/>
                    <a:pt x="3892" y="223"/>
                  </a:cubicBezTo>
                  <a:cubicBezTo>
                    <a:pt x="3683" y="56"/>
                    <a:pt x="3474" y="84"/>
                    <a:pt x="3293" y="42"/>
                  </a:cubicBezTo>
                  <a:cubicBezTo>
                    <a:pt x="3153" y="0"/>
                    <a:pt x="3014" y="42"/>
                    <a:pt x="2902" y="126"/>
                  </a:cubicBezTo>
                  <a:cubicBezTo>
                    <a:pt x="2414" y="474"/>
                    <a:pt x="1898" y="781"/>
                    <a:pt x="1312" y="949"/>
                  </a:cubicBezTo>
                  <a:cubicBezTo>
                    <a:pt x="1172" y="977"/>
                    <a:pt x="1047" y="1088"/>
                    <a:pt x="907" y="1102"/>
                  </a:cubicBezTo>
                  <a:cubicBezTo>
                    <a:pt x="670" y="1130"/>
                    <a:pt x="461" y="1255"/>
                    <a:pt x="266" y="1381"/>
                  </a:cubicBezTo>
                  <a:cubicBezTo>
                    <a:pt x="70" y="1507"/>
                    <a:pt x="43" y="1674"/>
                    <a:pt x="15" y="1869"/>
                  </a:cubicBezTo>
                  <a:cubicBezTo>
                    <a:pt x="1" y="1925"/>
                    <a:pt x="57" y="1967"/>
                    <a:pt x="84" y="19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89" name="Google Shape;1789;p56"/>
            <p:cNvSpPr/>
            <p:nvPr/>
          </p:nvSpPr>
          <p:spPr>
            <a:xfrm>
              <a:off x="3823425" y="1798950"/>
              <a:ext cx="90325" cy="60375"/>
            </a:xfrm>
            <a:custGeom>
              <a:avLst/>
              <a:gdLst/>
              <a:ahLst/>
              <a:cxnLst/>
              <a:rect l="l" t="t" r="r" b="b"/>
              <a:pathLst>
                <a:path w="3613" h="2415" extrusionOk="0">
                  <a:moveTo>
                    <a:pt x="140" y="1033"/>
                  </a:moveTo>
                  <a:cubicBezTo>
                    <a:pt x="223" y="1382"/>
                    <a:pt x="307" y="1493"/>
                    <a:pt x="656" y="1493"/>
                  </a:cubicBezTo>
                  <a:cubicBezTo>
                    <a:pt x="767" y="1493"/>
                    <a:pt x="879" y="1466"/>
                    <a:pt x="976" y="1452"/>
                  </a:cubicBezTo>
                  <a:lnTo>
                    <a:pt x="990" y="1438"/>
                  </a:lnTo>
                  <a:lnTo>
                    <a:pt x="1046" y="1438"/>
                  </a:lnTo>
                  <a:cubicBezTo>
                    <a:pt x="1102" y="1424"/>
                    <a:pt x="1144" y="1396"/>
                    <a:pt x="1186" y="1382"/>
                  </a:cubicBezTo>
                  <a:lnTo>
                    <a:pt x="1255" y="1382"/>
                  </a:lnTo>
                  <a:cubicBezTo>
                    <a:pt x="1283" y="1424"/>
                    <a:pt x="1255" y="1438"/>
                    <a:pt x="1186" y="1438"/>
                  </a:cubicBezTo>
                  <a:lnTo>
                    <a:pt x="1046" y="1438"/>
                  </a:lnTo>
                  <a:cubicBezTo>
                    <a:pt x="1032" y="1438"/>
                    <a:pt x="1004" y="1452"/>
                    <a:pt x="1004" y="1452"/>
                  </a:cubicBezTo>
                  <a:lnTo>
                    <a:pt x="976" y="1452"/>
                  </a:lnTo>
                  <a:lnTo>
                    <a:pt x="851" y="1577"/>
                  </a:lnTo>
                  <a:cubicBezTo>
                    <a:pt x="767" y="1647"/>
                    <a:pt x="767" y="1745"/>
                    <a:pt x="851" y="1800"/>
                  </a:cubicBezTo>
                  <a:cubicBezTo>
                    <a:pt x="976" y="1870"/>
                    <a:pt x="1102" y="1940"/>
                    <a:pt x="1214" y="2024"/>
                  </a:cubicBezTo>
                  <a:cubicBezTo>
                    <a:pt x="1339" y="2135"/>
                    <a:pt x="1479" y="2135"/>
                    <a:pt x="1618" y="2093"/>
                  </a:cubicBezTo>
                  <a:cubicBezTo>
                    <a:pt x="1799" y="2051"/>
                    <a:pt x="1939" y="2079"/>
                    <a:pt x="2050" y="2233"/>
                  </a:cubicBezTo>
                  <a:cubicBezTo>
                    <a:pt x="2218" y="2414"/>
                    <a:pt x="2357" y="2400"/>
                    <a:pt x="2539" y="2219"/>
                  </a:cubicBezTo>
                  <a:cubicBezTo>
                    <a:pt x="2608" y="2149"/>
                    <a:pt x="2678" y="2079"/>
                    <a:pt x="2776" y="2079"/>
                  </a:cubicBezTo>
                  <a:cubicBezTo>
                    <a:pt x="3027" y="2079"/>
                    <a:pt x="3152" y="1982"/>
                    <a:pt x="3208" y="1717"/>
                  </a:cubicBezTo>
                  <a:cubicBezTo>
                    <a:pt x="3222" y="1577"/>
                    <a:pt x="3306" y="1452"/>
                    <a:pt x="3403" y="1326"/>
                  </a:cubicBezTo>
                  <a:cubicBezTo>
                    <a:pt x="3571" y="1103"/>
                    <a:pt x="3613" y="866"/>
                    <a:pt x="3585" y="601"/>
                  </a:cubicBezTo>
                  <a:cubicBezTo>
                    <a:pt x="3473" y="545"/>
                    <a:pt x="3348" y="461"/>
                    <a:pt x="3208" y="447"/>
                  </a:cubicBezTo>
                  <a:cubicBezTo>
                    <a:pt x="2943" y="406"/>
                    <a:pt x="2706" y="336"/>
                    <a:pt x="2455" y="238"/>
                  </a:cubicBezTo>
                  <a:cubicBezTo>
                    <a:pt x="2329" y="182"/>
                    <a:pt x="2232" y="238"/>
                    <a:pt x="2148" y="322"/>
                  </a:cubicBezTo>
                  <a:cubicBezTo>
                    <a:pt x="2037" y="406"/>
                    <a:pt x="2023" y="406"/>
                    <a:pt x="1953" y="252"/>
                  </a:cubicBezTo>
                  <a:cubicBezTo>
                    <a:pt x="1939" y="196"/>
                    <a:pt x="1911" y="168"/>
                    <a:pt x="1897" y="113"/>
                  </a:cubicBezTo>
                  <a:cubicBezTo>
                    <a:pt x="1869" y="43"/>
                    <a:pt x="1772" y="1"/>
                    <a:pt x="1730" y="43"/>
                  </a:cubicBezTo>
                  <a:cubicBezTo>
                    <a:pt x="1688" y="57"/>
                    <a:pt x="1632" y="99"/>
                    <a:pt x="1618" y="127"/>
                  </a:cubicBezTo>
                  <a:cubicBezTo>
                    <a:pt x="1604" y="196"/>
                    <a:pt x="1604" y="266"/>
                    <a:pt x="1590" y="336"/>
                  </a:cubicBezTo>
                  <a:cubicBezTo>
                    <a:pt x="1562" y="406"/>
                    <a:pt x="1590" y="489"/>
                    <a:pt x="1534" y="531"/>
                  </a:cubicBezTo>
                  <a:cubicBezTo>
                    <a:pt x="1465" y="601"/>
                    <a:pt x="1423" y="489"/>
                    <a:pt x="1381" y="461"/>
                  </a:cubicBezTo>
                  <a:cubicBezTo>
                    <a:pt x="1353" y="447"/>
                    <a:pt x="1325" y="419"/>
                    <a:pt x="1311" y="447"/>
                  </a:cubicBezTo>
                  <a:cubicBezTo>
                    <a:pt x="1060" y="461"/>
                    <a:pt x="907" y="336"/>
                    <a:pt x="767" y="168"/>
                  </a:cubicBezTo>
                  <a:cubicBezTo>
                    <a:pt x="725" y="127"/>
                    <a:pt x="697" y="113"/>
                    <a:pt x="642" y="71"/>
                  </a:cubicBezTo>
                  <a:cubicBezTo>
                    <a:pt x="572" y="29"/>
                    <a:pt x="446" y="71"/>
                    <a:pt x="446" y="196"/>
                  </a:cubicBezTo>
                  <a:cubicBezTo>
                    <a:pt x="446" y="252"/>
                    <a:pt x="474" y="308"/>
                    <a:pt x="446" y="336"/>
                  </a:cubicBezTo>
                  <a:cubicBezTo>
                    <a:pt x="432" y="378"/>
                    <a:pt x="418" y="447"/>
                    <a:pt x="377" y="447"/>
                  </a:cubicBezTo>
                  <a:cubicBezTo>
                    <a:pt x="349" y="461"/>
                    <a:pt x="307" y="406"/>
                    <a:pt x="265" y="406"/>
                  </a:cubicBezTo>
                  <a:cubicBezTo>
                    <a:pt x="223" y="406"/>
                    <a:pt x="153" y="392"/>
                    <a:pt x="140" y="406"/>
                  </a:cubicBezTo>
                  <a:cubicBezTo>
                    <a:pt x="70" y="489"/>
                    <a:pt x="0" y="615"/>
                    <a:pt x="14" y="740"/>
                  </a:cubicBezTo>
                  <a:cubicBezTo>
                    <a:pt x="84" y="866"/>
                    <a:pt x="126" y="949"/>
                    <a:pt x="140" y="10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90" name="Google Shape;1790;p56"/>
            <p:cNvSpPr/>
            <p:nvPr/>
          </p:nvSpPr>
          <p:spPr>
            <a:xfrm>
              <a:off x="2575350" y="1796875"/>
              <a:ext cx="76750" cy="85100"/>
            </a:xfrm>
            <a:custGeom>
              <a:avLst/>
              <a:gdLst/>
              <a:ahLst/>
              <a:cxnLst/>
              <a:rect l="l" t="t" r="r" b="b"/>
              <a:pathLst>
                <a:path w="3070" h="3404" extrusionOk="0">
                  <a:moveTo>
                    <a:pt x="322" y="70"/>
                  </a:moveTo>
                  <a:cubicBezTo>
                    <a:pt x="280" y="154"/>
                    <a:pt x="238" y="251"/>
                    <a:pt x="196" y="335"/>
                  </a:cubicBezTo>
                  <a:cubicBezTo>
                    <a:pt x="168" y="489"/>
                    <a:pt x="168" y="670"/>
                    <a:pt x="43" y="809"/>
                  </a:cubicBezTo>
                  <a:cubicBezTo>
                    <a:pt x="1" y="837"/>
                    <a:pt x="1" y="893"/>
                    <a:pt x="1" y="949"/>
                  </a:cubicBezTo>
                  <a:cubicBezTo>
                    <a:pt x="43" y="1172"/>
                    <a:pt x="140" y="1395"/>
                    <a:pt x="43" y="1646"/>
                  </a:cubicBezTo>
                  <a:cubicBezTo>
                    <a:pt x="43" y="1660"/>
                    <a:pt x="113" y="1688"/>
                    <a:pt x="126" y="1730"/>
                  </a:cubicBezTo>
                  <a:cubicBezTo>
                    <a:pt x="168" y="1758"/>
                    <a:pt x="238" y="1800"/>
                    <a:pt x="210" y="1814"/>
                  </a:cubicBezTo>
                  <a:cubicBezTo>
                    <a:pt x="168" y="2065"/>
                    <a:pt x="322" y="2093"/>
                    <a:pt x="489" y="2134"/>
                  </a:cubicBezTo>
                  <a:cubicBezTo>
                    <a:pt x="698" y="2162"/>
                    <a:pt x="908" y="2176"/>
                    <a:pt x="1145" y="2204"/>
                  </a:cubicBezTo>
                  <a:cubicBezTo>
                    <a:pt x="1159" y="2204"/>
                    <a:pt x="1187" y="2232"/>
                    <a:pt x="1187" y="2232"/>
                  </a:cubicBezTo>
                  <a:cubicBezTo>
                    <a:pt x="1173" y="2274"/>
                    <a:pt x="1159" y="2344"/>
                    <a:pt x="1117" y="2358"/>
                  </a:cubicBezTo>
                  <a:cubicBezTo>
                    <a:pt x="1033" y="2386"/>
                    <a:pt x="949" y="2413"/>
                    <a:pt x="866" y="2441"/>
                  </a:cubicBezTo>
                  <a:cubicBezTo>
                    <a:pt x="740" y="2469"/>
                    <a:pt x="670" y="2581"/>
                    <a:pt x="657" y="2706"/>
                  </a:cubicBezTo>
                  <a:cubicBezTo>
                    <a:pt x="629" y="2790"/>
                    <a:pt x="629" y="2902"/>
                    <a:pt x="615" y="2985"/>
                  </a:cubicBezTo>
                  <a:cubicBezTo>
                    <a:pt x="615" y="3069"/>
                    <a:pt x="684" y="3181"/>
                    <a:pt x="754" y="3208"/>
                  </a:cubicBezTo>
                  <a:cubicBezTo>
                    <a:pt x="935" y="3264"/>
                    <a:pt x="1117" y="3320"/>
                    <a:pt x="1312" y="3362"/>
                  </a:cubicBezTo>
                  <a:cubicBezTo>
                    <a:pt x="1507" y="3404"/>
                    <a:pt x="1703" y="3292"/>
                    <a:pt x="1786" y="3125"/>
                  </a:cubicBezTo>
                  <a:cubicBezTo>
                    <a:pt x="1800" y="3083"/>
                    <a:pt x="1814" y="3041"/>
                    <a:pt x="1842" y="2985"/>
                  </a:cubicBezTo>
                  <a:cubicBezTo>
                    <a:pt x="1884" y="2804"/>
                    <a:pt x="2023" y="2734"/>
                    <a:pt x="2205" y="2720"/>
                  </a:cubicBezTo>
                  <a:cubicBezTo>
                    <a:pt x="2261" y="2581"/>
                    <a:pt x="2289" y="2427"/>
                    <a:pt x="2372" y="2302"/>
                  </a:cubicBezTo>
                  <a:cubicBezTo>
                    <a:pt x="2470" y="2162"/>
                    <a:pt x="2567" y="2037"/>
                    <a:pt x="2679" y="1897"/>
                  </a:cubicBezTo>
                  <a:lnTo>
                    <a:pt x="2721" y="1855"/>
                  </a:lnTo>
                  <a:cubicBezTo>
                    <a:pt x="2833" y="1646"/>
                    <a:pt x="2958" y="1437"/>
                    <a:pt x="3056" y="1228"/>
                  </a:cubicBezTo>
                  <a:cubicBezTo>
                    <a:pt x="3070" y="1186"/>
                    <a:pt x="3070" y="1130"/>
                    <a:pt x="3056" y="1074"/>
                  </a:cubicBezTo>
                  <a:lnTo>
                    <a:pt x="2958" y="823"/>
                  </a:lnTo>
                  <a:cubicBezTo>
                    <a:pt x="2916" y="754"/>
                    <a:pt x="2846" y="712"/>
                    <a:pt x="2777" y="726"/>
                  </a:cubicBezTo>
                  <a:cubicBezTo>
                    <a:pt x="2581" y="781"/>
                    <a:pt x="2484" y="684"/>
                    <a:pt x="2372" y="558"/>
                  </a:cubicBezTo>
                  <a:cubicBezTo>
                    <a:pt x="2191" y="502"/>
                    <a:pt x="1996" y="502"/>
                    <a:pt x="1800" y="558"/>
                  </a:cubicBezTo>
                  <a:cubicBezTo>
                    <a:pt x="1731" y="684"/>
                    <a:pt x="1647" y="781"/>
                    <a:pt x="1647" y="935"/>
                  </a:cubicBezTo>
                  <a:lnTo>
                    <a:pt x="1647" y="1451"/>
                  </a:lnTo>
                  <a:cubicBezTo>
                    <a:pt x="1647" y="1465"/>
                    <a:pt x="1633" y="1493"/>
                    <a:pt x="1633" y="1521"/>
                  </a:cubicBezTo>
                  <a:cubicBezTo>
                    <a:pt x="1591" y="1535"/>
                    <a:pt x="1577" y="1521"/>
                    <a:pt x="1563" y="1465"/>
                  </a:cubicBezTo>
                  <a:lnTo>
                    <a:pt x="1354" y="935"/>
                  </a:lnTo>
                  <a:cubicBezTo>
                    <a:pt x="1326" y="907"/>
                    <a:pt x="1284" y="893"/>
                    <a:pt x="1228" y="893"/>
                  </a:cubicBezTo>
                  <a:cubicBezTo>
                    <a:pt x="1187" y="893"/>
                    <a:pt x="1117" y="907"/>
                    <a:pt x="1103" y="935"/>
                  </a:cubicBezTo>
                  <a:cubicBezTo>
                    <a:pt x="1005" y="1144"/>
                    <a:pt x="908" y="1353"/>
                    <a:pt x="824" y="1563"/>
                  </a:cubicBezTo>
                  <a:cubicBezTo>
                    <a:pt x="824" y="1563"/>
                    <a:pt x="824" y="1590"/>
                    <a:pt x="838" y="1590"/>
                  </a:cubicBezTo>
                  <a:lnTo>
                    <a:pt x="810" y="1590"/>
                  </a:lnTo>
                  <a:lnTo>
                    <a:pt x="824" y="1563"/>
                  </a:lnTo>
                  <a:lnTo>
                    <a:pt x="824" y="1563"/>
                  </a:lnTo>
                  <a:cubicBezTo>
                    <a:pt x="754" y="1451"/>
                    <a:pt x="684" y="1339"/>
                    <a:pt x="754" y="1186"/>
                  </a:cubicBezTo>
                  <a:cubicBezTo>
                    <a:pt x="796" y="1116"/>
                    <a:pt x="824" y="1032"/>
                    <a:pt x="810" y="977"/>
                  </a:cubicBezTo>
                  <a:cubicBezTo>
                    <a:pt x="740" y="795"/>
                    <a:pt x="726" y="614"/>
                    <a:pt x="740" y="419"/>
                  </a:cubicBezTo>
                  <a:cubicBezTo>
                    <a:pt x="740" y="363"/>
                    <a:pt x="726" y="307"/>
                    <a:pt x="698" y="279"/>
                  </a:cubicBezTo>
                  <a:cubicBezTo>
                    <a:pt x="670" y="210"/>
                    <a:pt x="629" y="154"/>
                    <a:pt x="615" y="84"/>
                  </a:cubicBezTo>
                  <a:cubicBezTo>
                    <a:pt x="531" y="0"/>
                    <a:pt x="378" y="0"/>
                    <a:pt x="322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91" name="Google Shape;1791;p56"/>
            <p:cNvSpPr/>
            <p:nvPr/>
          </p:nvSpPr>
          <p:spPr>
            <a:xfrm>
              <a:off x="3523175" y="2542075"/>
              <a:ext cx="66625" cy="77800"/>
            </a:xfrm>
            <a:custGeom>
              <a:avLst/>
              <a:gdLst/>
              <a:ahLst/>
              <a:cxnLst/>
              <a:rect l="l" t="t" r="r" b="b"/>
              <a:pathLst>
                <a:path w="2665" h="3112" extrusionOk="0">
                  <a:moveTo>
                    <a:pt x="1130" y="307"/>
                  </a:moveTo>
                  <a:cubicBezTo>
                    <a:pt x="1074" y="405"/>
                    <a:pt x="1060" y="531"/>
                    <a:pt x="1005" y="628"/>
                  </a:cubicBezTo>
                  <a:cubicBezTo>
                    <a:pt x="991" y="670"/>
                    <a:pt x="935" y="698"/>
                    <a:pt x="879" y="698"/>
                  </a:cubicBezTo>
                  <a:cubicBezTo>
                    <a:pt x="753" y="726"/>
                    <a:pt x="600" y="726"/>
                    <a:pt x="461" y="726"/>
                  </a:cubicBezTo>
                  <a:cubicBezTo>
                    <a:pt x="405" y="726"/>
                    <a:pt x="335" y="796"/>
                    <a:pt x="335" y="851"/>
                  </a:cubicBezTo>
                  <a:cubicBezTo>
                    <a:pt x="335" y="977"/>
                    <a:pt x="349" y="1144"/>
                    <a:pt x="307" y="1256"/>
                  </a:cubicBezTo>
                  <a:cubicBezTo>
                    <a:pt x="279" y="1395"/>
                    <a:pt x="335" y="1493"/>
                    <a:pt x="419" y="1577"/>
                  </a:cubicBezTo>
                  <a:cubicBezTo>
                    <a:pt x="544" y="1702"/>
                    <a:pt x="544" y="1842"/>
                    <a:pt x="461" y="1981"/>
                  </a:cubicBezTo>
                  <a:cubicBezTo>
                    <a:pt x="405" y="2093"/>
                    <a:pt x="307" y="2218"/>
                    <a:pt x="237" y="2344"/>
                  </a:cubicBezTo>
                  <a:lnTo>
                    <a:pt x="140" y="2441"/>
                  </a:lnTo>
                  <a:cubicBezTo>
                    <a:pt x="0" y="2567"/>
                    <a:pt x="56" y="2818"/>
                    <a:pt x="223" y="2930"/>
                  </a:cubicBezTo>
                  <a:cubicBezTo>
                    <a:pt x="433" y="3097"/>
                    <a:pt x="656" y="3111"/>
                    <a:pt x="907" y="3041"/>
                  </a:cubicBezTo>
                  <a:cubicBezTo>
                    <a:pt x="1046" y="2985"/>
                    <a:pt x="1158" y="2930"/>
                    <a:pt x="1284" y="2846"/>
                  </a:cubicBezTo>
                  <a:cubicBezTo>
                    <a:pt x="1493" y="2720"/>
                    <a:pt x="1702" y="2623"/>
                    <a:pt x="1953" y="2609"/>
                  </a:cubicBezTo>
                  <a:cubicBezTo>
                    <a:pt x="2051" y="2581"/>
                    <a:pt x="2120" y="2511"/>
                    <a:pt x="2176" y="2441"/>
                  </a:cubicBezTo>
                  <a:cubicBezTo>
                    <a:pt x="2344" y="2163"/>
                    <a:pt x="2413" y="1884"/>
                    <a:pt x="2344" y="1563"/>
                  </a:cubicBezTo>
                  <a:cubicBezTo>
                    <a:pt x="2330" y="1493"/>
                    <a:pt x="2316" y="1423"/>
                    <a:pt x="2316" y="1353"/>
                  </a:cubicBezTo>
                  <a:cubicBezTo>
                    <a:pt x="2302" y="1242"/>
                    <a:pt x="2330" y="1158"/>
                    <a:pt x="2399" y="1088"/>
                  </a:cubicBezTo>
                  <a:lnTo>
                    <a:pt x="2511" y="977"/>
                  </a:lnTo>
                  <a:cubicBezTo>
                    <a:pt x="2664" y="823"/>
                    <a:pt x="2664" y="656"/>
                    <a:pt x="2553" y="461"/>
                  </a:cubicBezTo>
                  <a:cubicBezTo>
                    <a:pt x="2525" y="377"/>
                    <a:pt x="2469" y="279"/>
                    <a:pt x="2399" y="210"/>
                  </a:cubicBezTo>
                  <a:cubicBezTo>
                    <a:pt x="2372" y="168"/>
                    <a:pt x="2302" y="112"/>
                    <a:pt x="2232" y="98"/>
                  </a:cubicBezTo>
                  <a:cubicBezTo>
                    <a:pt x="2037" y="56"/>
                    <a:pt x="1855" y="42"/>
                    <a:pt x="1674" y="0"/>
                  </a:cubicBezTo>
                  <a:cubicBezTo>
                    <a:pt x="1618" y="0"/>
                    <a:pt x="1563" y="28"/>
                    <a:pt x="1507" y="28"/>
                  </a:cubicBezTo>
                  <a:cubicBezTo>
                    <a:pt x="1339" y="42"/>
                    <a:pt x="1200" y="126"/>
                    <a:pt x="1130" y="30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92" name="Google Shape;1792;p56"/>
            <p:cNvSpPr/>
            <p:nvPr/>
          </p:nvSpPr>
          <p:spPr>
            <a:xfrm>
              <a:off x="5636375" y="2627150"/>
              <a:ext cx="79550" cy="94550"/>
            </a:xfrm>
            <a:custGeom>
              <a:avLst/>
              <a:gdLst/>
              <a:ahLst/>
              <a:cxnLst/>
              <a:rect l="l" t="t" r="r" b="b"/>
              <a:pathLst>
                <a:path w="3182" h="3782" extrusionOk="0">
                  <a:moveTo>
                    <a:pt x="15" y="2846"/>
                  </a:moveTo>
                  <a:cubicBezTo>
                    <a:pt x="1" y="3070"/>
                    <a:pt x="224" y="3153"/>
                    <a:pt x="294" y="3335"/>
                  </a:cubicBezTo>
                  <a:cubicBezTo>
                    <a:pt x="350" y="3474"/>
                    <a:pt x="405" y="3600"/>
                    <a:pt x="475" y="3739"/>
                  </a:cubicBezTo>
                  <a:cubicBezTo>
                    <a:pt x="489" y="3767"/>
                    <a:pt x="559" y="3781"/>
                    <a:pt x="587" y="3767"/>
                  </a:cubicBezTo>
                  <a:cubicBezTo>
                    <a:pt x="754" y="3669"/>
                    <a:pt x="908" y="3558"/>
                    <a:pt x="1047" y="3432"/>
                  </a:cubicBezTo>
                  <a:cubicBezTo>
                    <a:pt x="1103" y="3404"/>
                    <a:pt x="1103" y="3279"/>
                    <a:pt x="1047" y="3251"/>
                  </a:cubicBezTo>
                  <a:cubicBezTo>
                    <a:pt x="894" y="3153"/>
                    <a:pt x="712" y="3056"/>
                    <a:pt x="559" y="2944"/>
                  </a:cubicBezTo>
                  <a:cubicBezTo>
                    <a:pt x="545" y="2944"/>
                    <a:pt x="545" y="2874"/>
                    <a:pt x="559" y="2874"/>
                  </a:cubicBezTo>
                  <a:cubicBezTo>
                    <a:pt x="642" y="2846"/>
                    <a:pt x="754" y="2833"/>
                    <a:pt x="824" y="2777"/>
                  </a:cubicBezTo>
                  <a:cubicBezTo>
                    <a:pt x="1103" y="2581"/>
                    <a:pt x="1354" y="2637"/>
                    <a:pt x="1605" y="2846"/>
                  </a:cubicBezTo>
                  <a:cubicBezTo>
                    <a:pt x="1730" y="2944"/>
                    <a:pt x="1884" y="3014"/>
                    <a:pt x="2051" y="3042"/>
                  </a:cubicBezTo>
                  <a:cubicBezTo>
                    <a:pt x="2107" y="3042"/>
                    <a:pt x="2163" y="3014"/>
                    <a:pt x="2163" y="2972"/>
                  </a:cubicBezTo>
                  <a:cubicBezTo>
                    <a:pt x="2191" y="2833"/>
                    <a:pt x="2205" y="2693"/>
                    <a:pt x="2247" y="2554"/>
                  </a:cubicBezTo>
                  <a:cubicBezTo>
                    <a:pt x="2302" y="2372"/>
                    <a:pt x="2386" y="2247"/>
                    <a:pt x="2553" y="2205"/>
                  </a:cubicBezTo>
                  <a:cubicBezTo>
                    <a:pt x="2721" y="2149"/>
                    <a:pt x="2874" y="2079"/>
                    <a:pt x="3014" y="1996"/>
                  </a:cubicBezTo>
                  <a:cubicBezTo>
                    <a:pt x="3153" y="1926"/>
                    <a:pt x="3181" y="1745"/>
                    <a:pt x="3097" y="1619"/>
                  </a:cubicBezTo>
                  <a:cubicBezTo>
                    <a:pt x="3028" y="1521"/>
                    <a:pt x="2958" y="1438"/>
                    <a:pt x="2888" y="1326"/>
                  </a:cubicBezTo>
                  <a:cubicBezTo>
                    <a:pt x="2818" y="1270"/>
                    <a:pt x="2791" y="1187"/>
                    <a:pt x="2749" y="1103"/>
                  </a:cubicBezTo>
                  <a:cubicBezTo>
                    <a:pt x="2693" y="977"/>
                    <a:pt x="2665" y="963"/>
                    <a:pt x="2595" y="1019"/>
                  </a:cubicBezTo>
                  <a:cubicBezTo>
                    <a:pt x="2372" y="1173"/>
                    <a:pt x="2163" y="1159"/>
                    <a:pt x="1912" y="1047"/>
                  </a:cubicBezTo>
                  <a:cubicBezTo>
                    <a:pt x="1605" y="908"/>
                    <a:pt x="1340" y="698"/>
                    <a:pt x="1117" y="461"/>
                  </a:cubicBezTo>
                  <a:cubicBezTo>
                    <a:pt x="949" y="280"/>
                    <a:pt x="768" y="140"/>
                    <a:pt x="531" y="43"/>
                  </a:cubicBezTo>
                  <a:cubicBezTo>
                    <a:pt x="461" y="1"/>
                    <a:pt x="391" y="15"/>
                    <a:pt x="350" y="71"/>
                  </a:cubicBezTo>
                  <a:cubicBezTo>
                    <a:pt x="280" y="126"/>
                    <a:pt x="280" y="196"/>
                    <a:pt x="294" y="266"/>
                  </a:cubicBezTo>
                  <a:cubicBezTo>
                    <a:pt x="322" y="378"/>
                    <a:pt x="377" y="489"/>
                    <a:pt x="433" y="601"/>
                  </a:cubicBezTo>
                  <a:cubicBezTo>
                    <a:pt x="461" y="698"/>
                    <a:pt x="517" y="824"/>
                    <a:pt x="531" y="936"/>
                  </a:cubicBezTo>
                  <a:cubicBezTo>
                    <a:pt x="573" y="1256"/>
                    <a:pt x="573" y="1591"/>
                    <a:pt x="587" y="1926"/>
                  </a:cubicBezTo>
                  <a:cubicBezTo>
                    <a:pt x="587" y="1954"/>
                    <a:pt x="517" y="1996"/>
                    <a:pt x="489" y="2010"/>
                  </a:cubicBezTo>
                  <a:cubicBezTo>
                    <a:pt x="447" y="2023"/>
                    <a:pt x="391" y="2010"/>
                    <a:pt x="350" y="2023"/>
                  </a:cubicBezTo>
                  <a:cubicBezTo>
                    <a:pt x="210" y="2051"/>
                    <a:pt x="210" y="2051"/>
                    <a:pt x="210" y="2205"/>
                  </a:cubicBezTo>
                  <a:cubicBezTo>
                    <a:pt x="210" y="2261"/>
                    <a:pt x="224" y="2302"/>
                    <a:pt x="210" y="2344"/>
                  </a:cubicBezTo>
                  <a:cubicBezTo>
                    <a:pt x="168" y="2554"/>
                    <a:pt x="29" y="2651"/>
                    <a:pt x="15" y="28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93" name="Google Shape;1793;p56"/>
            <p:cNvSpPr/>
            <p:nvPr/>
          </p:nvSpPr>
          <p:spPr>
            <a:xfrm>
              <a:off x="2628725" y="1681450"/>
              <a:ext cx="64525" cy="89300"/>
            </a:xfrm>
            <a:custGeom>
              <a:avLst/>
              <a:gdLst/>
              <a:ahLst/>
              <a:cxnLst/>
              <a:rect l="l" t="t" r="r" b="b"/>
              <a:pathLst>
                <a:path w="2581" h="3572" extrusionOk="0">
                  <a:moveTo>
                    <a:pt x="265" y="2023"/>
                  </a:moveTo>
                  <a:cubicBezTo>
                    <a:pt x="405" y="2037"/>
                    <a:pt x="516" y="2051"/>
                    <a:pt x="642" y="2120"/>
                  </a:cubicBezTo>
                  <a:lnTo>
                    <a:pt x="642" y="2148"/>
                  </a:lnTo>
                  <a:cubicBezTo>
                    <a:pt x="642" y="2148"/>
                    <a:pt x="656" y="2148"/>
                    <a:pt x="656" y="2120"/>
                  </a:cubicBezTo>
                  <a:cubicBezTo>
                    <a:pt x="725" y="2176"/>
                    <a:pt x="781" y="2246"/>
                    <a:pt x="851" y="2302"/>
                  </a:cubicBezTo>
                  <a:cubicBezTo>
                    <a:pt x="1144" y="2525"/>
                    <a:pt x="1311" y="2776"/>
                    <a:pt x="1116" y="3153"/>
                  </a:cubicBezTo>
                  <a:cubicBezTo>
                    <a:pt x="1060" y="3264"/>
                    <a:pt x="1116" y="3376"/>
                    <a:pt x="1214" y="3474"/>
                  </a:cubicBezTo>
                  <a:cubicBezTo>
                    <a:pt x="1339" y="3571"/>
                    <a:pt x="1520" y="3571"/>
                    <a:pt x="1618" y="3501"/>
                  </a:cubicBezTo>
                  <a:cubicBezTo>
                    <a:pt x="1813" y="3376"/>
                    <a:pt x="1939" y="3222"/>
                    <a:pt x="1967" y="2999"/>
                  </a:cubicBezTo>
                  <a:cubicBezTo>
                    <a:pt x="2023" y="2720"/>
                    <a:pt x="2106" y="2455"/>
                    <a:pt x="2357" y="2246"/>
                  </a:cubicBezTo>
                  <a:cubicBezTo>
                    <a:pt x="2427" y="2190"/>
                    <a:pt x="2455" y="2093"/>
                    <a:pt x="2497" y="2009"/>
                  </a:cubicBezTo>
                  <a:cubicBezTo>
                    <a:pt x="2567" y="1814"/>
                    <a:pt x="2581" y="1632"/>
                    <a:pt x="2427" y="1479"/>
                  </a:cubicBezTo>
                  <a:cubicBezTo>
                    <a:pt x="2357" y="1409"/>
                    <a:pt x="2302" y="1339"/>
                    <a:pt x="2357" y="1242"/>
                  </a:cubicBezTo>
                  <a:cubicBezTo>
                    <a:pt x="2371" y="1200"/>
                    <a:pt x="2371" y="1144"/>
                    <a:pt x="2371" y="1102"/>
                  </a:cubicBezTo>
                  <a:cubicBezTo>
                    <a:pt x="2371" y="767"/>
                    <a:pt x="2246" y="642"/>
                    <a:pt x="1939" y="767"/>
                  </a:cubicBezTo>
                  <a:cubicBezTo>
                    <a:pt x="1883" y="781"/>
                    <a:pt x="1841" y="795"/>
                    <a:pt x="1799" y="823"/>
                  </a:cubicBezTo>
                  <a:lnTo>
                    <a:pt x="1799" y="837"/>
                  </a:lnTo>
                  <a:cubicBezTo>
                    <a:pt x="1799" y="893"/>
                    <a:pt x="1799" y="907"/>
                    <a:pt x="1758" y="851"/>
                  </a:cubicBezTo>
                  <a:cubicBezTo>
                    <a:pt x="1772" y="837"/>
                    <a:pt x="1799" y="837"/>
                    <a:pt x="1799" y="823"/>
                  </a:cubicBezTo>
                  <a:cubicBezTo>
                    <a:pt x="1813" y="684"/>
                    <a:pt x="1827" y="544"/>
                    <a:pt x="1827" y="405"/>
                  </a:cubicBezTo>
                  <a:cubicBezTo>
                    <a:pt x="1827" y="168"/>
                    <a:pt x="1632" y="0"/>
                    <a:pt x="1409" y="0"/>
                  </a:cubicBezTo>
                  <a:cubicBezTo>
                    <a:pt x="1269" y="0"/>
                    <a:pt x="1130" y="28"/>
                    <a:pt x="990" y="0"/>
                  </a:cubicBezTo>
                  <a:cubicBezTo>
                    <a:pt x="963" y="0"/>
                    <a:pt x="907" y="28"/>
                    <a:pt x="865" y="70"/>
                  </a:cubicBezTo>
                  <a:cubicBezTo>
                    <a:pt x="725" y="210"/>
                    <a:pt x="586" y="335"/>
                    <a:pt x="656" y="558"/>
                  </a:cubicBezTo>
                  <a:cubicBezTo>
                    <a:pt x="684" y="614"/>
                    <a:pt x="642" y="698"/>
                    <a:pt x="628" y="754"/>
                  </a:cubicBezTo>
                  <a:cubicBezTo>
                    <a:pt x="586" y="893"/>
                    <a:pt x="586" y="907"/>
                    <a:pt x="767" y="991"/>
                  </a:cubicBezTo>
                  <a:lnTo>
                    <a:pt x="767" y="977"/>
                  </a:lnTo>
                  <a:cubicBezTo>
                    <a:pt x="781" y="977"/>
                    <a:pt x="781" y="977"/>
                    <a:pt x="781" y="963"/>
                  </a:cubicBezTo>
                  <a:cubicBezTo>
                    <a:pt x="781" y="935"/>
                    <a:pt x="795" y="921"/>
                    <a:pt x="795" y="921"/>
                  </a:cubicBezTo>
                  <a:cubicBezTo>
                    <a:pt x="837" y="921"/>
                    <a:pt x="837" y="935"/>
                    <a:pt x="781" y="963"/>
                  </a:cubicBezTo>
                  <a:lnTo>
                    <a:pt x="781" y="991"/>
                  </a:lnTo>
                  <a:lnTo>
                    <a:pt x="767" y="991"/>
                  </a:lnTo>
                  <a:cubicBezTo>
                    <a:pt x="781" y="1074"/>
                    <a:pt x="795" y="1172"/>
                    <a:pt x="795" y="1270"/>
                  </a:cubicBezTo>
                  <a:cubicBezTo>
                    <a:pt x="795" y="1339"/>
                    <a:pt x="767" y="1409"/>
                    <a:pt x="753" y="1479"/>
                  </a:cubicBezTo>
                  <a:cubicBezTo>
                    <a:pt x="711" y="1563"/>
                    <a:pt x="642" y="1604"/>
                    <a:pt x="586" y="1563"/>
                  </a:cubicBezTo>
                  <a:cubicBezTo>
                    <a:pt x="502" y="1535"/>
                    <a:pt x="432" y="1479"/>
                    <a:pt x="349" y="1423"/>
                  </a:cubicBezTo>
                  <a:cubicBezTo>
                    <a:pt x="279" y="1395"/>
                    <a:pt x="209" y="1423"/>
                    <a:pt x="154" y="1479"/>
                  </a:cubicBezTo>
                  <a:cubicBezTo>
                    <a:pt x="98" y="1535"/>
                    <a:pt x="70" y="1590"/>
                    <a:pt x="28" y="1660"/>
                  </a:cubicBezTo>
                  <a:cubicBezTo>
                    <a:pt x="0" y="1828"/>
                    <a:pt x="70" y="1981"/>
                    <a:pt x="265" y="20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94" name="Google Shape;1794;p56"/>
            <p:cNvSpPr/>
            <p:nvPr/>
          </p:nvSpPr>
          <p:spPr>
            <a:xfrm>
              <a:off x="5238150" y="3558925"/>
              <a:ext cx="145800" cy="46050"/>
            </a:xfrm>
            <a:custGeom>
              <a:avLst/>
              <a:gdLst/>
              <a:ahLst/>
              <a:cxnLst/>
              <a:rect l="l" t="t" r="r" b="b"/>
              <a:pathLst>
                <a:path w="5832" h="1842" extrusionOk="0">
                  <a:moveTo>
                    <a:pt x="4032" y="1605"/>
                  </a:moveTo>
                  <a:cubicBezTo>
                    <a:pt x="4339" y="1577"/>
                    <a:pt x="4618" y="1633"/>
                    <a:pt x="4855" y="1772"/>
                  </a:cubicBezTo>
                  <a:cubicBezTo>
                    <a:pt x="4980" y="1842"/>
                    <a:pt x="5078" y="1828"/>
                    <a:pt x="5189" y="1716"/>
                  </a:cubicBezTo>
                  <a:cubicBezTo>
                    <a:pt x="5245" y="1674"/>
                    <a:pt x="5315" y="1674"/>
                    <a:pt x="5385" y="1688"/>
                  </a:cubicBezTo>
                  <a:cubicBezTo>
                    <a:pt x="5468" y="1702"/>
                    <a:pt x="5566" y="1716"/>
                    <a:pt x="5664" y="1744"/>
                  </a:cubicBezTo>
                  <a:cubicBezTo>
                    <a:pt x="5747" y="1744"/>
                    <a:pt x="5831" y="1633"/>
                    <a:pt x="5831" y="1549"/>
                  </a:cubicBezTo>
                  <a:cubicBezTo>
                    <a:pt x="5831" y="1493"/>
                    <a:pt x="5761" y="1396"/>
                    <a:pt x="5706" y="1396"/>
                  </a:cubicBezTo>
                  <a:cubicBezTo>
                    <a:pt x="5454" y="1396"/>
                    <a:pt x="5189" y="1354"/>
                    <a:pt x="4994" y="1158"/>
                  </a:cubicBezTo>
                  <a:cubicBezTo>
                    <a:pt x="4966" y="1130"/>
                    <a:pt x="4910" y="1144"/>
                    <a:pt x="4855" y="1144"/>
                  </a:cubicBezTo>
                  <a:cubicBezTo>
                    <a:pt x="4771" y="1144"/>
                    <a:pt x="4659" y="1144"/>
                    <a:pt x="4576" y="1130"/>
                  </a:cubicBezTo>
                  <a:cubicBezTo>
                    <a:pt x="4506" y="1130"/>
                    <a:pt x="4436" y="1089"/>
                    <a:pt x="4408" y="1019"/>
                  </a:cubicBezTo>
                  <a:cubicBezTo>
                    <a:pt x="4366" y="977"/>
                    <a:pt x="4436" y="921"/>
                    <a:pt x="4548" y="893"/>
                  </a:cubicBezTo>
                  <a:cubicBezTo>
                    <a:pt x="4590" y="879"/>
                    <a:pt x="4631" y="879"/>
                    <a:pt x="4687" y="879"/>
                  </a:cubicBezTo>
                  <a:cubicBezTo>
                    <a:pt x="4757" y="865"/>
                    <a:pt x="4841" y="852"/>
                    <a:pt x="4841" y="782"/>
                  </a:cubicBezTo>
                  <a:cubicBezTo>
                    <a:pt x="4841" y="740"/>
                    <a:pt x="4715" y="684"/>
                    <a:pt x="4659" y="684"/>
                  </a:cubicBezTo>
                  <a:cubicBezTo>
                    <a:pt x="4380" y="670"/>
                    <a:pt x="4087" y="656"/>
                    <a:pt x="3809" y="545"/>
                  </a:cubicBezTo>
                  <a:cubicBezTo>
                    <a:pt x="3669" y="503"/>
                    <a:pt x="3530" y="461"/>
                    <a:pt x="3404" y="391"/>
                  </a:cubicBezTo>
                  <a:cubicBezTo>
                    <a:pt x="3195" y="294"/>
                    <a:pt x="3041" y="308"/>
                    <a:pt x="2916" y="517"/>
                  </a:cubicBezTo>
                  <a:cubicBezTo>
                    <a:pt x="2874" y="600"/>
                    <a:pt x="2762" y="628"/>
                    <a:pt x="2665" y="628"/>
                  </a:cubicBezTo>
                  <a:cubicBezTo>
                    <a:pt x="2539" y="628"/>
                    <a:pt x="2414" y="586"/>
                    <a:pt x="2316" y="586"/>
                  </a:cubicBezTo>
                  <a:cubicBezTo>
                    <a:pt x="2079" y="573"/>
                    <a:pt x="1912" y="531"/>
                    <a:pt x="1758" y="349"/>
                  </a:cubicBezTo>
                  <a:cubicBezTo>
                    <a:pt x="1577" y="126"/>
                    <a:pt x="1284" y="84"/>
                    <a:pt x="1019" y="84"/>
                  </a:cubicBezTo>
                  <a:cubicBezTo>
                    <a:pt x="754" y="84"/>
                    <a:pt x="517" y="15"/>
                    <a:pt x="252" y="1"/>
                  </a:cubicBezTo>
                  <a:cubicBezTo>
                    <a:pt x="238" y="182"/>
                    <a:pt x="126" y="349"/>
                    <a:pt x="42" y="503"/>
                  </a:cubicBezTo>
                  <a:cubicBezTo>
                    <a:pt x="1" y="573"/>
                    <a:pt x="42" y="656"/>
                    <a:pt x="112" y="670"/>
                  </a:cubicBezTo>
                  <a:cubicBezTo>
                    <a:pt x="266" y="726"/>
                    <a:pt x="447" y="740"/>
                    <a:pt x="531" y="921"/>
                  </a:cubicBezTo>
                  <a:cubicBezTo>
                    <a:pt x="586" y="1005"/>
                    <a:pt x="684" y="1047"/>
                    <a:pt x="768" y="1047"/>
                  </a:cubicBezTo>
                  <a:cubicBezTo>
                    <a:pt x="963" y="1061"/>
                    <a:pt x="1158" y="1089"/>
                    <a:pt x="1340" y="1172"/>
                  </a:cubicBezTo>
                  <a:cubicBezTo>
                    <a:pt x="1451" y="1242"/>
                    <a:pt x="1591" y="1242"/>
                    <a:pt x="1744" y="1228"/>
                  </a:cubicBezTo>
                  <a:cubicBezTo>
                    <a:pt x="2065" y="1200"/>
                    <a:pt x="2386" y="1228"/>
                    <a:pt x="2665" y="1368"/>
                  </a:cubicBezTo>
                  <a:cubicBezTo>
                    <a:pt x="2944" y="1521"/>
                    <a:pt x="3251" y="1563"/>
                    <a:pt x="3571" y="1577"/>
                  </a:cubicBezTo>
                  <a:cubicBezTo>
                    <a:pt x="3711" y="1577"/>
                    <a:pt x="3864" y="1605"/>
                    <a:pt x="4032" y="16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95" name="Google Shape;1795;p56"/>
            <p:cNvSpPr/>
            <p:nvPr/>
          </p:nvSpPr>
          <p:spPr>
            <a:xfrm>
              <a:off x="5439700" y="3171850"/>
              <a:ext cx="71175" cy="110225"/>
            </a:xfrm>
            <a:custGeom>
              <a:avLst/>
              <a:gdLst/>
              <a:ahLst/>
              <a:cxnLst/>
              <a:rect l="l" t="t" r="r" b="b"/>
              <a:pathLst>
                <a:path w="2847" h="4409" extrusionOk="0">
                  <a:moveTo>
                    <a:pt x="1242" y="154"/>
                  </a:moveTo>
                  <a:cubicBezTo>
                    <a:pt x="1061" y="168"/>
                    <a:pt x="908" y="154"/>
                    <a:pt x="754" y="98"/>
                  </a:cubicBezTo>
                  <a:cubicBezTo>
                    <a:pt x="503" y="1"/>
                    <a:pt x="391" y="168"/>
                    <a:pt x="322" y="349"/>
                  </a:cubicBezTo>
                  <a:cubicBezTo>
                    <a:pt x="280" y="433"/>
                    <a:pt x="266" y="531"/>
                    <a:pt x="252" y="628"/>
                  </a:cubicBezTo>
                  <a:cubicBezTo>
                    <a:pt x="210" y="879"/>
                    <a:pt x="182" y="1144"/>
                    <a:pt x="182" y="1409"/>
                  </a:cubicBezTo>
                  <a:cubicBezTo>
                    <a:pt x="182" y="1507"/>
                    <a:pt x="126" y="1577"/>
                    <a:pt x="57" y="1647"/>
                  </a:cubicBezTo>
                  <a:cubicBezTo>
                    <a:pt x="15" y="1688"/>
                    <a:pt x="1" y="1744"/>
                    <a:pt x="1" y="1772"/>
                  </a:cubicBezTo>
                  <a:cubicBezTo>
                    <a:pt x="57" y="1995"/>
                    <a:pt x="112" y="2246"/>
                    <a:pt x="196" y="2470"/>
                  </a:cubicBezTo>
                  <a:cubicBezTo>
                    <a:pt x="266" y="2609"/>
                    <a:pt x="350" y="2763"/>
                    <a:pt x="545" y="2804"/>
                  </a:cubicBezTo>
                  <a:lnTo>
                    <a:pt x="545" y="2804"/>
                  </a:lnTo>
                  <a:cubicBezTo>
                    <a:pt x="545" y="2749"/>
                    <a:pt x="559" y="2749"/>
                    <a:pt x="573" y="2790"/>
                  </a:cubicBezTo>
                  <a:cubicBezTo>
                    <a:pt x="559" y="2790"/>
                    <a:pt x="559" y="2804"/>
                    <a:pt x="545" y="2804"/>
                  </a:cubicBezTo>
                  <a:lnTo>
                    <a:pt x="545" y="2804"/>
                  </a:lnTo>
                  <a:cubicBezTo>
                    <a:pt x="531" y="3028"/>
                    <a:pt x="601" y="3181"/>
                    <a:pt x="824" y="3279"/>
                  </a:cubicBezTo>
                  <a:cubicBezTo>
                    <a:pt x="880" y="3293"/>
                    <a:pt x="921" y="3348"/>
                    <a:pt x="977" y="3376"/>
                  </a:cubicBezTo>
                  <a:lnTo>
                    <a:pt x="991" y="3390"/>
                  </a:lnTo>
                  <a:lnTo>
                    <a:pt x="991" y="3390"/>
                  </a:lnTo>
                  <a:lnTo>
                    <a:pt x="977" y="3376"/>
                  </a:lnTo>
                  <a:cubicBezTo>
                    <a:pt x="1061" y="3320"/>
                    <a:pt x="1173" y="3279"/>
                    <a:pt x="1256" y="3223"/>
                  </a:cubicBezTo>
                  <a:cubicBezTo>
                    <a:pt x="1326" y="3181"/>
                    <a:pt x="1382" y="3209"/>
                    <a:pt x="1438" y="3237"/>
                  </a:cubicBezTo>
                  <a:cubicBezTo>
                    <a:pt x="1479" y="3279"/>
                    <a:pt x="1521" y="3320"/>
                    <a:pt x="1549" y="3362"/>
                  </a:cubicBezTo>
                  <a:cubicBezTo>
                    <a:pt x="1717" y="3432"/>
                    <a:pt x="1856" y="3502"/>
                    <a:pt x="2009" y="3362"/>
                  </a:cubicBezTo>
                  <a:lnTo>
                    <a:pt x="1968" y="3348"/>
                  </a:lnTo>
                  <a:lnTo>
                    <a:pt x="2023" y="3348"/>
                  </a:lnTo>
                  <a:lnTo>
                    <a:pt x="2009" y="3362"/>
                  </a:lnTo>
                  <a:lnTo>
                    <a:pt x="2009" y="3362"/>
                  </a:lnTo>
                  <a:cubicBezTo>
                    <a:pt x="2065" y="3390"/>
                    <a:pt x="2163" y="3432"/>
                    <a:pt x="2163" y="3502"/>
                  </a:cubicBezTo>
                  <a:cubicBezTo>
                    <a:pt x="2205" y="3669"/>
                    <a:pt x="2274" y="3795"/>
                    <a:pt x="2442" y="3850"/>
                  </a:cubicBezTo>
                  <a:cubicBezTo>
                    <a:pt x="2512" y="3864"/>
                    <a:pt x="2512" y="3934"/>
                    <a:pt x="2428" y="4004"/>
                  </a:cubicBezTo>
                  <a:cubicBezTo>
                    <a:pt x="2233" y="4185"/>
                    <a:pt x="2233" y="4255"/>
                    <a:pt x="2456" y="4339"/>
                  </a:cubicBezTo>
                  <a:cubicBezTo>
                    <a:pt x="2526" y="4367"/>
                    <a:pt x="2595" y="4408"/>
                    <a:pt x="2665" y="4408"/>
                  </a:cubicBezTo>
                  <a:cubicBezTo>
                    <a:pt x="2707" y="4408"/>
                    <a:pt x="2791" y="4367"/>
                    <a:pt x="2791" y="4353"/>
                  </a:cubicBezTo>
                  <a:cubicBezTo>
                    <a:pt x="2777" y="4185"/>
                    <a:pt x="2846" y="4018"/>
                    <a:pt x="2846" y="3864"/>
                  </a:cubicBezTo>
                  <a:cubicBezTo>
                    <a:pt x="2846" y="3809"/>
                    <a:pt x="2805" y="3725"/>
                    <a:pt x="2763" y="3669"/>
                  </a:cubicBezTo>
                  <a:cubicBezTo>
                    <a:pt x="2665" y="3585"/>
                    <a:pt x="2567" y="3516"/>
                    <a:pt x="2553" y="3390"/>
                  </a:cubicBezTo>
                  <a:cubicBezTo>
                    <a:pt x="2526" y="3167"/>
                    <a:pt x="2386" y="3069"/>
                    <a:pt x="2205" y="3000"/>
                  </a:cubicBezTo>
                  <a:cubicBezTo>
                    <a:pt x="2107" y="2958"/>
                    <a:pt x="2037" y="2874"/>
                    <a:pt x="1968" y="2818"/>
                  </a:cubicBezTo>
                  <a:cubicBezTo>
                    <a:pt x="1884" y="2763"/>
                    <a:pt x="1800" y="2749"/>
                    <a:pt x="1689" y="2790"/>
                  </a:cubicBezTo>
                  <a:cubicBezTo>
                    <a:pt x="1647" y="2804"/>
                    <a:pt x="1605" y="2818"/>
                    <a:pt x="1549" y="2832"/>
                  </a:cubicBezTo>
                  <a:cubicBezTo>
                    <a:pt x="1535" y="2832"/>
                    <a:pt x="1507" y="2860"/>
                    <a:pt x="1479" y="2860"/>
                  </a:cubicBezTo>
                  <a:cubicBezTo>
                    <a:pt x="1438" y="2860"/>
                    <a:pt x="1396" y="2832"/>
                    <a:pt x="1340" y="2818"/>
                  </a:cubicBezTo>
                  <a:cubicBezTo>
                    <a:pt x="1298" y="2804"/>
                    <a:pt x="1298" y="2735"/>
                    <a:pt x="1340" y="2623"/>
                  </a:cubicBezTo>
                  <a:cubicBezTo>
                    <a:pt x="1465" y="2414"/>
                    <a:pt x="1465" y="2414"/>
                    <a:pt x="1256" y="2386"/>
                  </a:cubicBezTo>
                  <a:cubicBezTo>
                    <a:pt x="1173" y="2372"/>
                    <a:pt x="1117" y="2330"/>
                    <a:pt x="1117" y="2260"/>
                  </a:cubicBezTo>
                  <a:cubicBezTo>
                    <a:pt x="1117" y="2121"/>
                    <a:pt x="1131" y="1967"/>
                    <a:pt x="1228" y="1856"/>
                  </a:cubicBezTo>
                  <a:cubicBezTo>
                    <a:pt x="1256" y="1814"/>
                    <a:pt x="1326" y="1758"/>
                    <a:pt x="1368" y="1702"/>
                  </a:cubicBezTo>
                  <a:cubicBezTo>
                    <a:pt x="1535" y="1423"/>
                    <a:pt x="1619" y="1131"/>
                    <a:pt x="1465" y="838"/>
                  </a:cubicBezTo>
                  <a:cubicBezTo>
                    <a:pt x="1368" y="656"/>
                    <a:pt x="1326" y="489"/>
                    <a:pt x="1368" y="294"/>
                  </a:cubicBezTo>
                  <a:cubicBezTo>
                    <a:pt x="1396" y="182"/>
                    <a:pt x="1326" y="154"/>
                    <a:pt x="1242" y="1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96" name="Google Shape;1796;p56"/>
            <p:cNvSpPr/>
            <p:nvPr/>
          </p:nvSpPr>
          <p:spPr>
            <a:xfrm>
              <a:off x="5716600" y="4201250"/>
              <a:ext cx="56150" cy="70475"/>
            </a:xfrm>
            <a:custGeom>
              <a:avLst/>
              <a:gdLst/>
              <a:ahLst/>
              <a:cxnLst/>
              <a:rect l="l" t="t" r="r" b="b"/>
              <a:pathLst>
                <a:path w="2246" h="2819" extrusionOk="0">
                  <a:moveTo>
                    <a:pt x="2023" y="294"/>
                  </a:moveTo>
                  <a:cubicBezTo>
                    <a:pt x="1799" y="350"/>
                    <a:pt x="1548" y="364"/>
                    <a:pt x="1325" y="433"/>
                  </a:cubicBezTo>
                  <a:cubicBezTo>
                    <a:pt x="1116" y="503"/>
                    <a:pt x="962" y="433"/>
                    <a:pt x="795" y="308"/>
                  </a:cubicBezTo>
                  <a:cubicBezTo>
                    <a:pt x="697" y="224"/>
                    <a:pt x="572" y="127"/>
                    <a:pt x="474" y="57"/>
                  </a:cubicBezTo>
                  <a:cubicBezTo>
                    <a:pt x="419" y="15"/>
                    <a:pt x="335" y="15"/>
                    <a:pt x="279" y="1"/>
                  </a:cubicBezTo>
                  <a:cubicBezTo>
                    <a:pt x="209" y="1"/>
                    <a:pt x="126" y="127"/>
                    <a:pt x="126" y="210"/>
                  </a:cubicBezTo>
                  <a:cubicBezTo>
                    <a:pt x="126" y="266"/>
                    <a:pt x="98" y="294"/>
                    <a:pt x="98" y="350"/>
                  </a:cubicBezTo>
                  <a:cubicBezTo>
                    <a:pt x="84" y="768"/>
                    <a:pt x="167" y="1201"/>
                    <a:pt x="0" y="1619"/>
                  </a:cubicBezTo>
                  <a:lnTo>
                    <a:pt x="0" y="1814"/>
                  </a:lnTo>
                  <a:cubicBezTo>
                    <a:pt x="14" y="1940"/>
                    <a:pt x="70" y="2163"/>
                    <a:pt x="98" y="2400"/>
                  </a:cubicBezTo>
                  <a:cubicBezTo>
                    <a:pt x="140" y="2665"/>
                    <a:pt x="335" y="2749"/>
                    <a:pt x="544" y="2805"/>
                  </a:cubicBezTo>
                  <a:cubicBezTo>
                    <a:pt x="572" y="2819"/>
                    <a:pt x="642" y="2819"/>
                    <a:pt x="684" y="2791"/>
                  </a:cubicBezTo>
                  <a:cubicBezTo>
                    <a:pt x="781" y="2721"/>
                    <a:pt x="865" y="2651"/>
                    <a:pt x="962" y="2568"/>
                  </a:cubicBezTo>
                  <a:cubicBezTo>
                    <a:pt x="1060" y="2442"/>
                    <a:pt x="1186" y="2400"/>
                    <a:pt x="1339" y="2428"/>
                  </a:cubicBezTo>
                  <a:cubicBezTo>
                    <a:pt x="1437" y="2442"/>
                    <a:pt x="1534" y="2372"/>
                    <a:pt x="1562" y="2289"/>
                  </a:cubicBezTo>
                  <a:cubicBezTo>
                    <a:pt x="1660" y="1982"/>
                    <a:pt x="1744" y="1689"/>
                    <a:pt x="1981" y="1466"/>
                  </a:cubicBezTo>
                  <a:cubicBezTo>
                    <a:pt x="2023" y="1424"/>
                    <a:pt x="2023" y="1382"/>
                    <a:pt x="2037" y="1326"/>
                  </a:cubicBezTo>
                  <a:cubicBezTo>
                    <a:pt x="2106" y="1103"/>
                    <a:pt x="2162" y="880"/>
                    <a:pt x="2232" y="629"/>
                  </a:cubicBezTo>
                  <a:cubicBezTo>
                    <a:pt x="2246" y="573"/>
                    <a:pt x="2246" y="545"/>
                    <a:pt x="2246" y="489"/>
                  </a:cubicBezTo>
                  <a:cubicBezTo>
                    <a:pt x="2246" y="392"/>
                    <a:pt x="2134" y="280"/>
                    <a:pt x="2023" y="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97" name="Google Shape;1797;p56"/>
            <p:cNvSpPr/>
            <p:nvPr/>
          </p:nvSpPr>
          <p:spPr>
            <a:xfrm>
              <a:off x="2425425" y="3104550"/>
              <a:ext cx="154500" cy="61050"/>
            </a:xfrm>
            <a:custGeom>
              <a:avLst/>
              <a:gdLst/>
              <a:ahLst/>
              <a:cxnLst/>
              <a:rect l="l" t="t" r="r" b="b"/>
              <a:pathLst>
                <a:path w="6180" h="2442" extrusionOk="0">
                  <a:moveTo>
                    <a:pt x="6068" y="2149"/>
                  </a:moveTo>
                  <a:cubicBezTo>
                    <a:pt x="6165" y="2135"/>
                    <a:pt x="6179" y="1995"/>
                    <a:pt x="6110" y="1898"/>
                  </a:cubicBezTo>
                  <a:cubicBezTo>
                    <a:pt x="6040" y="1828"/>
                    <a:pt x="5984" y="1744"/>
                    <a:pt x="5900" y="1716"/>
                  </a:cubicBezTo>
                  <a:cubicBezTo>
                    <a:pt x="5426" y="1507"/>
                    <a:pt x="4952" y="1242"/>
                    <a:pt x="4464" y="1061"/>
                  </a:cubicBezTo>
                  <a:cubicBezTo>
                    <a:pt x="4310" y="1019"/>
                    <a:pt x="4157" y="935"/>
                    <a:pt x="4017" y="851"/>
                  </a:cubicBezTo>
                  <a:cubicBezTo>
                    <a:pt x="3864" y="754"/>
                    <a:pt x="3682" y="656"/>
                    <a:pt x="3487" y="614"/>
                  </a:cubicBezTo>
                  <a:cubicBezTo>
                    <a:pt x="3404" y="586"/>
                    <a:pt x="3306" y="545"/>
                    <a:pt x="3250" y="475"/>
                  </a:cubicBezTo>
                  <a:cubicBezTo>
                    <a:pt x="3041" y="266"/>
                    <a:pt x="2790" y="210"/>
                    <a:pt x="2539" y="210"/>
                  </a:cubicBezTo>
                  <a:cubicBezTo>
                    <a:pt x="2329" y="210"/>
                    <a:pt x="2162" y="168"/>
                    <a:pt x="1981" y="84"/>
                  </a:cubicBezTo>
                  <a:cubicBezTo>
                    <a:pt x="1869" y="42"/>
                    <a:pt x="1730" y="1"/>
                    <a:pt x="1632" y="42"/>
                  </a:cubicBezTo>
                  <a:cubicBezTo>
                    <a:pt x="1311" y="126"/>
                    <a:pt x="962" y="140"/>
                    <a:pt x="656" y="280"/>
                  </a:cubicBezTo>
                  <a:cubicBezTo>
                    <a:pt x="335" y="419"/>
                    <a:pt x="195" y="698"/>
                    <a:pt x="0" y="921"/>
                  </a:cubicBezTo>
                  <a:cubicBezTo>
                    <a:pt x="0" y="921"/>
                    <a:pt x="42" y="963"/>
                    <a:pt x="56" y="963"/>
                  </a:cubicBezTo>
                  <a:cubicBezTo>
                    <a:pt x="140" y="963"/>
                    <a:pt x="265" y="977"/>
                    <a:pt x="335" y="949"/>
                  </a:cubicBezTo>
                  <a:cubicBezTo>
                    <a:pt x="670" y="754"/>
                    <a:pt x="1074" y="712"/>
                    <a:pt x="1381" y="489"/>
                  </a:cubicBezTo>
                  <a:cubicBezTo>
                    <a:pt x="1451" y="433"/>
                    <a:pt x="1590" y="489"/>
                    <a:pt x="1632" y="559"/>
                  </a:cubicBezTo>
                  <a:cubicBezTo>
                    <a:pt x="1674" y="684"/>
                    <a:pt x="1772" y="754"/>
                    <a:pt x="1883" y="768"/>
                  </a:cubicBezTo>
                  <a:cubicBezTo>
                    <a:pt x="2050" y="810"/>
                    <a:pt x="2218" y="824"/>
                    <a:pt x="2371" y="879"/>
                  </a:cubicBezTo>
                  <a:cubicBezTo>
                    <a:pt x="2497" y="893"/>
                    <a:pt x="2622" y="921"/>
                    <a:pt x="2720" y="977"/>
                  </a:cubicBezTo>
                  <a:cubicBezTo>
                    <a:pt x="2929" y="1103"/>
                    <a:pt x="3166" y="1158"/>
                    <a:pt x="3404" y="1186"/>
                  </a:cubicBezTo>
                  <a:cubicBezTo>
                    <a:pt x="3543" y="1200"/>
                    <a:pt x="3627" y="1270"/>
                    <a:pt x="3682" y="1395"/>
                  </a:cubicBezTo>
                  <a:cubicBezTo>
                    <a:pt x="3794" y="1647"/>
                    <a:pt x="3975" y="1758"/>
                    <a:pt x="4240" y="1800"/>
                  </a:cubicBezTo>
                  <a:cubicBezTo>
                    <a:pt x="4254" y="1800"/>
                    <a:pt x="4282" y="1814"/>
                    <a:pt x="4310" y="1828"/>
                  </a:cubicBezTo>
                  <a:cubicBezTo>
                    <a:pt x="4380" y="1870"/>
                    <a:pt x="4394" y="1926"/>
                    <a:pt x="4366" y="2009"/>
                  </a:cubicBezTo>
                  <a:cubicBezTo>
                    <a:pt x="4352" y="2037"/>
                    <a:pt x="4310" y="2093"/>
                    <a:pt x="4296" y="2135"/>
                  </a:cubicBezTo>
                  <a:cubicBezTo>
                    <a:pt x="4240" y="2232"/>
                    <a:pt x="4282" y="2344"/>
                    <a:pt x="4394" y="2344"/>
                  </a:cubicBezTo>
                  <a:cubicBezTo>
                    <a:pt x="4575" y="2358"/>
                    <a:pt x="4729" y="2344"/>
                    <a:pt x="5022" y="2344"/>
                  </a:cubicBezTo>
                  <a:cubicBezTo>
                    <a:pt x="5301" y="2442"/>
                    <a:pt x="5677" y="2246"/>
                    <a:pt x="6068" y="21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98" name="Google Shape;1798;p56"/>
            <p:cNvSpPr/>
            <p:nvPr/>
          </p:nvSpPr>
          <p:spPr>
            <a:xfrm>
              <a:off x="4622325" y="1693300"/>
              <a:ext cx="61750" cy="72550"/>
            </a:xfrm>
            <a:custGeom>
              <a:avLst/>
              <a:gdLst/>
              <a:ahLst/>
              <a:cxnLst/>
              <a:rect l="l" t="t" r="r" b="b"/>
              <a:pathLst>
                <a:path w="2470" h="2902" extrusionOk="0">
                  <a:moveTo>
                    <a:pt x="377" y="1186"/>
                  </a:moveTo>
                  <a:cubicBezTo>
                    <a:pt x="391" y="1256"/>
                    <a:pt x="391" y="1326"/>
                    <a:pt x="391" y="1298"/>
                  </a:cubicBezTo>
                  <a:cubicBezTo>
                    <a:pt x="377" y="1465"/>
                    <a:pt x="349" y="1549"/>
                    <a:pt x="377" y="1619"/>
                  </a:cubicBezTo>
                  <a:cubicBezTo>
                    <a:pt x="419" y="1884"/>
                    <a:pt x="475" y="2135"/>
                    <a:pt x="544" y="2386"/>
                  </a:cubicBezTo>
                  <a:cubicBezTo>
                    <a:pt x="600" y="2581"/>
                    <a:pt x="670" y="2748"/>
                    <a:pt x="823" y="2874"/>
                  </a:cubicBezTo>
                  <a:cubicBezTo>
                    <a:pt x="865" y="2888"/>
                    <a:pt x="907" y="2902"/>
                    <a:pt x="949" y="2888"/>
                  </a:cubicBezTo>
                  <a:cubicBezTo>
                    <a:pt x="977" y="2874"/>
                    <a:pt x="1032" y="2860"/>
                    <a:pt x="1074" y="2804"/>
                  </a:cubicBezTo>
                  <a:cubicBezTo>
                    <a:pt x="1353" y="2442"/>
                    <a:pt x="1353" y="2442"/>
                    <a:pt x="1855" y="2121"/>
                  </a:cubicBezTo>
                  <a:cubicBezTo>
                    <a:pt x="1995" y="2037"/>
                    <a:pt x="2120" y="1912"/>
                    <a:pt x="2232" y="1786"/>
                  </a:cubicBezTo>
                  <a:cubicBezTo>
                    <a:pt x="2330" y="1702"/>
                    <a:pt x="2372" y="1605"/>
                    <a:pt x="2427" y="1493"/>
                  </a:cubicBezTo>
                  <a:cubicBezTo>
                    <a:pt x="2469" y="1437"/>
                    <a:pt x="2469" y="1354"/>
                    <a:pt x="2441" y="1284"/>
                  </a:cubicBezTo>
                  <a:cubicBezTo>
                    <a:pt x="2413" y="1186"/>
                    <a:pt x="2330" y="1075"/>
                    <a:pt x="2274" y="977"/>
                  </a:cubicBezTo>
                  <a:cubicBezTo>
                    <a:pt x="2204" y="810"/>
                    <a:pt x="2079" y="698"/>
                    <a:pt x="1911" y="656"/>
                  </a:cubicBezTo>
                  <a:cubicBezTo>
                    <a:pt x="1660" y="600"/>
                    <a:pt x="1465" y="447"/>
                    <a:pt x="1256" y="363"/>
                  </a:cubicBezTo>
                  <a:cubicBezTo>
                    <a:pt x="1032" y="280"/>
                    <a:pt x="809" y="224"/>
                    <a:pt x="614" y="70"/>
                  </a:cubicBezTo>
                  <a:cubicBezTo>
                    <a:pt x="544" y="15"/>
                    <a:pt x="447" y="1"/>
                    <a:pt x="335" y="1"/>
                  </a:cubicBezTo>
                  <a:cubicBezTo>
                    <a:pt x="307" y="1"/>
                    <a:pt x="237" y="15"/>
                    <a:pt x="210" y="42"/>
                  </a:cubicBezTo>
                  <a:cubicBezTo>
                    <a:pt x="112" y="252"/>
                    <a:pt x="0" y="489"/>
                    <a:pt x="168" y="726"/>
                  </a:cubicBezTo>
                  <a:cubicBezTo>
                    <a:pt x="251" y="865"/>
                    <a:pt x="321" y="1019"/>
                    <a:pt x="377" y="11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99" name="Google Shape;1799;p56"/>
            <p:cNvSpPr/>
            <p:nvPr/>
          </p:nvSpPr>
          <p:spPr>
            <a:xfrm>
              <a:off x="5481550" y="3311350"/>
              <a:ext cx="71175" cy="68375"/>
            </a:xfrm>
            <a:custGeom>
              <a:avLst/>
              <a:gdLst/>
              <a:ahLst/>
              <a:cxnLst/>
              <a:rect l="l" t="t" r="r" b="b"/>
              <a:pathLst>
                <a:path w="2847" h="2735" extrusionOk="0">
                  <a:moveTo>
                    <a:pt x="2079" y="14"/>
                  </a:moveTo>
                  <a:cubicBezTo>
                    <a:pt x="2065" y="28"/>
                    <a:pt x="2065" y="42"/>
                    <a:pt x="2037" y="84"/>
                  </a:cubicBezTo>
                  <a:cubicBezTo>
                    <a:pt x="2009" y="223"/>
                    <a:pt x="1995" y="377"/>
                    <a:pt x="1912" y="488"/>
                  </a:cubicBezTo>
                  <a:cubicBezTo>
                    <a:pt x="1842" y="600"/>
                    <a:pt x="1702" y="670"/>
                    <a:pt x="1605" y="767"/>
                  </a:cubicBezTo>
                  <a:cubicBezTo>
                    <a:pt x="1549" y="809"/>
                    <a:pt x="1521" y="865"/>
                    <a:pt x="1465" y="921"/>
                  </a:cubicBezTo>
                  <a:cubicBezTo>
                    <a:pt x="1409" y="963"/>
                    <a:pt x="1368" y="1004"/>
                    <a:pt x="1312" y="1060"/>
                  </a:cubicBezTo>
                  <a:cubicBezTo>
                    <a:pt x="1228" y="1130"/>
                    <a:pt x="1186" y="1060"/>
                    <a:pt x="1131" y="1018"/>
                  </a:cubicBezTo>
                  <a:cubicBezTo>
                    <a:pt x="963" y="851"/>
                    <a:pt x="879" y="781"/>
                    <a:pt x="642" y="1004"/>
                  </a:cubicBezTo>
                  <a:cubicBezTo>
                    <a:pt x="531" y="1130"/>
                    <a:pt x="391" y="1214"/>
                    <a:pt x="252" y="1283"/>
                  </a:cubicBezTo>
                  <a:cubicBezTo>
                    <a:pt x="70" y="1353"/>
                    <a:pt x="15" y="1507"/>
                    <a:pt x="1" y="1716"/>
                  </a:cubicBezTo>
                  <a:lnTo>
                    <a:pt x="1" y="1758"/>
                  </a:lnTo>
                  <a:cubicBezTo>
                    <a:pt x="15" y="1799"/>
                    <a:pt x="15" y="1855"/>
                    <a:pt x="56" y="1883"/>
                  </a:cubicBezTo>
                  <a:cubicBezTo>
                    <a:pt x="70" y="1897"/>
                    <a:pt x="140" y="1883"/>
                    <a:pt x="182" y="1841"/>
                  </a:cubicBezTo>
                  <a:cubicBezTo>
                    <a:pt x="252" y="1786"/>
                    <a:pt x="321" y="1716"/>
                    <a:pt x="391" y="1646"/>
                  </a:cubicBezTo>
                  <a:cubicBezTo>
                    <a:pt x="600" y="1660"/>
                    <a:pt x="810" y="1660"/>
                    <a:pt x="1019" y="1604"/>
                  </a:cubicBezTo>
                  <a:cubicBezTo>
                    <a:pt x="1061" y="1576"/>
                    <a:pt x="1228" y="1702"/>
                    <a:pt x="1228" y="1758"/>
                  </a:cubicBezTo>
                  <a:cubicBezTo>
                    <a:pt x="1228" y="1841"/>
                    <a:pt x="1200" y="1953"/>
                    <a:pt x="1228" y="2037"/>
                  </a:cubicBezTo>
                  <a:cubicBezTo>
                    <a:pt x="1242" y="2357"/>
                    <a:pt x="1409" y="2553"/>
                    <a:pt x="1730" y="2664"/>
                  </a:cubicBezTo>
                  <a:cubicBezTo>
                    <a:pt x="1856" y="2692"/>
                    <a:pt x="1953" y="2734"/>
                    <a:pt x="2079" y="2734"/>
                  </a:cubicBezTo>
                  <a:cubicBezTo>
                    <a:pt x="2135" y="2734"/>
                    <a:pt x="2219" y="2678"/>
                    <a:pt x="2246" y="2650"/>
                  </a:cubicBezTo>
                  <a:cubicBezTo>
                    <a:pt x="2316" y="2581"/>
                    <a:pt x="2344" y="2483"/>
                    <a:pt x="2316" y="2385"/>
                  </a:cubicBezTo>
                  <a:cubicBezTo>
                    <a:pt x="2302" y="2246"/>
                    <a:pt x="2177" y="2120"/>
                    <a:pt x="2232" y="1981"/>
                  </a:cubicBezTo>
                  <a:cubicBezTo>
                    <a:pt x="2246" y="1953"/>
                    <a:pt x="2302" y="1911"/>
                    <a:pt x="2344" y="1911"/>
                  </a:cubicBezTo>
                  <a:cubicBezTo>
                    <a:pt x="2372" y="1911"/>
                    <a:pt x="2414" y="1967"/>
                    <a:pt x="2442" y="1995"/>
                  </a:cubicBezTo>
                  <a:cubicBezTo>
                    <a:pt x="2553" y="2134"/>
                    <a:pt x="2553" y="2120"/>
                    <a:pt x="2637" y="2037"/>
                  </a:cubicBezTo>
                  <a:cubicBezTo>
                    <a:pt x="2790" y="1897"/>
                    <a:pt x="2846" y="1744"/>
                    <a:pt x="2790" y="1534"/>
                  </a:cubicBezTo>
                  <a:cubicBezTo>
                    <a:pt x="2721" y="1297"/>
                    <a:pt x="2651" y="1074"/>
                    <a:pt x="2623" y="837"/>
                  </a:cubicBezTo>
                  <a:cubicBezTo>
                    <a:pt x="2595" y="670"/>
                    <a:pt x="2553" y="558"/>
                    <a:pt x="2442" y="446"/>
                  </a:cubicBezTo>
                  <a:cubicBezTo>
                    <a:pt x="2316" y="349"/>
                    <a:pt x="2205" y="223"/>
                    <a:pt x="2163" y="42"/>
                  </a:cubicBezTo>
                  <a:cubicBezTo>
                    <a:pt x="2149" y="14"/>
                    <a:pt x="2107" y="0"/>
                    <a:pt x="2079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00" name="Google Shape;1800;p56"/>
            <p:cNvSpPr/>
            <p:nvPr/>
          </p:nvSpPr>
          <p:spPr>
            <a:xfrm>
              <a:off x="2578500" y="3156500"/>
              <a:ext cx="88950" cy="40150"/>
            </a:xfrm>
            <a:custGeom>
              <a:avLst/>
              <a:gdLst/>
              <a:ahLst/>
              <a:cxnLst/>
              <a:rect l="l" t="t" r="r" b="b"/>
              <a:pathLst>
                <a:path w="3558" h="1606" extrusionOk="0">
                  <a:moveTo>
                    <a:pt x="224" y="1312"/>
                  </a:moveTo>
                  <a:cubicBezTo>
                    <a:pt x="363" y="1312"/>
                    <a:pt x="503" y="1270"/>
                    <a:pt x="642" y="1270"/>
                  </a:cubicBezTo>
                  <a:cubicBezTo>
                    <a:pt x="823" y="1270"/>
                    <a:pt x="977" y="1284"/>
                    <a:pt x="1144" y="1326"/>
                  </a:cubicBezTo>
                  <a:cubicBezTo>
                    <a:pt x="1312" y="1340"/>
                    <a:pt x="1353" y="1521"/>
                    <a:pt x="1479" y="1577"/>
                  </a:cubicBezTo>
                  <a:cubicBezTo>
                    <a:pt x="1521" y="1605"/>
                    <a:pt x="1563" y="1605"/>
                    <a:pt x="1619" y="1577"/>
                  </a:cubicBezTo>
                  <a:cubicBezTo>
                    <a:pt x="1660" y="1563"/>
                    <a:pt x="1702" y="1535"/>
                    <a:pt x="1730" y="1493"/>
                  </a:cubicBezTo>
                  <a:cubicBezTo>
                    <a:pt x="1842" y="1326"/>
                    <a:pt x="1981" y="1228"/>
                    <a:pt x="2218" y="1270"/>
                  </a:cubicBezTo>
                  <a:cubicBezTo>
                    <a:pt x="2288" y="1284"/>
                    <a:pt x="2372" y="1270"/>
                    <a:pt x="2428" y="1256"/>
                  </a:cubicBezTo>
                  <a:cubicBezTo>
                    <a:pt x="2707" y="1103"/>
                    <a:pt x="2985" y="1131"/>
                    <a:pt x="3264" y="1201"/>
                  </a:cubicBezTo>
                  <a:cubicBezTo>
                    <a:pt x="3320" y="1187"/>
                    <a:pt x="3362" y="1201"/>
                    <a:pt x="3404" y="1173"/>
                  </a:cubicBezTo>
                  <a:cubicBezTo>
                    <a:pt x="3460" y="1131"/>
                    <a:pt x="3502" y="1075"/>
                    <a:pt x="3543" y="1005"/>
                  </a:cubicBezTo>
                  <a:cubicBezTo>
                    <a:pt x="3557" y="977"/>
                    <a:pt x="3529" y="908"/>
                    <a:pt x="3488" y="880"/>
                  </a:cubicBezTo>
                  <a:cubicBezTo>
                    <a:pt x="3223" y="726"/>
                    <a:pt x="2985" y="531"/>
                    <a:pt x="2734" y="350"/>
                  </a:cubicBezTo>
                  <a:cubicBezTo>
                    <a:pt x="2665" y="294"/>
                    <a:pt x="2567" y="252"/>
                    <a:pt x="2483" y="238"/>
                  </a:cubicBezTo>
                  <a:cubicBezTo>
                    <a:pt x="2149" y="154"/>
                    <a:pt x="1828" y="85"/>
                    <a:pt x="1493" y="210"/>
                  </a:cubicBezTo>
                  <a:cubicBezTo>
                    <a:pt x="1395" y="238"/>
                    <a:pt x="1270" y="182"/>
                    <a:pt x="1172" y="113"/>
                  </a:cubicBezTo>
                  <a:cubicBezTo>
                    <a:pt x="1130" y="85"/>
                    <a:pt x="1102" y="71"/>
                    <a:pt x="1047" y="43"/>
                  </a:cubicBezTo>
                  <a:cubicBezTo>
                    <a:pt x="963" y="1"/>
                    <a:pt x="837" y="71"/>
                    <a:pt x="754" y="182"/>
                  </a:cubicBezTo>
                  <a:cubicBezTo>
                    <a:pt x="698" y="252"/>
                    <a:pt x="712" y="322"/>
                    <a:pt x="768" y="378"/>
                  </a:cubicBezTo>
                  <a:cubicBezTo>
                    <a:pt x="949" y="489"/>
                    <a:pt x="921" y="657"/>
                    <a:pt x="977" y="810"/>
                  </a:cubicBezTo>
                  <a:cubicBezTo>
                    <a:pt x="991" y="908"/>
                    <a:pt x="977" y="922"/>
                    <a:pt x="851" y="866"/>
                  </a:cubicBezTo>
                  <a:cubicBezTo>
                    <a:pt x="740" y="810"/>
                    <a:pt x="684" y="922"/>
                    <a:pt x="614" y="935"/>
                  </a:cubicBezTo>
                  <a:cubicBezTo>
                    <a:pt x="419" y="977"/>
                    <a:pt x="252" y="991"/>
                    <a:pt x="56" y="1019"/>
                  </a:cubicBezTo>
                  <a:cubicBezTo>
                    <a:pt x="42" y="1019"/>
                    <a:pt x="0" y="1117"/>
                    <a:pt x="0" y="1145"/>
                  </a:cubicBezTo>
                  <a:cubicBezTo>
                    <a:pt x="0" y="1242"/>
                    <a:pt x="112" y="1312"/>
                    <a:pt x="224" y="13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01" name="Google Shape;1801;p56"/>
            <p:cNvSpPr/>
            <p:nvPr/>
          </p:nvSpPr>
          <p:spPr>
            <a:xfrm>
              <a:off x="2769600" y="1971925"/>
              <a:ext cx="46400" cy="44300"/>
            </a:xfrm>
            <a:custGeom>
              <a:avLst/>
              <a:gdLst/>
              <a:ahLst/>
              <a:cxnLst/>
              <a:rect l="l" t="t" r="r" b="b"/>
              <a:pathLst>
                <a:path w="1856" h="1772" extrusionOk="0">
                  <a:moveTo>
                    <a:pt x="70" y="726"/>
                  </a:moveTo>
                  <a:cubicBezTo>
                    <a:pt x="140" y="879"/>
                    <a:pt x="112" y="1033"/>
                    <a:pt x="70" y="1200"/>
                  </a:cubicBezTo>
                  <a:cubicBezTo>
                    <a:pt x="0" y="1451"/>
                    <a:pt x="293" y="1716"/>
                    <a:pt x="516" y="1702"/>
                  </a:cubicBezTo>
                  <a:cubicBezTo>
                    <a:pt x="656" y="1674"/>
                    <a:pt x="795" y="1646"/>
                    <a:pt x="935" y="1632"/>
                  </a:cubicBezTo>
                  <a:cubicBezTo>
                    <a:pt x="1046" y="1632"/>
                    <a:pt x="1144" y="1646"/>
                    <a:pt x="1228" y="1730"/>
                  </a:cubicBezTo>
                  <a:cubicBezTo>
                    <a:pt x="1395" y="1758"/>
                    <a:pt x="1563" y="1772"/>
                    <a:pt x="1716" y="1772"/>
                  </a:cubicBezTo>
                  <a:cubicBezTo>
                    <a:pt x="1772" y="1772"/>
                    <a:pt x="1855" y="1688"/>
                    <a:pt x="1855" y="1632"/>
                  </a:cubicBezTo>
                  <a:cubicBezTo>
                    <a:pt x="1842" y="1367"/>
                    <a:pt x="1828" y="1102"/>
                    <a:pt x="1758" y="851"/>
                  </a:cubicBezTo>
                  <a:cubicBezTo>
                    <a:pt x="1688" y="558"/>
                    <a:pt x="1507" y="377"/>
                    <a:pt x="1228" y="321"/>
                  </a:cubicBezTo>
                  <a:cubicBezTo>
                    <a:pt x="977" y="266"/>
                    <a:pt x="726" y="182"/>
                    <a:pt x="502" y="56"/>
                  </a:cubicBezTo>
                  <a:cubicBezTo>
                    <a:pt x="433" y="1"/>
                    <a:pt x="321" y="56"/>
                    <a:pt x="251" y="154"/>
                  </a:cubicBezTo>
                  <a:cubicBezTo>
                    <a:pt x="210" y="238"/>
                    <a:pt x="154" y="335"/>
                    <a:pt x="84" y="433"/>
                  </a:cubicBezTo>
                  <a:cubicBezTo>
                    <a:pt x="70" y="544"/>
                    <a:pt x="28" y="656"/>
                    <a:pt x="70" y="7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02" name="Google Shape;1802;p56"/>
            <p:cNvSpPr/>
            <p:nvPr/>
          </p:nvSpPr>
          <p:spPr>
            <a:xfrm>
              <a:off x="2771350" y="1983075"/>
              <a:ext cx="375" cy="725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14" y="15"/>
                  </a:moveTo>
                  <a:cubicBezTo>
                    <a:pt x="14" y="1"/>
                    <a:pt x="14" y="1"/>
                    <a:pt x="14" y="15"/>
                  </a:cubicBezTo>
                  <a:cubicBezTo>
                    <a:pt x="14" y="15"/>
                    <a:pt x="0" y="15"/>
                    <a:pt x="14" y="15"/>
                  </a:cubicBezTo>
                  <a:lnTo>
                    <a:pt x="0" y="29"/>
                  </a:lnTo>
                  <a:cubicBezTo>
                    <a:pt x="0" y="15"/>
                    <a:pt x="14" y="15"/>
                    <a:pt x="14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03" name="Google Shape;1803;p56"/>
            <p:cNvSpPr/>
            <p:nvPr/>
          </p:nvSpPr>
          <p:spPr>
            <a:xfrm>
              <a:off x="4850375" y="3316925"/>
              <a:ext cx="37000" cy="61050"/>
            </a:xfrm>
            <a:custGeom>
              <a:avLst/>
              <a:gdLst/>
              <a:ahLst/>
              <a:cxnLst/>
              <a:rect l="l" t="t" r="r" b="b"/>
              <a:pathLst>
                <a:path w="1480" h="2442" extrusionOk="0">
                  <a:moveTo>
                    <a:pt x="461" y="98"/>
                  </a:moveTo>
                  <a:cubicBezTo>
                    <a:pt x="405" y="56"/>
                    <a:pt x="335" y="28"/>
                    <a:pt x="266" y="14"/>
                  </a:cubicBezTo>
                  <a:cubicBezTo>
                    <a:pt x="210" y="0"/>
                    <a:pt x="154" y="28"/>
                    <a:pt x="182" y="84"/>
                  </a:cubicBezTo>
                  <a:cubicBezTo>
                    <a:pt x="182" y="154"/>
                    <a:pt x="252" y="237"/>
                    <a:pt x="210" y="279"/>
                  </a:cubicBezTo>
                  <a:cubicBezTo>
                    <a:pt x="43" y="558"/>
                    <a:pt x="84" y="865"/>
                    <a:pt x="15" y="1102"/>
                  </a:cubicBezTo>
                  <a:cubicBezTo>
                    <a:pt x="1" y="1535"/>
                    <a:pt x="84" y="1869"/>
                    <a:pt x="224" y="2190"/>
                  </a:cubicBezTo>
                  <a:cubicBezTo>
                    <a:pt x="294" y="2358"/>
                    <a:pt x="475" y="2441"/>
                    <a:pt x="628" y="2427"/>
                  </a:cubicBezTo>
                  <a:cubicBezTo>
                    <a:pt x="1117" y="2386"/>
                    <a:pt x="1479" y="1883"/>
                    <a:pt x="1298" y="1381"/>
                  </a:cubicBezTo>
                  <a:cubicBezTo>
                    <a:pt x="1117" y="921"/>
                    <a:pt x="824" y="489"/>
                    <a:pt x="461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04" name="Google Shape;1804;p56"/>
            <p:cNvSpPr/>
            <p:nvPr/>
          </p:nvSpPr>
          <p:spPr>
            <a:xfrm>
              <a:off x="2690425" y="1727125"/>
              <a:ext cx="37700" cy="50250"/>
            </a:xfrm>
            <a:custGeom>
              <a:avLst/>
              <a:gdLst/>
              <a:ahLst/>
              <a:cxnLst/>
              <a:rect l="l" t="t" r="r" b="b"/>
              <a:pathLst>
                <a:path w="1508" h="2010" extrusionOk="0">
                  <a:moveTo>
                    <a:pt x="71" y="1744"/>
                  </a:moveTo>
                  <a:cubicBezTo>
                    <a:pt x="99" y="1856"/>
                    <a:pt x="182" y="1898"/>
                    <a:pt x="266" y="1939"/>
                  </a:cubicBezTo>
                  <a:cubicBezTo>
                    <a:pt x="531" y="2009"/>
                    <a:pt x="796" y="2009"/>
                    <a:pt x="1047" y="1967"/>
                  </a:cubicBezTo>
                  <a:cubicBezTo>
                    <a:pt x="1103" y="1967"/>
                    <a:pt x="1173" y="1898"/>
                    <a:pt x="1215" y="1828"/>
                  </a:cubicBezTo>
                  <a:cubicBezTo>
                    <a:pt x="1284" y="1730"/>
                    <a:pt x="1256" y="1577"/>
                    <a:pt x="1368" y="1465"/>
                  </a:cubicBezTo>
                  <a:lnTo>
                    <a:pt x="1382" y="1479"/>
                  </a:lnTo>
                  <a:lnTo>
                    <a:pt x="1382" y="1451"/>
                  </a:lnTo>
                  <a:lnTo>
                    <a:pt x="1368" y="1465"/>
                  </a:lnTo>
                  <a:cubicBezTo>
                    <a:pt x="1493" y="1298"/>
                    <a:pt x="1507" y="1116"/>
                    <a:pt x="1382" y="949"/>
                  </a:cubicBezTo>
                  <a:cubicBezTo>
                    <a:pt x="1228" y="754"/>
                    <a:pt x="1145" y="545"/>
                    <a:pt x="1047" y="321"/>
                  </a:cubicBezTo>
                  <a:cubicBezTo>
                    <a:pt x="1019" y="252"/>
                    <a:pt x="977" y="196"/>
                    <a:pt x="949" y="126"/>
                  </a:cubicBezTo>
                  <a:cubicBezTo>
                    <a:pt x="894" y="42"/>
                    <a:pt x="698" y="1"/>
                    <a:pt x="629" y="70"/>
                  </a:cubicBezTo>
                  <a:cubicBezTo>
                    <a:pt x="378" y="335"/>
                    <a:pt x="168" y="614"/>
                    <a:pt x="182" y="1019"/>
                  </a:cubicBezTo>
                  <a:cubicBezTo>
                    <a:pt x="196" y="1172"/>
                    <a:pt x="113" y="1270"/>
                    <a:pt x="57" y="1409"/>
                  </a:cubicBezTo>
                  <a:cubicBezTo>
                    <a:pt x="1" y="1479"/>
                    <a:pt x="57" y="1619"/>
                    <a:pt x="71" y="17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05" name="Google Shape;1805;p56"/>
            <p:cNvSpPr/>
            <p:nvPr/>
          </p:nvSpPr>
          <p:spPr>
            <a:xfrm>
              <a:off x="4087050" y="1744225"/>
              <a:ext cx="40825" cy="50225"/>
            </a:xfrm>
            <a:custGeom>
              <a:avLst/>
              <a:gdLst/>
              <a:ahLst/>
              <a:cxnLst/>
              <a:rect l="l" t="t" r="r" b="b"/>
              <a:pathLst>
                <a:path w="1633" h="2009" extrusionOk="0">
                  <a:moveTo>
                    <a:pt x="265" y="893"/>
                  </a:moveTo>
                  <a:cubicBezTo>
                    <a:pt x="56" y="893"/>
                    <a:pt x="28" y="1046"/>
                    <a:pt x="0" y="1200"/>
                  </a:cubicBezTo>
                  <a:cubicBezTo>
                    <a:pt x="195" y="1241"/>
                    <a:pt x="195" y="1255"/>
                    <a:pt x="182" y="1395"/>
                  </a:cubicBezTo>
                  <a:cubicBezTo>
                    <a:pt x="168" y="1465"/>
                    <a:pt x="140" y="1534"/>
                    <a:pt x="140" y="1604"/>
                  </a:cubicBezTo>
                  <a:cubicBezTo>
                    <a:pt x="140" y="1799"/>
                    <a:pt x="251" y="1897"/>
                    <a:pt x="447" y="1939"/>
                  </a:cubicBezTo>
                  <a:lnTo>
                    <a:pt x="656" y="1981"/>
                  </a:lnTo>
                  <a:cubicBezTo>
                    <a:pt x="753" y="2009"/>
                    <a:pt x="823" y="1953"/>
                    <a:pt x="893" y="1869"/>
                  </a:cubicBezTo>
                  <a:cubicBezTo>
                    <a:pt x="963" y="1758"/>
                    <a:pt x="1032" y="1674"/>
                    <a:pt x="1032" y="1534"/>
                  </a:cubicBezTo>
                  <a:cubicBezTo>
                    <a:pt x="1032" y="1423"/>
                    <a:pt x="1046" y="1339"/>
                    <a:pt x="1144" y="1269"/>
                  </a:cubicBezTo>
                  <a:cubicBezTo>
                    <a:pt x="1311" y="1144"/>
                    <a:pt x="1353" y="907"/>
                    <a:pt x="1521" y="767"/>
                  </a:cubicBezTo>
                  <a:cubicBezTo>
                    <a:pt x="1632" y="697"/>
                    <a:pt x="1604" y="516"/>
                    <a:pt x="1535" y="432"/>
                  </a:cubicBezTo>
                  <a:cubicBezTo>
                    <a:pt x="1437" y="293"/>
                    <a:pt x="1353" y="167"/>
                    <a:pt x="1228" y="28"/>
                  </a:cubicBezTo>
                  <a:cubicBezTo>
                    <a:pt x="1214" y="14"/>
                    <a:pt x="1144" y="0"/>
                    <a:pt x="1102" y="14"/>
                  </a:cubicBezTo>
                  <a:cubicBezTo>
                    <a:pt x="879" y="70"/>
                    <a:pt x="823" y="126"/>
                    <a:pt x="809" y="349"/>
                  </a:cubicBezTo>
                  <a:cubicBezTo>
                    <a:pt x="809" y="544"/>
                    <a:pt x="698" y="656"/>
                    <a:pt x="544" y="753"/>
                  </a:cubicBezTo>
                  <a:lnTo>
                    <a:pt x="558" y="725"/>
                  </a:lnTo>
                  <a:lnTo>
                    <a:pt x="544" y="725"/>
                  </a:lnTo>
                  <a:lnTo>
                    <a:pt x="544" y="725"/>
                  </a:lnTo>
                  <a:cubicBezTo>
                    <a:pt x="488" y="851"/>
                    <a:pt x="391" y="893"/>
                    <a:pt x="265" y="8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06" name="Google Shape;1806;p56"/>
            <p:cNvSpPr/>
            <p:nvPr/>
          </p:nvSpPr>
          <p:spPr>
            <a:xfrm>
              <a:off x="5429600" y="3056775"/>
              <a:ext cx="26875" cy="61050"/>
            </a:xfrm>
            <a:custGeom>
              <a:avLst/>
              <a:gdLst/>
              <a:ahLst/>
              <a:cxnLst/>
              <a:rect l="l" t="t" r="r" b="b"/>
              <a:pathLst>
                <a:path w="1075" h="2442" extrusionOk="0">
                  <a:moveTo>
                    <a:pt x="768" y="15"/>
                  </a:moveTo>
                  <a:cubicBezTo>
                    <a:pt x="740" y="1"/>
                    <a:pt x="670" y="1"/>
                    <a:pt x="628" y="29"/>
                  </a:cubicBezTo>
                  <a:cubicBezTo>
                    <a:pt x="530" y="112"/>
                    <a:pt x="405" y="224"/>
                    <a:pt x="335" y="349"/>
                  </a:cubicBezTo>
                  <a:cubicBezTo>
                    <a:pt x="251" y="489"/>
                    <a:pt x="196" y="642"/>
                    <a:pt x="126" y="796"/>
                  </a:cubicBezTo>
                  <a:cubicBezTo>
                    <a:pt x="42" y="977"/>
                    <a:pt x="0" y="1158"/>
                    <a:pt x="14" y="1340"/>
                  </a:cubicBezTo>
                  <a:cubicBezTo>
                    <a:pt x="14" y="1674"/>
                    <a:pt x="70" y="1981"/>
                    <a:pt x="349" y="2191"/>
                  </a:cubicBezTo>
                  <a:cubicBezTo>
                    <a:pt x="419" y="2246"/>
                    <a:pt x="475" y="2330"/>
                    <a:pt x="544" y="2400"/>
                  </a:cubicBezTo>
                  <a:cubicBezTo>
                    <a:pt x="586" y="2442"/>
                    <a:pt x="628" y="2414"/>
                    <a:pt x="656" y="2372"/>
                  </a:cubicBezTo>
                  <a:cubicBezTo>
                    <a:pt x="684" y="2246"/>
                    <a:pt x="684" y="2121"/>
                    <a:pt x="740" y="2023"/>
                  </a:cubicBezTo>
                  <a:cubicBezTo>
                    <a:pt x="907" y="1744"/>
                    <a:pt x="935" y="1437"/>
                    <a:pt x="949" y="1117"/>
                  </a:cubicBezTo>
                  <a:cubicBezTo>
                    <a:pt x="963" y="865"/>
                    <a:pt x="1005" y="642"/>
                    <a:pt x="1033" y="391"/>
                  </a:cubicBezTo>
                  <a:cubicBezTo>
                    <a:pt x="1074" y="224"/>
                    <a:pt x="949" y="70"/>
                    <a:pt x="768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07" name="Google Shape;1807;p56"/>
            <p:cNvSpPr/>
            <p:nvPr/>
          </p:nvSpPr>
          <p:spPr>
            <a:xfrm>
              <a:off x="4147725" y="1698875"/>
              <a:ext cx="41175" cy="55825"/>
            </a:xfrm>
            <a:custGeom>
              <a:avLst/>
              <a:gdLst/>
              <a:ahLst/>
              <a:cxnLst/>
              <a:rect l="l" t="t" r="r" b="b"/>
              <a:pathLst>
                <a:path w="1647" h="2233" extrusionOk="0">
                  <a:moveTo>
                    <a:pt x="335" y="1633"/>
                  </a:moveTo>
                  <a:cubicBezTo>
                    <a:pt x="363" y="1661"/>
                    <a:pt x="405" y="1689"/>
                    <a:pt x="433" y="1702"/>
                  </a:cubicBezTo>
                  <a:lnTo>
                    <a:pt x="474" y="1702"/>
                  </a:lnTo>
                  <a:lnTo>
                    <a:pt x="488" y="1744"/>
                  </a:lnTo>
                  <a:lnTo>
                    <a:pt x="461" y="1716"/>
                  </a:lnTo>
                  <a:lnTo>
                    <a:pt x="433" y="1702"/>
                  </a:lnTo>
                  <a:cubicBezTo>
                    <a:pt x="349" y="1744"/>
                    <a:pt x="279" y="1758"/>
                    <a:pt x="196" y="1786"/>
                  </a:cubicBezTo>
                  <a:cubicBezTo>
                    <a:pt x="154" y="1814"/>
                    <a:pt x="126" y="1856"/>
                    <a:pt x="112" y="1898"/>
                  </a:cubicBezTo>
                  <a:cubicBezTo>
                    <a:pt x="112" y="1926"/>
                    <a:pt x="140" y="1981"/>
                    <a:pt x="182" y="2009"/>
                  </a:cubicBezTo>
                  <a:cubicBezTo>
                    <a:pt x="363" y="2121"/>
                    <a:pt x="600" y="2051"/>
                    <a:pt x="781" y="2191"/>
                  </a:cubicBezTo>
                  <a:cubicBezTo>
                    <a:pt x="823" y="2233"/>
                    <a:pt x="921" y="2191"/>
                    <a:pt x="991" y="2177"/>
                  </a:cubicBezTo>
                  <a:cubicBezTo>
                    <a:pt x="1046" y="2163"/>
                    <a:pt x="1116" y="2149"/>
                    <a:pt x="1116" y="2107"/>
                  </a:cubicBezTo>
                  <a:cubicBezTo>
                    <a:pt x="1172" y="1884"/>
                    <a:pt x="1367" y="1772"/>
                    <a:pt x="1535" y="1633"/>
                  </a:cubicBezTo>
                  <a:cubicBezTo>
                    <a:pt x="1646" y="1549"/>
                    <a:pt x="1646" y="1479"/>
                    <a:pt x="1521" y="1326"/>
                  </a:cubicBezTo>
                  <a:cubicBezTo>
                    <a:pt x="1507" y="1312"/>
                    <a:pt x="1479" y="1284"/>
                    <a:pt x="1465" y="1284"/>
                  </a:cubicBezTo>
                  <a:lnTo>
                    <a:pt x="1479" y="1270"/>
                  </a:lnTo>
                  <a:lnTo>
                    <a:pt x="1465" y="1270"/>
                  </a:lnTo>
                  <a:lnTo>
                    <a:pt x="1465" y="1284"/>
                  </a:lnTo>
                  <a:cubicBezTo>
                    <a:pt x="1409" y="1326"/>
                    <a:pt x="1381" y="1312"/>
                    <a:pt x="1325" y="1284"/>
                  </a:cubicBezTo>
                  <a:lnTo>
                    <a:pt x="1325" y="1270"/>
                  </a:lnTo>
                  <a:lnTo>
                    <a:pt x="1311" y="1270"/>
                  </a:lnTo>
                  <a:lnTo>
                    <a:pt x="1325" y="1284"/>
                  </a:lnTo>
                  <a:cubicBezTo>
                    <a:pt x="1242" y="1256"/>
                    <a:pt x="1158" y="1214"/>
                    <a:pt x="1060" y="1172"/>
                  </a:cubicBezTo>
                  <a:cubicBezTo>
                    <a:pt x="1032" y="1145"/>
                    <a:pt x="977" y="1075"/>
                    <a:pt x="991" y="1061"/>
                  </a:cubicBezTo>
                  <a:cubicBezTo>
                    <a:pt x="1060" y="782"/>
                    <a:pt x="823" y="503"/>
                    <a:pt x="963" y="224"/>
                  </a:cubicBezTo>
                  <a:cubicBezTo>
                    <a:pt x="977" y="210"/>
                    <a:pt x="921" y="140"/>
                    <a:pt x="893" y="112"/>
                  </a:cubicBezTo>
                  <a:cubicBezTo>
                    <a:pt x="698" y="1"/>
                    <a:pt x="488" y="84"/>
                    <a:pt x="474" y="294"/>
                  </a:cubicBezTo>
                  <a:cubicBezTo>
                    <a:pt x="461" y="531"/>
                    <a:pt x="461" y="768"/>
                    <a:pt x="321" y="977"/>
                  </a:cubicBezTo>
                  <a:cubicBezTo>
                    <a:pt x="265" y="1047"/>
                    <a:pt x="321" y="1117"/>
                    <a:pt x="391" y="1145"/>
                  </a:cubicBezTo>
                  <a:cubicBezTo>
                    <a:pt x="405" y="1158"/>
                    <a:pt x="433" y="1158"/>
                    <a:pt x="433" y="1200"/>
                  </a:cubicBezTo>
                  <a:cubicBezTo>
                    <a:pt x="461" y="1256"/>
                    <a:pt x="419" y="1270"/>
                    <a:pt x="349" y="1270"/>
                  </a:cubicBezTo>
                  <a:cubicBezTo>
                    <a:pt x="223" y="1284"/>
                    <a:pt x="70" y="1256"/>
                    <a:pt x="56" y="1410"/>
                  </a:cubicBezTo>
                  <a:cubicBezTo>
                    <a:pt x="0" y="1605"/>
                    <a:pt x="209" y="1591"/>
                    <a:pt x="335" y="1633"/>
                  </a:cubicBezTo>
                  <a:close/>
                  <a:moveTo>
                    <a:pt x="879" y="1451"/>
                  </a:moveTo>
                  <a:lnTo>
                    <a:pt x="907" y="1465"/>
                  </a:lnTo>
                  <a:lnTo>
                    <a:pt x="851" y="1451"/>
                  </a:lnTo>
                  <a:lnTo>
                    <a:pt x="837" y="13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08" name="Google Shape;1808;p56"/>
            <p:cNvSpPr/>
            <p:nvPr/>
          </p:nvSpPr>
          <p:spPr>
            <a:xfrm>
              <a:off x="2630100" y="1866625"/>
              <a:ext cx="34900" cy="40125"/>
            </a:xfrm>
            <a:custGeom>
              <a:avLst/>
              <a:gdLst/>
              <a:ahLst/>
              <a:cxnLst/>
              <a:rect l="l" t="t" r="r" b="b"/>
              <a:pathLst>
                <a:path w="1396" h="1605" extrusionOk="0">
                  <a:moveTo>
                    <a:pt x="112" y="614"/>
                  </a:moveTo>
                  <a:cubicBezTo>
                    <a:pt x="1" y="739"/>
                    <a:pt x="1" y="921"/>
                    <a:pt x="112" y="1046"/>
                  </a:cubicBezTo>
                  <a:cubicBezTo>
                    <a:pt x="294" y="1200"/>
                    <a:pt x="461" y="1367"/>
                    <a:pt x="656" y="1506"/>
                  </a:cubicBezTo>
                  <a:cubicBezTo>
                    <a:pt x="698" y="1534"/>
                    <a:pt x="740" y="1534"/>
                    <a:pt x="782" y="1548"/>
                  </a:cubicBezTo>
                  <a:cubicBezTo>
                    <a:pt x="921" y="1604"/>
                    <a:pt x="1089" y="1548"/>
                    <a:pt x="1145" y="1409"/>
                  </a:cubicBezTo>
                  <a:cubicBezTo>
                    <a:pt x="1214" y="1241"/>
                    <a:pt x="1284" y="1060"/>
                    <a:pt x="1340" y="879"/>
                  </a:cubicBezTo>
                  <a:cubicBezTo>
                    <a:pt x="1368" y="781"/>
                    <a:pt x="1368" y="684"/>
                    <a:pt x="1396" y="600"/>
                  </a:cubicBezTo>
                  <a:cubicBezTo>
                    <a:pt x="1396" y="405"/>
                    <a:pt x="1326" y="223"/>
                    <a:pt x="1187" y="84"/>
                  </a:cubicBezTo>
                  <a:cubicBezTo>
                    <a:pt x="1089" y="0"/>
                    <a:pt x="977" y="0"/>
                    <a:pt x="852" y="0"/>
                  </a:cubicBezTo>
                  <a:cubicBezTo>
                    <a:pt x="782" y="0"/>
                    <a:pt x="712" y="0"/>
                    <a:pt x="643" y="14"/>
                  </a:cubicBezTo>
                  <a:cubicBezTo>
                    <a:pt x="503" y="279"/>
                    <a:pt x="294" y="432"/>
                    <a:pt x="112" y="6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09" name="Google Shape;1809;p56"/>
            <p:cNvSpPr/>
            <p:nvPr/>
          </p:nvSpPr>
          <p:spPr>
            <a:xfrm>
              <a:off x="2645100" y="1867300"/>
              <a:ext cx="1075" cy="725"/>
            </a:xfrm>
            <a:custGeom>
              <a:avLst/>
              <a:gdLst/>
              <a:ahLst/>
              <a:cxnLst/>
              <a:rect l="l" t="t" r="r" b="b"/>
              <a:pathLst>
                <a:path w="43" h="29" extrusionOk="0">
                  <a:moveTo>
                    <a:pt x="29" y="29"/>
                  </a:moveTo>
                  <a:lnTo>
                    <a:pt x="43" y="1"/>
                  </a:lnTo>
                  <a:cubicBezTo>
                    <a:pt x="29" y="1"/>
                    <a:pt x="29" y="1"/>
                    <a:pt x="1" y="29"/>
                  </a:cubicBezTo>
                  <a:lnTo>
                    <a:pt x="29" y="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10" name="Google Shape;1810;p56"/>
            <p:cNvSpPr/>
            <p:nvPr/>
          </p:nvSpPr>
          <p:spPr>
            <a:xfrm>
              <a:off x="5193875" y="1689125"/>
              <a:ext cx="55100" cy="23725"/>
            </a:xfrm>
            <a:custGeom>
              <a:avLst/>
              <a:gdLst/>
              <a:ahLst/>
              <a:cxnLst/>
              <a:rect l="l" t="t" r="r" b="b"/>
              <a:pathLst>
                <a:path w="2204" h="949" extrusionOk="0">
                  <a:moveTo>
                    <a:pt x="363" y="684"/>
                  </a:moveTo>
                  <a:cubicBezTo>
                    <a:pt x="711" y="837"/>
                    <a:pt x="1102" y="893"/>
                    <a:pt x="1451" y="949"/>
                  </a:cubicBezTo>
                  <a:cubicBezTo>
                    <a:pt x="1576" y="935"/>
                    <a:pt x="1660" y="935"/>
                    <a:pt x="1758" y="907"/>
                  </a:cubicBezTo>
                  <a:cubicBezTo>
                    <a:pt x="1953" y="865"/>
                    <a:pt x="2092" y="739"/>
                    <a:pt x="2162" y="544"/>
                  </a:cubicBezTo>
                  <a:cubicBezTo>
                    <a:pt x="2176" y="474"/>
                    <a:pt x="2204" y="391"/>
                    <a:pt x="2162" y="335"/>
                  </a:cubicBezTo>
                  <a:cubicBezTo>
                    <a:pt x="2064" y="140"/>
                    <a:pt x="1869" y="0"/>
                    <a:pt x="1646" y="28"/>
                  </a:cubicBezTo>
                  <a:cubicBezTo>
                    <a:pt x="1479" y="28"/>
                    <a:pt x="1325" y="112"/>
                    <a:pt x="1158" y="126"/>
                  </a:cubicBezTo>
                  <a:cubicBezTo>
                    <a:pt x="963" y="140"/>
                    <a:pt x="781" y="112"/>
                    <a:pt x="600" y="98"/>
                  </a:cubicBezTo>
                  <a:cubicBezTo>
                    <a:pt x="544" y="98"/>
                    <a:pt x="488" y="112"/>
                    <a:pt x="460" y="126"/>
                  </a:cubicBezTo>
                  <a:cubicBezTo>
                    <a:pt x="349" y="195"/>
                    <a:pt x="223" y="182"/>
                    <a:pt x="112" y="182"/>
                  </a:cubicBezTo>
                  <a:cubicBezTo>
                    <a:pt x="56" y="182"/>
                    <a:pt x="0" y="279"/>
                    <a:pt x="42" y="335"/>
                  </a:cubicBezTo>
                  <a:cubicBezTo>
                    <a:pt x="126" y="474"/>
                    <a:pt x="209" y="614"/>
                    <a:pt x="363" y="6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11" name="Google Shape;1811;p56"/>
            <p:cNvSpPr/>
            <p:nvPr/>
          </p:nvSpPr>
          <p:spPr>
            <a:xfrm>
              <a:off x="5877000" y="3532075"/>
              <a:ext cx="63500" cy="35600"/>
            </a:xfrm>
            <a:custGeom>
              <a:avLst/>
              <a:gdLst/>
              <a:ahLst/>
              <a:cxnLst/>
              <a:rect l="l" t="t" r="r" b="b"/>
              <a:pathLst>
                <a:path w="2540" h="1424" extrusionOk="0">
                  <a:moveTo>
                    <a:pt x="2302" y="42"/>
                  </a:moveTo>
                  <a:cubicBezTo>
                    <a:pt x="2107" y="1"/>
                    <a:pt x="1981" y="56"/>
                    <a:pt x="1939" y="266"/>
                  </a:cubicBezTo>
                  <a:cubicBezTo>
                    <a:pt x="1870" y="531"/>
                    <a:pt x="1674" y="670"/>
                    <a:pt x="1451" y="754"/>
                  </a:cubicBezTo>
                  <a:cubicBezTo>
                    <a:pt x="1326" y="810"/>
                    <a:pt x="1186" y="796"/>
                    <a:pt x="1074" y="670"/>
                  </a:cubicBezTo>
                  <a:lnTo>
                    <a:pt x="1074" y="628"/>
                  </a:lnTo>
                  <a:lnTo>
                    <a:pt x="1061" y="642"/>
                  </a:lnTo>
                  <a:lnTo>
                    <a:pt x="1074" y="670"/>
                  </a:lnTo>
                  <a:cubicBezTo>
                    <a:pt x="851" y="712"/>
                    <a:pt x="628" y="810"/>
                    <a:pt x="377" y="768"/>
                  </a:cubicBezTo>
                  <a:lnTo>
                    <a:pt x="238" y="768"/>
                  </a:lnTo>
                  <a:cubicBezTo>
                    <a:pt x="196" y="768"/>
                    <a:pt x="140" y="768"/>
                    <a:pt x="98" y="796"/>
                  </a:cubicBezTo>
                  <a:cubicBezTo>
                    <a:pt x="70" y="810"/>
                    <a:pt x="14" y="838"/>
                    <a:pt x="14" y="879"/>
                  </a:cubicBezTo>
                  <a:cubicBezTo>
                    <a:pt x="0" y="907"/>
                    <a:pt x="14" y="977"/>
                    <a:pt x="56" y="1005"/>
                  </a:cubicBezTo>
                  <a:cubicBezTo>
                    <a:pt x="489" y="1354"/>
                    <a:pt x="991" y="1423"/>
                    <a:pt x="1535" y="1312"/>
                  </a:cubicBezTo>
                  <a:cubicBezTo>
                    <a:pt x="1591" y="1312"/>
                    <a:pt x="1618" y="1270"/>
                    <a:pt x="1660" y="1256"/>
                  </a:cubicBezTo>
                  <a:cubicBezTo>
                    <a:pt x="1870" y="1144"/>
                    <a:pt x="2009" y="935"/>
                    <a:pt x="2232" y="838"/>
                  </a:cubicBezTo>
                  <a:cubicBezTo>
                    <a:pt x="2260" y="824"/>
                    <a:pt x="2302" y="768"/>
                    <a:pt x="2302" y="726"/>
                  </a:cubicBezTo>
                  <a:cubicBezTo>
                    <a:pt x="2302" y="559"/>
                    <a:pt x="2441" y="475"/>
                    <a:pt x="2497" y="349"/>
                  </a:cubicBezTo>
                  <a:cubicBezTo>
                    <a:pt x="2539" y="238"/>
                    <a:pt x="2455" y="70"/>
                    <a:pt x="2302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12" name="Google Shape;1812;p56"/>
            <p:cNvSpPr/>
            <p:nvPr/>
          </p:nvSpPr>
          <p:spPr>
            <a:xfrm>
              <a:off x="2546775" y="1689125"/>
              <a:ext cx="43250" cy="29650"/>
            </a:xfrm>
            <a:custGeom>
              <a:avLst/>
              <a:gdLst/>
              <a:ahLst/>
              <a:cxnLst/>
              <a:rect l="l" t="t" r="r" b="b"/>
              <a:pathLst>
                <a:path w="1730" h="1186" extrusionOk="0">
                  <a:moveTo>
                    <a:pt x="70" y="474"/>
                  </a:moveTo>
                  <a:cubicBezTo>
                    <a:pt x="265" y="516"/>
                    <a:pt x="433" y="586"/>
                    <a:pt x="544" y="753"/>
                  </a:cubicBezTo>
                  <a:cubicBezTo>
                    <a:pt x="725" y="753"/>
                    <a:pt x="795" y="935"/>
                    <a:pt x="935" y="1018"/>
                  </a:cubicBezTo>
                  <a:cubicBezTo>
                    <a:pt x="1242" y="1186"/>
                    <a:pt x="1604" y="1032"/>
                    <a:pt x="1660" y="726"/>
                  </a:cubicBezTo>
                  <a:cubicBezTo>
                    <a:pt x="1674" y="628"/>
                    <a:pt x="1674" y="530"/>
                    <a:pt x="1688" y="447"/>
                  </a:cubicBezTo>
                  <a:cubicBezTo>
                    <a:pt x="1688" y="419"/>
                    <a:pt x="1688" y="391"/>
                    <a:pt x="1702" y="377"/>
                  </a:cubicBezTo>
                  <a:cubicBezTo>
                    <a:pt x="1730" y="126"/>
                    <a:pt x="1590" y="0"/>
                    <a:pt x="1381" y="42"/>
                  </a:cubicBezTo>
                  <a:cubicBezTo>
                    <a:pt x="1172" y="70"/>
                    <a:pt x="963" y="112"/>
                    <a:pt x="753" y="98"/>
                  </a:cubicBezTo>
                  <a:cubicBezTo>
                    <a:pt x="586" y="70"/>
                    <a:pt x="419" y="126"/>
                    <a:pt x="265" y="140"/>
                  </a:cubicBezTo>
                  <a:cubicBezTo>
                    <a:pt x="195" y="168"/>
                    <a:pt x="126" y="195"/>
                    <a:pt x="70" y="251"/>
                  </a:cubicBezTo>
                  <a:cubicBezTo>
                    <a:pt x="28" y="265"/>
                    <a:pt x="14" y="335"/>
                    <a:pt x="14" y="377"/>
                  </a:cubicBezTo>
                  <a:cubicBezTo>
                    <a:pt x="0" y="405"/>
                    <a:pt x="28" y="474"/>
                    <a:pt x="70" y="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13" name="Google Shape;1813;p56"/>
            <p:cNvSpPr/>
            <p:nvPr/>
          </p:nvSpPr>
          <p:spPr>
            <a:xfrm>
              <a:off x="5181300" y="1777350"/>
              <a:ext cx="43975" cy="28275"/>
            </a:xfrm>
            <a:custGeom>
              <a:avLst/>
              <a:gdLst/>
              <a:ahLst/>
              <a:cxnLst/>
              <a:rect l="l" t="t" r="r" b="b"/>
              <a:pathLst>
                <a:path w="1759" h="1131" extrusionOk="0">
                  <a:moveTo>
                    <a:pt x="57" y="1116"/>
                  </a:moveTo>
                  <a:cubicBezTo>
                    <a:pt x="71" y="1130"/>
                    <a:pt x="99" y="1130"/>
                    <a:pt x="126" y="1130"/>
                  </a:cubicBezTo>
                  <a:cubicBezTo>
                    <a:pt x="336" y="991"/>
                    <a:pt x="559" y="963"/>
                    <a:pt x="796" y="963"/>
                  </a:cubicBezTo>
                  <a:cubicBezTo>
                    <a:pt x="1061" y="963"/>
                    <a:pt x="1326" y="907"/>
                    <a:pt x="1577" y="865"/>
                  </a:cubicBezTo>
                  <a:cubicBezTo>
                    <a:pt x="1703" y="851"/>
                    <a:pt x="1758" y="698"/>
                    <a:pt x="1689" y="586"/>
                  </a:cubicBezTo>
                  <a:cubicBezTo>
                    <a:pt x="1563" y="377"/>
                    <a:pt x="1396" y="209"/>
                    <a:pt x="1145" y="140"/>
                  </a:cubicBezTo>
                  <a:cubicBezTo>
                    <a:pt x="1019" y="98"/>
                    <a:pt x="922" y="56"/>
                    <a:pt x="824" y="14"/>
                  </a:cubicBezTo>
                  <a:cubicBezTo>
                    <a:pt x="698" y="0"/>
                    <a:pt x="573" y="0"/>
                    <a:pt x="475" y="0"/>
                  </a:cubicBezTo>
                  <a:cubicBezTo>
                    <a:pt x="364" y="0"/>
                    <a:pt x="224" y="112"/>
                    <a:pt x="210" y="209"/>
                  </a:cubicBezTo>
                  <a:cubicBezTo>
                    <a:pt x="168" y="349"/>
                    <a:pt x="154" y="488"/>
                    <a:pt x="99" y="781"/>
                  </a:cubicBezTo>
                  <a:lnTo>
                    <a:pt x="29" y="1060"/>
                  </a:lnTo>
                  <a:cubicBezTo>
                    <a:pt x="1" y="1074"/>
                    <a:pt x="29" y="1102"/>
                    <a:pt x="57" y="1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14" name="Google Shape;1814;p56"/>
            <p:cNvSpPr/>
            <p:nvPr/>
          </p:nvSpPr>
          <p:spPr>
            <a:xfrm>
              <a:off x="5267100" y="3149875"/>
              <a:ext cx="36625" cy="32475"/>
            </a:xfrm>
            <a:custGeom>
              <a:avLst/>
              <a:gdLst/>
              <a:ahLst/>
              <a:cxnLst/>
              <a:rect l="l" t="t" r="r" b="b"/>
              <a:pathLst>
                <a:path w="1465" h="1299" extrusionOk="0">
                  <a:moveTo>
                    <a:pt x="1465" y="280"/>
                  </a:moveTo>
                  <a:cubicBezTo>
                    <a:pt x="1465" y="224"/>
                    <a:pt x="1409" y="140"/>
                    <a:pt x="1367" y="113"/>
                  </a:cubicBezTo>
                  <a:cubicBezTo>
                    <a:pt x="1298" y="57"/>
                    <a:pt x="1186" y="43"/>
                    <a:pt x="1130" y="15"/>
                  </a:cubicBezTo>
                  <a:lnTo>
                    <a:pt x="1019" y="15"/>
                  </a:lnTo>
                  <a:cubicBezTo>
                    <a:pt x="642" y="1"/>
                    <a:pt x="363" y="154"/>
                    <a:pt x="140" y="433"/>
                  </a:cubicBezTo>
                  <a:cubicBezTo>
                    <a:pt x="112" y="475"/>
                    <a:pt x="84" y="531"/>
                    <a:pt x="70" y="559"/>
                  </a:cubicBezTo>
                  <a:cubicBezTo>
                    <a:pt x="0" y="824"/>
                    <a:pt x="182" y="1117"/>
                    <a:pt x="419" y="1200"/>
                  </a:cubicBezTo>
                  <a:cubicBezTo>
                    <a:pt x="670" y="1298"/>
                    <a:pt x="1032" y="1173"/>
                    <a:pt x="1186" y="949"/>
                  </a:cubicBezTo>
                  <a:cubicBezTo>
                    <a:pt x="1325" y="740"/>
                    <a:pt x="1437" y="503"/>
                    <a:pt x="1465" y="2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15" name="Google Shape;1815;p56"/>
            <p:cNvSpPr/>
            <p:nvPr/>
          </p:nvSpPr>
          <p:spPr>
            <a:xfrm>
              <a:off x="3772850" y="2808850"/>
              <a:ext cx="23050" cy="47800"/>
            </a:xfrm>
            <a:custGeom>
              <a:avLst/>
              <a:gdLst/>
              <a:ahLst/>
              <a:cxnLst/>
              <a:rect l="l" t="t" r="r" b="b"/>
              <a:pathLst>
                <a:path w="922" h="1912" extrusionOk="0">
                  <a:moveTo>
                    <a:pt x="42" y="572"/>
                  </a:moveTo>
                  <a:cubicBezTo>
                    <a:pt x="140" y="851"/>
                    <a:pt x="140" y="1130"/>
                    <a:pt x="140" y="1395"/>
                  </a:cubicBezTo>
                  <a:cubicBezTo>
                    <a:pt x="154" y="1813"/>
                    <a:pt x="363" y="1911"/>
                    <a:pt x="754" y="1688"/>
                  </a:cubicBezTo>
                  <a:cubicBezTo>
                    <a:pt x="837" y="1632"/>
                    <a:pt x="893" y="1562"/>
                    <a:pt x="907" y="1451"/>
                  </a:cubicBezTo>
                  <a:cubicBezTo>
                    <a:pt x="921" y="1311"/>
                    <a:pt x="907" y="1172"/>
                    <a:pt x="907" y="1018"/>
                  </a:cubicBezTo>
                  <a:lnTo>
                    <a:pt x="921" y="1018"/>
                  </a:lnTo>
                  <a:cubicBezTo>
                    <a:pt x="921" y="935"/>
                    <a:pt x="907" y="823"/>
                    <a:pt x="907" y="739"/>
                  </a:cubicBezTo>
                  <a:lnTo>
                    <a:pt x="907" y="530"/>
                  </a:lnTo>
                  <a:cubicBezTo>
                    <a:pt x="893" y="307"/>
                    <a:pt x="628" y="0"/>
                    <a:pt x="349" y="223"/>
                  </a:cubicBezTo>
                  <a:cubicBezTo>
                    <a:pt x="279" y="265"/>
                    <a:pt x="196" y="321"/>
                    <a:pt x="112" y="377"/>
                  </a:cubicBezTo>
                  <a:cubicBezTo>
                    <a:pt x="42" y="433"/>
                    <a:pt x="0" y="502"/>
                    <a:pt x="42" y="57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16" name="Google Shape;1816;p56"/>
            <p:cNvSpPr/>
            <p:nvPr/>
          </p:nvSpPr>
          <p:spPr>
            <a:xfrm>
              <a:off x="2737525" y="2157800"/>
              <a:ext cx="34200" cy="32800"/>
            </a:xfrm>
            <a:custGeom>
              <a:avLst/>
              <a:gdLst/>
              <a:ahLst/>
              <a:cxnLst/>
              <a:rect l="l" t="t" r="r" b="b"/>
              <a:pathLst>
                <a:path w="1368" h="1312" extrusionOk="0">
                  <a:moveTo>
                    <a:pt x="56" y="907"/>
                  </a:moveTo>
                  <a:cubicBezTo>
                    <a:pt x="0" y="1116"/>
                    <a:pt x="126" y="1297"/>
                    <a:pt x="349" y="1297"/>
                  </a:cubicBezTo>
                  <a:cubicBezTo>
                    <a:pt x="753" y="1311"/>
                    <a:pt x="1046" y="1158"/>
                    <a:pt x="1200" y="767"/>
                  </a:cubicBezTo>
                  <a:cubicBezTo>
                    <a:pt x="1255" y="670"/>
                    <a:pt x="1297" y="544"/>
                    <a:pt x="1325" y="433"/>
                  </a:cubicBezTo>
                  <a:cubicBezTo>
                    <a:pt x="1367" y="349"/>
                    <a:pt x="1297" y="195"/>
                    <a:pt x="1186" y="126"/>
                  </a:cubicBezTo>
                  <a:cubicBezTo>
                    <a:pt x="1018" y="0"/>
                    <a:pt x="809" y="0"/>
                    <a:pt x="642" y="126"/>
                  </a:cubicBezTo>
                  <a:cubicBezTo>
                    <a:pt x="391" y="293"/>
                    <a:pt x="195" y="544"/>
                    <a:pt x="56" y="837"/>
                  </a:cubicBezTo>
                  <a:cubicBezTo>
                    <a:pt x="70" y="851"/>
                    <a:pt x="70" y="879"/>
                    <a:pt x="56" y="90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17" name="Google Shape;1817;p56"/>
            <p:cNvSpPr/>
            <p:nvPr/>
          </p:nvSpPr>
          <p:spPr>
            <a:xfrm>
              <a:off x="1874100" y="2433275"/>
              <a:ext cx="20600" cy="53725"/>
            </a:xfrm>
            <a:custGeom>
              <a:avLst/>
              <a:gdLst/>
              <a:ahLst/>
              <a:cxnLst/>
              <a:rect l="l" t="t" r="r" b="b"/>
              <a:pathLst>
                <a:path w="824" h="2149" extrusionOk="0">
                  <a:moveTo>
                    <a:pt x="391" y="42"/>
                  </a:moveTo>
                  <a:cubicBezTo>
                    <a:pt x="321" y="1"/>
                    <a:pt x="182" y="56"/>
                    <a:pt x="126" y="126"/>
                  </a:cubicBezTo>
                  <a:cubicBezTo>
                    <a:pt x="56" y="224"/>
                    <a:pt x="0" y="335"/>
                    <a:pt x="0" y="461"/>
                  </a:cubicBezTo>
                  <a:cubicBezTo>
                    <a:pt x="0" y="600"/>
                    <a:pt x="14" y="740"/>
                    <a:pt x="42" y="879"/>
                  </a:cubicBezTo>
                  <a:lnTo>
                    <a:pt x="14" y="879"/>
                  </a:lnTo>
                  <a:cubicBezTo>
                    <a:pt x="42" y="991"/>
                    <a:pt x="56" y="1116"/>
                    <a:pt x="56" y="1228"/>
                  </a:cubicBezTo>
                  <a:cubicBezTo>
                    <a:pt x="42" y="1521"/>
                    <a:pt x="140" y="1772"/>
                    <a:pt x="279" y="2037"/>
                  </a:cubicBezTo>
                  <a:cubicBezTo>
                    <a:pt x="293" y="2079"/>
                    <a:pt x="349" y="2107"/>
                    <a:pt x="391" y="2121"/>
                  </a:cubicBezTo>
                  <a:cubicBezTo>
                    <a:pt x="405" y="2149"/>
                    <a:pt x="433" y="2121"/>
                    <a:pt x="461" y="2121"/>
                  </a:cubicBezTo>
                  <a:cubicBezTo>
                    <a:pt x="475" y="2107"/>
                    <a:pt x="502" y="2093"/>
                    <a:pt x="502" y="2079"/>
                  </a:cubicBezTo>
                  <a:cubicBezTo>
                    <a:pt x="363" y="1688"/>
                    <a:pt x="475" y="1326"/>
                    <a:pt x="600" y="963"/>
                  </a:cubicBezTo>
                  <a:cubicBezTo>
                    <a:pt x="670" y="754"/>
                    <a:pt x="740" y="558"/>
                    <a:pt x="809" y="349"/>
                  </a:cubicBezTo>
                  <a:cubicBezTo>
                    <a:pt x="823" y="321"/>
                    <a:pt x="781" y="252"/>
                    <a:pt x="754" y="224"/>
                  </a:cubicBezTo>
                  <a:cubicBezTo>
                    <a:pt x="642" y="154"/>
                    <a:pt x="502" y="112"/>
                    <a:pt x="391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18" name="Google Shape;1818;p56"/>
            <p:cNvSpPr/>
            <p:nvPr/>
          </p:nvSpPr>
          <p:spPr>
            <a:xfrm>
              <a:off x="5500375" y="3601125"/>
              <a:ext cx="54075" cy="30000"/>
            </a:xfrm>
            <a:custGeom>
              <a:avLst/>
              <a:gdLst/>
              <a:ahLst/>
              <a:cxnLst/>
              <a:rect l="l" t="t" r="r" b="b"/>
              <a:pathLst>
                <a:path w="2163" h="1200" extrusionOk="0">
                  <a:moveTo>
                    <a:pt x="196" y="1186"/>
                  </a:moveTo>
                  <a:cubicBezTo>
                    <a:pt x="433" y="1102"/>
                    <a:pt x="698" y="1033"/>
                    <a:pt x="894" y="837"/>
                  </a:cubicBezTo>
                  <a:cubicBezTo>
                    <a:pt x="1103" y="628"/>
                    <a:pt x="1340" y="489"/>
                    <a:pt x="1633" y="433"/>
                  </a:cubicBezTo>
                  <a:cubicBezTo>
                    <a:pt x="1758" y="419"/>
                    <a:pt x="1856" y="349"/>
                    <a:pt x="1968" y="293"/>
                  </a:cubicBezTo>
                  <a:cubicBezTo>
                    <a:pt x="2051" y="238"/>
                    <a:pt x="2135" y="210"/>
                    <a:pt x="2163" y="98"/>
                  </a:cubicBezTo>
                  <a:cubicBezTo>
                    <a:pt x="2163" y="56"/>
                    <a:pt x="2051" y="0"/>
                    <a:pt x="1940" y="0"/>
                  </a:cubicBezTo>
                  <a:cubicBezTo>
                    <a:pt x="1549" y="14"/>
                    <a:pt x="1173" y="0"/>
                    <a:pt x="838" y="265"/>
                  </a:cubicBezTo>
                  <a:cubicBezTo>
                    <a:pt x="754" y="335"/>
                    <a:pt x="615" y="335"/>
                    <a:pt x="503" y="377"/>
                  </a:cubicBezTo>
                  <a:cubicBezTo>
                    <a:pt x="405" y="433"/>
                    <a:pt x="294" y="517"/>
                    <a:pt x="224" y="614"/>
                  </a:cubicBezTo>
                  <a:cubicBezTo>
                    <a:pt x="85" y="782"/>
                    <a:pt x="1" y="963"/>
                    <a:pt x="1" y="1186"/>
                  </a:cubicBezTo>
                  <a:cubicBezTo>
                    <a:pt x="71" y="1186"/>
                    <a:pt x="140" y="1200"/>
                    <a:pt x="196" y="11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19" name="Google Shape;1819;p56"/>
            <p:cNvSpPr/>
            <p:nvPr/>
          </p:nvSpPr>
          <p:spPr>
            <a:xfrm>
              <a:off x="1506550" y="2028775"/>
              <a:ext cx="34550" cy="33500"/>
            </a:xfrm>
            <a:custGeom>
              <a:avLst/>
              <a:gdLst/>
              <a:ahLst/>
              <a:cxnLst/>
              <a:rect l="l" t="t" r="r" b="b"/>
              <a:pathLst>
                <a:path w="1382" h="1340" extrusionOk="0">
                  <a:moveTo>
                    <a:pt x="70" y="558"/>
                  </a:moveTo>
                  <a:cubicBezTo>
                    <a:pt x="126" y="600"/>
                    <a:pt x="196" y="628"/>
                    <a:pt x="265" y="628"/>
                  </a:cubicBezTo>
                  <a:cubicBezTo>
                    <a:pt x="419" y="628"/>
                    <a:pt x="530" y="698"/>
                    <a:pt x="600" y="851"/>
                  </a:cubicBezTo>
                  <a:cubicBezTo>
                    <a:pt x="656" y="990"/>
                    <a:pt x="698" y="1116"/>
                    <a:pt x="754" y="1256"/>
                  </a:cubicBezTo>
                  <a:cubicBezTo>
                    <a:pt x="768" y="1311"/>
                    <a:pt x="865" y="1339"/>
                    <a:pt x="935" y="1325"/>
                  </a:cubicBezTo>
                  <a:cubicBezTo>
                    <a:pt x="1074" y="1297"/>
                    <a:pt x="1214" y="1242"/>
                    <a:pt x="1326" y="1200"/>
                  </a:cubicBezTo>
                  <a:cubicBezTo>
                    <a:pt x="1353" y="1200"/>
                    <a:pt x="1367" y="1172"/>
                    <a:pt x="1381" y="1158"/>
                  </a:cubicBezTo>
                  <a:lnTo>
                    <a:pt x="1381" y="1088"/>
                  </a:lnTo>
                  <a:cubicBezTo>
                    <a:pt x="1298" y="907"/>
                    <a:pt x="1172" y="753"/>
                    <a:pt x="1144" y="572"/>
                  </a:cubicBezTo>
                  <a:cubicBezTo>
                    <a:pt x="1061" y="335"/>
                    <a:pt x="935" y="223"/>
                    <a:pt x="684" y="195"/>
                  </a:cubicBezTo>
                  <a:cubicBezTo>
                    <a:pt x="586" y="181"/>
                    <a:pt x="489" y="70"/>
                    <a:pt x="391" y="14"/>
                  </a:cubicBezTo>
                  <a:cubicBezTo>
                    <a:pt x="349" y="0"/>
                    <a:pt x="279" y="14"/>
                    <a:pt x="265" y="42"/>
                  </a:cubicBezTo>
                  <a:cubicBezTo>
                    <a:pt x="168" y="140"/>
                    <a:pt x="56" y="223"/>
                    <a:pt x="0" y="363"/>
                  </a:cubicBezTo>
                  <a:cubicBezTo>
                    <a:pt x="0" y="419"/>
                    <a:pt x="14" y="544"/>
                    <a:pt x="70" y="5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0" name="Google Shape;1820;p56"/>
            <p:cNvSpPr/>
            <p:nvPr/>
          </p:nvSpPr>
          <p:spPr>
            <a:xfrm>
              <a:off x="2688700" y="1781525"/>
              <a:ext cx="36275" cy="22350"/>
            </a:xfrm>
            <a:custGeom>
              <a:avLst/>
              <a:gdLst/>
              <a:ahLst/>
              <a:cxnLst/>
              <a:rect l="l" t="t" r="r" b="b"/>
              <a:pathLst>
                <a:path w="1451" h="894" extrusionOk="0">
                  <a:moveTo>
                    <a:pt x="1088" y="879"/>
                  </a:moveTo>
                  <a:cubicBezTo>
                    <a:pt x="1214" y="865"/>
                    <a:pt x="1311" y="810"/>
                    <a:pt x="1395" y="726"/>
                  </a:cubicBezTo>
                  <a:cubicBezTo>
                    <a:pt x="1437" y="684"/>
                    <a:pt x="1451" y="559"/>
                    <a:pt x="1395" y="531"/>
                  </a:cubicBezTo>
                  <a:cubicBezTo>
                    <a:pt x="1116" y="266"/>
                    <a:pt x="823" y="56"/>
                    <a:pt x="419" y="28"/>
                  </a:cubicBezTo>
                  <a:cubicBezTo>
                    <a:pt x="265" y="1"/>
                    <a:pt x="98" y="112"/>
                    <a:pt x="42" y="266"/>
                  </a:cubicBezTo>
                  <a:cubicBezTo>
                    <a:pt x="0" y="349"/>
                    <a:pt x="42" y="475"/>
                    <a:pt x="112" y="531"/>
                  </a:cubicBezTo>
                  <a:cubicBezTo>
                    <a:pt x="391" y="726"/>
                    <a:pt x="698" y="824"/>
                    <a:pt x="1018" y="893"/>
                  </a:cubicBezTo>
                  <a:cubicBezTo>
                    <a:pt x="1032" y="879"/>
                    <a:pt x="1074" y="879"/>
                    <a:pt x="1088" y="8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1" name="Google Shape;1821;p56"/>
            <p:cNvSpPr/>
            <p:nvPr/>
          </p:nvSpPr>
          <p:spPr>
            <a:xfrm>
              <a:off x="5512600" y="3269500"/>
              <a:ext cx="20950" cy="39775"/>
            </a:xfrm>
            <a:custGeom>
              <a:avLst/>
              <a:gdLst/>
              <a:ahLst/>
              <a:cxnLst/>
              <a:rect l="l" t="t" r="r" b="b"/>
              <a:pathLst>
                <a:path w="838" h="1591" extrusionOk="0">
                  <a:moveTo>
                    <a:pt x="195" y="42"/>
                  </a:moveTo>
                  <a:cubicBezTo>
                    <a:pt x="98" y="84"/>
                    <a:pt x="28" y="182"/>
                    <a:pt x="70" y="279"/>
                  </a:cubicBezTo>
                  <a:cubicBezTo>
                    <a:pt x="126" y="377"/>
                    <a:pt x="154" y="502"/>
                    <a:pt x="209" y="600"/>
                  </a:cubicBezTo>
                  <a:lnTo>
                    <a:pt x="209" y="600"/>
                  </a:lnTo>
                  <a:lnTo>
                    <a:pt x="223" y="586"/>
                  </a:lnTo>
                  <a:lnTo>
                    <a:pt x="223" y="628"/>
                  </a:lnTo>
                  <a:cubicBezTo>
                    <a:pt x="265" y="642"/>
                    <a:pt x="279" y="656"/>
                    <a:pt x="293" y="698"/>
                  </a:cubicBezTo>
                  <a:cubicBezTo>
                    <a:pt x="307" y="712"/>
                    <a:pt x="307" y="740"/>
                    <a:pt x="293" y="740"/>
                  </a:cubicBezTo>
                  <a:cubicBezTo>
                    <a:pt x="251" y="795"/>
                    <a:pt x="223" y="781"/>
                    <a:pt x="209" y="726"/>
                  </a:cubicBezTo>
                  <a:lnTo>
                    <a:pt x="209" y="642"/>
                  </a:lnTo>
                  <a:lnTo>
                    <a:pt x="181" y="614"/>
                  </a:lnTo>
                  <a:lnTo>
                    <a:pt x="154" y="656"/>
                  </a:lnTo>
                  <a:cubicBezTo>
                    <a:pt x="28" y="837"/>
                    <a:pt x="0" y="1005"/>
                    <a:pt x="140" y="1186"/>
                  </a:cubicBezTo>
                  <a:cubicBezTo>
                    <a:pt x="223" y="1298"/>
                    <a:pt x="279" y="1423"/>
                    <a:pt x="363" y="1549"/>
                  </a:cubicBezTo>
                  <a:cubicBezTo>
                    <a:pt x="377" y="1576"/>
                    <a:pt x="446" y="1590"/>
                    <a:pt x="488" y="1590"/>
                  </a:cubicBezTo>
                  <a:cubicBezTo>
                    <a:pt x="558" y="1590"/>
                    <a:pt x="600" y="1507"/>
                    <a:pt x="600" y="1437"/>
                  </a:cubicBezTo>
                  <a:cubicBezTo>
                    <a:pt x="586" y="1367"/>
                    <a:pt x="558" y="1298"/>
                    <a:pt x="558" y="1228"/>
                  </a:cubicBezTo>
                  <a:cubicBezTo>
                    <a:pt x="558" y="1200"/>
                    <a:pt x="572" y="1102"/>
                    <a:pt x="586" y="1102"/>
                  </a:cubicBezTo>
                  <a:cubicBezTo>
                    <a:pt x="837" y="1032"/>
                    <a:pt x="823" y="851"/>
                    <a:pt x="781" y="656"/>
                  </a:cubicBezTo>
                  <a:cubicBezTo>
                    <a:pt x="767" y="516"/>
                    <a:pt x="753" y="377"/>
                    <a:pt x="656" y="251"/>
                  </a:cubicBezTo>
                  <a:cubicBezTo>
                    <a:pt x="586" y="70"/>
                    <a:pt x="419" y="0"/>
                    <a:pt x="195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2" name="Google Shape;1822;p56"/>
            <p:cNvSpPr/>
            <p:nvPr/>
          </p:nvSpPr>
          <p:spPr>
            <a:xfrm>
              <a:off x="4200025" y="1728175"/>
              <a:ext cx="24075" cy="30350"/>
            </a:xfrm>
            <a:custGeom>
              <a:avLst/>
              <a:gdLst/>
              <a:ahLst/>
              <a:cxnLst/>
              <a:rect l="l" t="t" r="r" b="b"/>
              <a:pathLst>
                <a:path w="963" h="1214" extrusionOk="0">
                  <a:moveTo>
                    <a:pt x="126" y="251"/>
                  </a:moveTo>
                  <a:cubicBezTo>
                    <a:pt x="84" y="279"/>
                    <a:pt x="42" y="321"/>
                    <a:pt x="42" y="363"/>
                  </a:cubicBezTo>
                  <a:cubicBezTo>
                    <a:pt x="14" y="572"/>
                    <a:pt x="1" y="795"/>
                    <a:pt x="112" y="991"/>
                  </a:cubicBezTo>
                  <a:cubicBezTo>
                    <a:pt x="140" y="1061"/>
                    <a:pt x="224" y="1158"/>
                    <a:pt x="293" y="1186"/>
                  </a:cubicBezTo>
                  <a:cubicBezTo>
                    <a:pt x="503" y="1214"/>
                    <a:pt x="712" y="1158"/>
                    <a:pt x="893" y="1019"/>
                  </a:cubicBezTo>
                  <a:cubicBezTo>
                    <a:pt x="949" y="991"/>
                    <a:pt x="963" y="879"/>
                    <a:pt x="921" y="837"/>
                  </a:cubicBezTo>
                  <a:cubicBezTo>
                    <a:pt x="907" y="809"/>
                    <a:pt x="907" y="795"/>
                    <a:pt x="893" y="768"/>
                  </a:cubicBezTo>
                  <a:cubicBezTo>
                    <a:pt x="851" y="726"/>
                    <a:pt x="837" y="698"/>
                    <a:pt x="810" y="642"/>
                  </a:cubicBezTo>
                  <a:cubicBezTo>
                    <a:pt x="740" y="530"/>
                    <a:pt x="740" y="530"/>
                    <a:pt x="837" y="391"/>
                  </a:cubicBezTo>
                  <a:cubicBezTo>
                    <a:pt x="949" y="251"/>
                    <a:pt x="963" y="168"/>
                    <a:pt x="893" y="98"/>
                  </a:cubicBezTo>
                  <a:cubicBezTo>
                    <a:pt x="810" y="0"/>
                    <a:pt x="684" y="14"/>
                    <a:pt x="572" y="70"/>
                  </a:cubicBezTo>
                  <a:cubicBezTo>
                    <a:pt x="503" y="98"/>
                    <a:pt x="433" y="112"/>
                    <a:pt x="391" y="140"/>
                  </a:cubicBezTo>
                  <a:lnTo>
                    <a:pt x="391" y="140"/>
                  </a:lnTo>
                  <a:lnTo>
                    <a:pt x="391" y="140"/>
                  </a:lnTo>
                  <a:lnTo>
                    <a:pt x="391" y="140"/>
                  </a:lnTo>
                  <a:cubicBezTo>
                    <a:pt x="293" y="168"/>
                    <a:pt x="210" y="210"/>
                    <a:pt x="126" y="2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3" name="Google Shape;1823;p56"/>
            <p:cNvSpPr/>
            <p:nvPr/>
          </p:nvSpPr>
          <p:spPr>
            <a:xfrm>
              <a:off x="4063675" y="1752925"/>
              <a:ext cx="37350" cy="26525"/>
            </a:xfrm>
            <a:custGeom>
              <a:avLst/>
              <a:gdLst/>
              <a:ahLst/>
              <a:cxnLst/>
              <a:rect l="l" t="t" r="r" b="b"/>
              <a:pathLst>
                <a:path w="1494" h="1061" extrusionOk="0">
                  <a:moveTo>
                    <a:pt x="210" y="921"/>
                  </a:moveTo>
                  <a:cubicBezTo>
                    <a:pt x="405" y="977"/>
                    <a:pt x="573" y="1005"/>
                    <a:pt x="768" y="1047"/>
                  </a:cubicBezTo>
                  <a:cubicBezTo>
                    <a:pt x="907" y="1061"/>
                    <a:pt x="893" y="935"/>
                    <a:pt x="921" y="852"/>
                  </a:cubicBezTo>
                  <a:cubicBezTo>
                    <a:pt x="907" y="824"/>
                    <a:pt x="865" y="796"/>
                    <a:pt x="851" y="768"/>
                  </a:cubicBezTo>
                  <a:cubicBezTo>
                    <a:pt x="782" y="642"/>
                    <a:pt x="782" y="503"/>
                    <a:pt x="865" y="447"/>
                  </a:cubicBezTo>
                  <a:cubicBezTo>
                    <a:pt x="963" y="377"/>
                    <a:pt x="1061" y="336"/>
                    <a:pt x="1186" y="391"/>
                  </a:cubicBezTo>
                  <a:cubicBezTo>
                    <a:pt x="1284" y="447"/>
                    <a:pt x="1395" y="461"/>
                    <a:pt x="1493" y="433"/>
                  </a:cubicBezTo>
                  <a:cubicBezTo>
                    <a:pt x="1493" y="391"/>
                    <a:pt x="1493" y="349"/>
                    <a:pt x="1465" y="308"/>
                  </a:cubicBezTo>
                  <a:cubicBezTo>
                    <a:pt x="1298" y="154"/>
                    <a:pt x="1117" y="71"/>
                    <a:pt x="907" y="15"/>
                  </a:cubicBezTo>
                  <a:cubicBezTo>
                    <a:pt x="810" y="1"/>
                    <a:pt x="712" y="15"/>
                    <a:pt x="628" y="43"/>
                  </a:cubicBezTo>
                  <a:cubicBezTo>
                    <a:pt x="391" y="168"/>
                    <a:pt x="224" y="363"/>
                    <a:pt x="70" y="587"/>
                  </a:cubicBezTo>
                  <a:cubicBezTo>
                    <a:pt x="1" y="698"/>
                    <a:pt x="70" y="907"/>
                    <a:pt x="210" y="9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4" name="Google Shape;1824;p56"/>
            <p:cNvSpPr/>
            <p:nvPr/>
          </p:nvSpPr>
          <p:spPr>
            <a:xfrm>
              <a:off x="4086700" y="1774200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1"/>
                  </a:moveTo>
                  <a:lnTo>
                    <a:pt x="14" y="15"/>
                  </a:lnTo>
                  <a:lnTo>
                    <a:pt x="1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5" name="Google Shape;1825;p56"/>
            <p:cNvSpPr/>
            <p:nvPr/>
          </p:nvSpPr>
          <p:spPr>
            <a:xfrm>
              <a:off x="4172125" y="1756775"/>
              <a:ext cx="28275" cy="24775"/>
            </a:xfrm>
            <a:custGeom>
              <a:avLst/>
              <a:gdLst/>
              <a:ahLst/>
              <a:cxnLst/>
              <a:rect l="l" t="t" r="r" b="b"/>
              <a:pathLst>
                <a:path w="1131" h="991" extrusionOk="0">
                  <a:moveTo>
                    <a:pt x="70" y="335"/>
                  </a:moveTo>
                  <a:cubicBezTo>
                    <a:pt x="42" y="335"/>
                    <a:pt x="1" y="405"/>
                    <a:pt x="1" y="433"/>
                  </a:cubicBezTo>
                  <a:cubicBezTo>
                    <a:pt x="1" y="614"/>
                    <a:pt x="70" y="753"/>
                    <a:pt x="196" y="893"/>
                  </a:cubicBezTo>
                  <a:cubicBezTo>
                    <a:pt x="252" y="963"/>
                    <a:pt x="391" y="991"/>
                    <a:pt x="461" y="963"/>
                  </a:cubicBezTo>
                  <a:cubicBezTo>
                    <a:pt x="545" y="921"/>
                    <a:pt x="614" y="837"/>
                    <a:pt x="698" y="837"/>
                  </a:cubicBezTo>
                  <a:cubicBezTo>
                    <a:pt x="838" y="823"/>
                    <a:pt x="907" y="753"/>
                    <a:pt x="963" y="628"/>
                  </a:cubicBezTo>
                  <a:cubicBezTo>
                    <a:pt x="991" y="544"/>
                    <a:pt x="1047" y="461"/>
                    <a:pt x="1061" y="419"/>
                  </a:cubicBezTo>
                  <a:cubicBezTo>
                    <a:pt x="1130" y="265"/>
                    <a:pt x="1117" y="209"/>
                    <a:pt x="991" y="140"/>
                  </a:cubicBezTo>
                  <a:cubicBezTo>
                    <a:pt x="907" y="84"/>
                    <a:pt x="824" y="56"/>
                    <a:pt x="740" y="14"/>
                  </a:cubicBezTo>
                  <a:cubicBezTo>
                    <a:pt x="698" y="0"/>
                    <a:pt x="614" y="0"/>
                    <a:pt x="600" y="42"/>
                  </a:cubicBezTo>
                  <a:cubicBezTo>
                    <a:pt x="475" y="195"/>
                    <a:pt x="294" y="279"/>
                    <a:pt x="70" y="33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6" name="Google Shape;1826;p56"/>
            <p:cNvSpPr/>
            <p:nvPr/>
          </p:nvSpPr>
          <p:spPr>
            <a:xfrm>
              <a:off x="4219550" y="1697475"/>
              <a:ext cx="22350" cy="31775"/>
            </a:xfrm>
            <a:custGeom>
              <a:avLst/>
              <a:gdLst/>
              <a:ahLst/>
              <a:cxnLst/>
              <a:rect l="l" t="t" r="r" b="b"/>
              <a:pathLst>
                <a:path w="894" h="1271" extrusionOk="0">
                  <a:moveTo>
                    <a:pt x="419" y="1256"/>
                  </a:moveTo>
                  <a:cubicBezTo>
                    <a:pt x="461" y="1270"/>
                    <a:pt x="531" y="1256"/>
                    <a:pt x="545" y="1228"/>
                  </a:cubicBezTo>
                  <a:cubicBezTo>
                    <a:pt x="656" y="1089"/>
                    <a:pt x="684" y="880"/>
                    <a:pt x="838" y="754"/>
                  </a:cubicBezTo>
                  <a:cubicBezTo>
                    <a:pt x="879" y="740"/>
                    <a:pt x="893" y="643"/>
                    <a:pt x="879" y="629"/>
                  </a:cubicBezTo>
                  <a:cubicBezTo>
                    <a:pt x="754" y="433"/>
                    <a:pt x="684" y="210"/>
                    <a:pt x="517" y="43"/>
                  </a:cubicBezTo>
                  <a:cubicBezTo>
                    <a:pt x="475" y="1"/>
                    <a:pt x="335" y="1"/>
                    <a:pt x="321" y="43"/>
                  </a:cubicBezTo>
                  <a:cubicBezTo>
                    <a:pt x="238" y="140"/>
                    <a:pt x="140" y="266"/>
                    <a:pt x="56" y="364"/>
                  </a:cubicBezTo>
                  <a:cubicBezTo>
                    <a:pt x="29" y="419"/>
                    <a:pt x="29" y="503"/>
                    <a:pt x="1" y="545"/>
                  </a:cubicBezTo>
                  <a:cubicBezTo>
                    <a:pt x="1" y="922"/>
                    <a:pt x="126" y="1117"/>
                    <a:pt x="419" y="12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7" name="Google Shape;1827;p56"/>
            <p:cNvSpPr/>
            <p:nvPr/>
          </p:nvSpPr>
          <p:spPr>
            <a:xfrm>
              <a:off x="5571525" y="3511150"/>
              <a:ext cx="43600" cy="17475"/>
            </a:xfrm>
            <a:custGeom>
              <a:avLst/>
              <a:gdLst/>
              <a:ahLst/>
              <a:cxnLst/>
              <a:rect l="l" t="t" r="r" b="b"/>
              <a:pathLst>
                <a:path w="1744" h="699" extrusionOk="0">
                  <a:moveTo>
                    <a:pt x="210" y="545"/>
                  </a:moveTo>
                  <a:cubicBezTo>
                    <a:pt x="656" y="419"/>
                    <a:pt x="1088" y="447"/>
                    <a:pt x="1507" y="670"/>
                  </a:cubicBezTo>
                  <a:cubicBezTo>
                    <a:pt x="1535" y="684"/>
                    <a:pt x="1563" y="684"/>
                    <a:pt x="1577" y="684"/>
                  </a:cubicBezTo>
                  <a:cubicBezTo>
                    <a:pt x="1632" y="698"/>
                    <a:pt x="1716" y="656"/>
                    <a:pt x="1744" y="545"/>
                  </a:cubicBezTo>
                  <a:cubicBezTo>
                    <a:pt x="1716" y="517"/>
                    <a:pt x="1716" y="447"/>
                    <a:pt x="1688" y="391"/>
                  </a:cubicBezTo>
                  <a:cubicBezTo>
                    <a:pt x="1646" y="335"/>
                    <a:pt x="1577" y="280"/>
                    <a:pt x="1535" y="252"/>
                  </a:cubicBezTo>
                  <a:cubicBezTo>
                    <a:pt x="1130" y="29"/>
                    <a:pt x="712" y="1"/>
                    <a:pt x="279" y="98"/>
                  </a:cubicBezTo>
                  <a:cubicBezTo>
                    <a:pt x="154" y="112"/>
                    <a:pt x="70" y="196"/>
                    <a:pt x="28" y="335"/>
                  </a:cubicBezTo>
                  <a:cubicBezTo>
                    <a:pt x="0" y="461"/>
                    <a:pt x="84" y="587"/>
                    <a:pt x="210" y="5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8" name="Google Shape;1828;p56"/>
            <p:cNvSpPr/>
            <p:nvPr/>
          </p:nvSpPr>
          <p:spPr>
            <a:xfrm>
              <a:off x="6092850" y="3800925"/>
              <a:ext cx="35950" cy="38050"/>
            </a:xfrm>
            <a:custGeom>
              <a:avLst/>
              <a:gdLst/>
              <a:ahLst/>
              <a:cxnLst/>
              <a:rect l="l" t="t" r="r" b="b"/>
              <a:pathLst>
                <a:path w="1438" h="1522" extrusionOk="0">
                  <a:moveTo>
                    <a:pt x="1200" y="1507"/>
                  </a:moveTo>
                  <a:cubicBezTo>
                    <a:pt x="1256" y="1521"/>
                    <a:pt x="1340" y="1507"/>
                    <a:pt x="1409" y="1493"/>
                  </a:cubicBezTo>
                  <a:cubicBezTo>
                    <a:pt x="1423" y="1493"/>
                    <a:pt x="1423" y="1452"/>
                    <a:pt x="1437" y="1438"/>
                  </a:cubicBezTo>
                  <a:cubicBezTo>
                    <a:pt x="1423" y="1410"/>
                    <a:pt x="1423" y="1354"/>
                    <a:pt x="1395" y="1312"/>
                  </a:cubicBezTo>
                  <a:cubicBezTo>
                    <a:pt x="1130" y="1005"/>
                    <a:pt x="865" y="712"/>
                    <a:pt x="586" y="405"/>
                  </a:cubicBezTo>
                  <a:cubicBezTo>
                    <a:pt x="503" y="308"/>
                    <a:pt x="377" y="196"/>
                    <a:pt x="294" y="113"/>
                  </a:cubicBezTo>
                  <a:cubicBezTo>
                    <a:pt x="252" y="71"/>
                    <a:pt x="224" y="43"/>
                    <a:pt x="168" y="29"/>
                  </a:cubicBezTo>
                  <a:cubicBezTo>
                    <a:pt x="140" y="1"/>
                    <a:pt x="70" y="1"/>
                    <a:pt x="42" y="43"/>
                  </a:cubicBezTo>
                  <a:cubicBezTo>
                    <a:pt x="15" y="57"/>
                    <a:pt x="1" y="127"/>
                    <a:pt x="1" y="168"/>
                  </a:cubicBezTo>
                  <a:cubicBezTo>
                    <a:pt x="70" y="475"/>
                    <a:pt x="294" y="712"/>
                    <a:pt x="503" y="936"/>
                  </a:cubicBezTo>
                  <a:cubicBezTo>
                    <a:pt x="712" y="1145"/>
                    <a:pt x="907" y="1410"/>
                    <a:pt x="1200" y="150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9" name="Google Shape;1829;p56"/>
            <p:cNvSpPr/>
            <p:nvPr/>
          </p:nvSpPr>
          <p:spPr>
            <a:xfrm>
              <a:off x="5390200" y="3593800"/>
              <a:ext cx="48150" cy="16075"/>
            </a:xfrm>
            <a:custGeom>
              <a:avLst/>
              <a:gdLst/>
              <a:ahLst/>
              <a:cxnLst/>
              <a:rect l="l" t="t" r="r" b="b"/>
              <a:pathLst>
                <a:path w="1926" h="643" extrusionOk="0">
                  <a:moveTo>
                    <a:pt x="70" y="461"/>
                  </a:moveTo>
                  <a:cubicBezTo>
                    <a:pt x="195" y="503"/>
                    <a:pt x="321" y="558"/>
                    <a:pt x="460" y="586"/>
                  </a:cubicBezTo>
                  <a:cubicBezTo>
                    <a:pt x="544" y="600"/>
                    <a:pt x="656" y="628"/>
                    <a:pt x="725" y="642"/>
                  </a:cubicBezTo>
                  <a:cubicBezTo>
                    <a:pt x="1130" y="586"/>
                    <a:pt x="1493" y="517"/>
                    <a:pt x="1855" y="419"/>
                  </a:cubicBezTo>
                  <a:cubicBezTo>
                    <a:pt x="1911" y="391"/>
                    <a:pt x="1925" y="349"/>
                    <a:pt x="1883" y="307"/>
                  </a:cubicBezTo>
                  <a:cubicBezTo>
                    <a:pt x="1702" y="84"/>
                    <a:pt x="1465" y="1"/>
                    <a:pt x="1186" y="28"/>
                  </a:cubicBezTo>
                  <a:cubicBezTo>
                    <a:pt x="1144" y="28"/>
                    <a:pt x="1116" y="84"/>
                    <a:pt x="1074" y="112"/>
                  </a:cubicBezTo>
                  <a:cubicBezTo>
                    <a:pt x="1032" y="154"/>
                    <a:pt x="1018" y="182"/>
                    <a:pt x="1004" y="224"/>
                  </a:cubicBezTo>
                  <a:cubicBezTo>
                    <a:pt x="767" y="84"/>
                    <a:pt x="488" y="238"/>
                    <a:pt x="237" y="154"/>
                  </a:cubicBezTo>
                  <a:cubicBezTo>
                    <a:pt x="154" y="112"/>
                    <a:pt x="70" y="182"/>
                    <a:pt x="14" y="279"/>
                  </a:cubicBezTo>
                  <a:cubicBezTo>
                    <a:pt x="0" y="363"/>
                    <a:pt x="0" y="447"/>
                    <a:pt x="70" y="4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30" name="Google Shape;1830;p56"/>
            <p:cNvSpPr/>
            <p:nvPr/>
          </p:nvSpPr>
          <p:spPr>
            <a:xfrm>
              <a:off x="5447725" y="3594850"/>
              <a:ext cx="48150" cy="12575"/>
            </a:xfrm>
            <a:custGeom>
              <a:avLst/>
              <a:gdLst/>
              <a:ahLst/>
              <a:cxnLst/>
              <a:rect l="l" t="t" r="r" b="b"/>
              <a:pathLst>
                <a:path w="1926" h="503" extrusionOk="0">
                  <a:moveTo>
                    <a:pt x="1619" y="391"/>
                  </a:moveTo>
                  <a:cubicBezTo>
                    <a:pt x="1688" y="377"/>
                    <a:pt x="1744" y="321"/>
                    <a:pt x="1814" y="279"/>
                  </a:cubicBezTo>
                  <a:cubicBezTo>
                    <a:pt x="1842" y="251"/>
                    <a:pt x="1884" y="210"/>
                    <a:pt x="1898" y="182"/>
                  </a:cubicBezTo>
                  <a:cubicBezTo>
                    <a:pt x="1926" y="126"/>
                    <a:pt x="1912" y="84"/>
                    <a:pt x="1884" y="56"/>
                  </a:cubicBezTo>
                  <a:cubicBezTo>
                    <a:pt x="1856" y="42"/>
                    <a:pt x="1842" y="14"/>
                    <a:pt x="1828" y="14"/>
                  </a:cubicBezTo>
                  <a:cubicBezTo>
                    <a:pt x="1619" y="70"/>
                    <a:pt x="1423" y="196"/>
                    <a:pt x="1200" y="140"/>
                  </a:cubicBezTo>
                  <a:lnTo>
                    <a:pt x="573" y="42"/>
                  </a:lnTo>
                  <a:cubicBezTo>
                    <a:pt x="559" y="42"/>
                    <a:pt x="517" y="14"/>
                    <a:pt x="503" y="14"/>
                  </a:cubicBezTo>
                  <a:cubicBezTo>
                    <a:pt x="321" y="0"/>
                    <a:pt x="168" y="56"/>
                    <a:pt x="43" y="182"/>
                  </a:cubicBezTo>
                  <a:cubicBezTo>
                    <a:pt x="15" y="210"/>
                    <a:pt x="1" y="265"/>
                    <a:pt x="15" y="293"/>
                  </a:cubicBezTo>
                  <a:cubicBezTo>
                    <a:pt x="15" y="335"/>
                    <a:pt x="56" y="391"/>
                    <a:pt x="98" y="405"/>
                  </a:cubicBezTo>
                  <a:cubicBezTo>
                    <a:pt x="294" y="433"/>
                    <a:pt x="461" y="475"/>
                    <a:pt x="656" y="502"/>
                  </a:cubicBezTo>
                  <a:cubicBezTo>
                    <a:pt x="949" y="475"/>
                    <a:pt x="1284" y="447"/>
                    <a:pt x="1619" y="3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31" name="Google Shape;1831;p56"/>
            <p:cNvSpPr/>
            <p:nvPr/>
          </p:nvSpPr>
          <p:spPr>
            <a:xfrm>
              <a:off x="4219200" y="2170000"/>
              <a:ext cx="23050" cy="24425"/>
            </a:xfrm>
            <a:custGeom>
              <a:avLst/>
              <a:gdLst/>
              <a:ahLst/>
              <a:cxnLst/>
              <a:rect l="l" t="t" r="r" b="b"/>
              <a:pathLst>
                <a:path w="922" h="977" extrusionOk="0">
                  <a:moveTo>
                    <a:pt x="43" y="223"/>
                  </a:moveTo>
                  <a:cubicBezTo>
                    <a:pt x="15" y="293"/>
                    <a:pt x="15" y="363"/>
                    <a:pt x="1" y="475"/>
                  </a:cubicBezTo>
                  <a:cubicBezTo>
                    <a:pt x="15" y="558"/>
                    <a:pt x="56" y="684"/>
                    <a:pt x="84" y="781"/>
                  </a:cubicBezTo>
                  <a:cubicBezTo>
                    <a:pt x="140" y="921"/>
                    <a:pt x="294" y="977"/>
                    <a:pt x="433" y="949"/>
                  </a:cubicBezTo>
                  <a:cubicBezTo>
                    <a:pt x="740" y="851"/>
                    <a:pt x="838" y="628"/>
                    <a:pt x="907" y="363"/>
                  </a:cubicBezTo>
                  <a:cubicBezTo>
                    <a:pt x="921" y="335"/>
                    <a:pt x="893" y="265"/>
                    <a:pt x="879" y="251"/>
                  </a:cubicBezTo>
                  <a:cubicBezTo>
                    <a:pt x="712" y="70"/>
                    <a:pt x="531" y="0"/>
                    <a:pt x="294" y="14"/>
                  </a:cubicBezTo>
                  <a:cubicBezTo>
                    <a:pt x="196" y="14"/>
                    <a:pt x="70" y="126"/>
                    <a:pt x="43" y="2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32" name="Google Shape;1832;p56"/>
            <p:cNvSpPr/>
            <p:nvPr/>
          </p:nvSpPr>
          <p:spPr>
            <a:xfrm>
              <a:off x="2606400" y="2300775"/>
              <a:ext cx="29325" cy="19200"/>
            </a:xfrm>
            <a:custGeom>
              <a:avLst/>
              <a:gdLst/>
              <a:ahLst/>
              <a:cxnLst/>
              <a:rect l="l" t="t" r="r" b="b"/>
              <a:pathLst>
                <a:path w="1173" h="768" extrusionOk="0">
                  <a:moveTo>
                    <a:pt x="1158" y="251"/>
                  </a:moveTo>
                  <a:cubicBezTo>
                    <a:pt x="1172" y="209"/>
                    <a:pt x="1172" y="153"/>
                    <a:pt x="1158" y="112"/>
                  </a:cubicBezTo>
                  <a:cubicBezTo>
                    <a:pt x="1130" y="70"/>
                    <a:pt x="1102" y="14"/>
                    <a:pt x="1060" y="14"/>
                  </a:cubicBezTo>
                  <a:cubicBezTo>
                    <a:pt x="991" y="0"/>
                    <a:pt x="921" y="0"/>
                    <a:pt x="907" y="0"/>
                  </a:cubicBezTo>
                  <a:cubicBezTo>
                    <a:pt x="754" y="0"/>
                    <a:pt x="670" y="0"/>
                    <a:pt x="558" y="14"/>
                  </a:cubicBezTo>
                  <a:cubicBezTo>
                    <a:pt x="489" y="42"/>
                    <a:pt x="419" y="56"/>
                    <a:pt x="363" y="84"/>
                  </a:cubicBezTo>
                  <a:cubicBezTo>
                    <a:pt x="265" y="181"/>
                    <a:pt x="154" y="279"/>
                    <a:pt x="56" y="391"/>
                  </a:cubicBezTo>
                  <a:cubicBezTo>
                    <a:pt x="0" y="432"/>
                    <a:pt x="0" y="502"/>
                    <a:pt x="28" y="600"/>
                  </a:cubicBezTo>
                  <a:cubicBezTo>
                    <a:pt x="70" y="656"/>
                    <a:pt x="98" y="739"/>
                    <a:pt x="168" y="739"/>
                  </a:cubicBezTo>
                  <a:cubicBezTo>
                    <a:pt x="265" y="753"/>
                    <a:pt x="363" y="767"/>
                    <a:pt x="447" y="739"/>
                  </a:cubicBezTo>
                  <a:cubicBezTo>
                    <a:pt x="754" y="642"/>
                    <a:pt x="963" y="474"/>
                    <a:pt x="1158" y="2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33" name="Google Shape;1833;p56"/>
            <p:cNvSpPr/>
            <p:nvPr/>
          </p:nvSpPr>
          <p:spPr>
            <a:xfrm>
              <a:off x="4859100" y="1854750"/>
              <a:ext cx="21650" cy="20950"/>
            </a:xfrm>
            <a:custGeom>
              <a:avLst/>
              <a:gdLst/>
              <a:ahLst/>
              <a:cxnLst/>
              <a:rect l="l" t="t" r="r" b="b"/>
              <a:pathLst>
                <a:path w="866" h="838" extrusionOk="0">
                  <a:moveTo>
                    <a:pt x="42" y="489"/>
                  </a:moveTo>
                  <a:cubicBezTo>
                    <a:pt x="14" y="670"/>
                    <a:pt x="126" y="754"/>
                    <a:pt x="279" y="796"/>
                  </a:cubicBezTo>
                  <a:cubicBezTo>
                    <a:pt x="349" y="810"/>
                    <a:pt x="419" y="824"/>
                    <a:pt x="489" y="824"/>
                  </a:cubicBezTo>
                  <a:lnTo>
                    <a:pt x="558" y="824"/>
                  </a:lnTo>
                  <a:cubicBezTo>
                    <a:pt x="754" y="838"/>
                    <a:pt x="865" y="698"/>
                    <a:pt x="837" y="503"/>
                  </a:cubicBezTo>
                  <a:cubicBezTo>
                    <a:pt x="823" y="363"/>
                    <a:pt x="768" y="224"/>
                    <a:pt x="684" y="126"/>
                  </a:cubicBezTo>
                  <a:cubicBezTo>
                    <a:pt x="628" y="57"/>
                    <a:pt x="530" y="1"/>
                    <a:pt x="433" y="43"/>
                  </a:cubicBezTo>
                  <a:cubicBezTo>
                    <a:pt x="335" y="71"/>
                    <a:pt x="210" y="126"/>
                    <a:pt x="126" y="182"/>
                  </a:cubicBezTo>
                  <a:cubicBezTo>
                    <a:pt x="42" y="238"/>
                    <a:pt x="0" y="322"/>
                    <a:pt x="42" y="4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34" name="Google Shape;1834;p56"/>
            <p:cNvSpPr/>
            <p:nvPr/>
          </p:nvSpPr>
          <p:spPr>
            <a:xfrm>
              <a:off x="2790875" y="2625775"/>
              <a:ext cx="33150" cy="20600"/>
            </a:xfrm>
            <a:custGeom>
              <a:avLst/>
              <a:gdLst/>
              <a:ahLst/>
              <a:cxnLst/>
              <a:rect l="l" t="t" r="r" b="b"/>
              <a:pathLst>
                <a:path w="1326" h="824" extrusionOk="0">
                  <a:moveTo>
                    <a:pt x="154" y="0"/>
                  </a:moveTo>
                  <a:cubicBezTo>
                    <a:pt x="140" y="0"/>
                    <a:pt x="84" y="28"/>
                    <a:pt x="56" y="42"/>
                  </a:cubicBezTo>
                  <a:cubicBezTo>
                    <a:pt x="0" y="56"/>
                    <a:pt x="14" y="168"/>
                    <a:pt x="70" y="223"/>
                  </a:cubicBezTo>
                  <a:lnTo>
                    <a:pt x="168" y="321"/>
                  </a:lnTo>
                  <a:cubicBezTo>
                    <a:pt x="293" y="460"/>
                    <a:pt x="433" y="600"/>
                    <a:pt x="614" y="670"/>
                  </a:cubicBezTo>
                  <a:cubicBezTo>
                    <a:pt x="781" y="739"/>
                    <a:pt x="977" y="781"/>
                    <a:pt x="1144" y="823"/>
                  </a:cubicBezTo>
                  <a:cubicBezTo>
                    <a:pt x="1172" y="823"/>
                    <a:pt x="1200" y="823"/>
                    <a:pt x="1214" y="809"/>
                  </a:cubicBezTo>
                  <a:cubicBezTo>
                    <a:pt x="1256" y="795"/>
                    <a:pt x="1283" y="753"/>
                    <a:pt x="1311" y="725"/>
                  </a:cubicBezTo>
                  <a:cubicBezTo>
                    <a:pt x="1325" y="698"/>
                    <a:pt x="1311" y="670"/>
                    <a:pt x="1311" y="656"/>
                  </a:cubicBezTo>
                  <a:cubicBezTo>
                    <a:pt x="1004" y="293"/>
                    <a:pt x="628" y="84"/>
                    <a:pt x="1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35" name="Google Shape;1835;p56"/>
            <p:cNvSpPr/>
            <p:nvPr/>
          </p:nvSpPr>
          <p:spPr>
            <a:xfrm>
              <a:off x="4123300" y="2911025"/>
              <a:ext cx="28625" cy="17450"/>
            </a:xfrm>
            <a:custGeom>
              <a:avLst/>
              <a:gdLst/>
              <a:ahLst/>
              <a:cxnLst/>
              <a:rect l="l" t="t" r="r" b="b"/>
              <a:pathLst>
                <a:path w="1145" h="698" extrusionOk="0">
                  <a:moveTo>
                    <a:pt x="433" y="670"/>
                  </a:moveTo>
                  <a:cubicBezTo>
                    <a:pt x="573" y="628"/>
                    <a:pt x="698" y="558"/>
                    <a:pt x="838" y="502"/>
                  </a:cubicBezTo>
                  <a:cubicBezTo>
                    <a:pt x="1033" y="419"/>
                    <a:pt x="1075" y="223"/>
                    <a:pt x="1145" y="56"/>
                  </a:cubicBezTo>
                  <a:cubicBezTo>
                    <a:pt x="1131" y="42"/>
                    <a:pt x="1117" y="0"/>
                    <a:pt x="1103" y="0"/>
                  </a:cubicBezTo>
                  <a:cubicBezTo>
                    <a:pt x="907" y="14"/>
                    <a:pt x="712" y="56"/>
                    <a:pt x="545" y="84"/>
                  </a:cubicBezTo>
                  <a:cubicBezTo>
                    <a:pt x="363" y="112"/>
                    <a:pt x="224" y="195"/>
                    <a:pt x="85" y="293"/>
                  </a:cubicBezTo>
                  <a:cubicBezTo>
                    <a:pt x="15" y="349"/>
                    <a:pt x="1" y="488"/>
                    <a:pt x="71" y="558"/>
                  </a:cubicBezTo>
                  <a:cubicBezTo>
                    <a:pt x="154" y="670"/>
                    <a:pt x="294" y="698"/>
                    <a:pt x="433" y="6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36" name="Google Shape;1836;p56"/>
            <p:cNvSpPr/>
            <p:nvPr/>
          </p:nvSpPr>
          <p:spPr>
            <a:xfrm>
              <a:off x="2402750" y="1777700"/>
              <a:ext cx="31050" cy="21975"/>
            </a:xfrm>
            <a:custGeom>
              <a:avLst/>
              <a:gdLst/>
              <a:ahLst/>
              <a:cxnLst/>
              <a:rect l="l" t="t" r="r" b="b"/>
              <a:pathLst>
                <a:path w="1242" h="879" extrusionOk="0">
                  <a:moveTo>
                    <a:pt x="1242" y="112"/>
                  </a:moveTo>
                  <a:cubicBezTo>
                    <a:pt x="1242" y="84"/>
                    <a:pt x="1228" y="56"/>
                    <a:pt x="1228" y="56"/>
                  </a:cubicBezTo>
                  <a:cubicBezTo>
                    <a:pt x="1186" y="42"/>
                    <a:pt x="1130" y="0"/>
                    <a:pt x="1102" y="14"/>
                  </a:cubicBezTo>
                  <a:cubicBezTo>
                    <a:pt x="726" y="84"/>
                    <a:pt x="391" y="265"/>
                    <a:pt x="84" y="488"/>
                  </a:cubicBezTo>
                  <a:cubicBezTo>
                    <a:pt x="0" y="558"/>
                    <a:pt x="28" y="712"/>
                    <a:pt x="140" y="781"/>
                  </a:cubicBezTo>
                  <a:cubicBezTo>
                    <a:pt x="224" y="837"/>
                    <a:pt x="335" y="879"/>
                    <a:pt x="405" y="823"/>
                  </a:cubicBezTo>
                  <a:cubicBezTo>
                    <a:pt x="684" y="614"/>
                    <a:pt x="963" y="391"/>
                    <a:pt x="1242" y="181"/>
                  </a:cubicBezTo>
                  <a:cubicBezTo>
                    <a:pt x="1228" y="154"/>
                    <a:pt x="1228" y="126"/>
                    <a:pt x="1242" y="1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37" name="Google Shape;1837;p56"/>
            <p:cNvSpPr/>
            <p:nvPr/>
          </p:nvSpPr>
          <p:spPr>
            <a:xfrm>
              <a:off x="3776675" y="2781650"/>
              <a:ext cx="15725" cy="26875"/>
            </a:xfrm>
            <a:custGeom>
              <a:avLst/>
              <a:gdLst/>
              <a:ahLst/>
              <a:cxnLst/>
              <a:rect l="l" t="t" r="r" b="b"/>
              <a:pathLst>
                <a:path w="629" h="1075" extrusionOk="0">
                  <a:moveTo>
                    <a:pt x="475" y="1004"/>
                  </a:moveTo>
                  <a:cubicBezTo>
                    <a:pt x="517" y="963"/>
                    <a:pt x="559" y="879"/>
                    <a:pt x="587" y="809"/>
                  </a:cubicBezTo>
                  <a:cubicBezTo>
                    <a:pt x="615" y="684"/>
                    <a:pt x="615" y="530"/>
                    <a:pt x="629" y="433"/>
                  </a:cubicBezTo>
                  <a:cubicBezTo>
                    <a:pt x="615" y="349"/>
                    <a:pt x="615" y="293"/>
                    <a:pt x="615" y="237"/>
                  </a:cubicBezTo>
                  <a:cubicBezTo>
                    <a:pt x="615" y="223"/>
                    <a:pt x="601" y="182"/>
                    <a:pt x="601" y="168"/>
                  </a:cubicBezTo>
                  <a:cubicBezTo>
                    <a:pt x="573" y="70"/>
                    <a:pt x="489" y="0"/>
                    <a:pt x="405" y="42"/>
                  </a:cubicBezTo>
                  <a:cubicBezTo>
                    <a:pt x="322" y="84"/>
                    <a:pt x="224" y="112"/>
                    <a:pt x="140" y="168"/>
                  </a:cubicBezTo>
                  <a:cubicBezTo>
                    <a:pt x="43" y="237"/>
                    <a:pt x="1" y="363"/>
                    <a:pt x="15" y="488"/>
                  </a:cubicBezTo>
                  <a:cubicBezTo>
                    <a:pt x="43" y="670"/>
                    <a:pt x="113" y="851"/>
                    <a:pt x="224" y="1004"/>
                  </a:cubicBezTo>
                  <a:cubicBezTo>
                    <a:pt x="266" y="1074"/>
                    <a:pt x="419" y="1074"/>
                    <a:pt x="475" y="10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38" name="Google Shape;1838;p56"/>
            <p:cNvSpPr/>
            <p:nvPr/>
          </p:nvSpPr>
          <p:spPr>
            <a:xfrm>
              <a:off x="5411800" y="3296700"/>
              <a:ext cx="34550" cy="37325"/>
            </a:xfrm>
            <a:custGeom>
              <a:avLst/>
              <a:gdLst/>
              <a:ahLst/>
              <a:cxnLst/>
              <a:rect l="l" t="t" r="r" b="b"/>
              <a:pathLst>
                <a:path w="1382" h="1493" extrusionOk="0">
                  <a:moveTo>
                    <a:pt x="1" y="1395"/>
                  </a:moveTo>
                  <a:lnTo>
                    <a:pt x="1" y="1451"/>
                  </a:lnTo>
                  <a:cubicBezTo>
                    <a:pt x="15" y="1465"/>
                    <a:pt x="43" y="1493"/>
                    <a:pt x="57" y="1493"/>
                  </a:cubicBezTo>
                  <a:lnTo>
                    <a:pt x="126" y="1493"/>
                  </a:lnTo>
                  <a:cubicBezTo>
                    <a:pt x="364" y="1367"/>
                    <a:pt x="559" y="1186"/>
                    <a:pt x="698" y="963"/>
                  </a:cubicBezTo>
                  <a:cubicBezTo>
                    <a:pt x="852" y="726"/>
                    <a:pt x="1047" y="516"/>
                    <a:pt x="1284" y="377"/>
                  </a:cubicBezTo>
                  <a:cubicBezTo>
                    <a:pt x="1382" y="321"/>
                    <a:pt x="1354" y="321"/>
                    <a:pt x="1270" y="210"/>
                  </a:cubicBezTo>
                  <a:cubicBezTo>
                    <a:pt x="1145" y="0"/>
                    <a:pt x="1047" y="56"/>
                    <a:pt x="963" y="182"/>
                  </a:cubicBezTo>
                  <a:cubicBezTo>
                    <a:pt x="684" y="558"/>
                    <a:pt x="405" y="949"/>
                    <a:pt x="57" y="1284"/>
                  </a:cubicBezTo>
                  <a:cubicBezTo>
                    <a:pt x="57" y="1298"/>
                    <a:pt x="15" y="1353"/>
                    <a:pt x="1" y="13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39" name="Google Shape;1839;p56"/>
            <p:cNvSpPr/>
            <p:nvPr/>
          </p:nvSpPr>
          <p:spPr>
            <a:xfrm>
              <a:off x="5485050" y="3294950"/>
              <a:ext cx="19200" cy="30725"/>
            </a:xfrm>
            <a:custGeom>
              <a:avLst/>
              <a:gdLst/>
              <a:ahLst/>
              <a:cxnLst/>
              <a:rect l="l" t="t" r="r" b="b"/>
              <a:pathLst>
                <a:path w="768" h="1229" extrusionOk="0">
                  <a:moveTo>
                    <a:pt x="739" y="321"/>
                  </a:moveTo>
                  <a:cubicBezTo>
                    <a:pt x="739" y="126"/>
                    <a:pt x="558" y="112"/>
                    <a:pt x="460" y="28"/>
                  </a:cubicBezTo>
                  <a:lnTo>
                    <a:pt x="474" y="1"/>
                  </a:lnTo>
                  <a:lnTo>
                    <a:pt x="460" y="28"/>
                  </a:lnTo>
                  <a:lnTo>
                    <a:pt x="460" y="28"/>
                  </a:lnTo>
                  <a:lnTo>
                    <a:pt x="321" y="168"/>
                  </a:lnTo>
                  <a:cubicBezTo>
                    <a:pt x="265" y="335"/>
                    <a:pt x="279" y="517"/>
                    <a:pt x="154" y="670"/>
                  </a:cubicBezTo>
                  <a:cubicBezTo>
                    <a:pt x="0" y="865"/>
                    <a:pt x="42" y="921"/>
                    <a:pt x="223" y="1047"/>
                  </a:cubicBezTo>
                  <a:cubicBezTo>
                    <a:pt x="293" y="1102"/>
                    <a:pt x="391" y="1158"/>
                    <a:pt x="474" y="1186"/>
                  </a:cubicBezTo>
                  <a:cubicBezTo>
                    <a:pt x="530" y="1228"/>
                    <a:pt x="614" y="1186"/>
                    <a:pt x="642" y="1116"/>
                  </a:cubicBezTo>
                  <a:cubicBezTo>
                    <a:pt x="698" y="991"/>
                    <a:pt x="767" y="865"/>
                    <a:pt x="753" y="726"/>
                  </a:cubicBezTo>
                  <a:lnTo>
                    <a:pt x="767" y="740"/>
                  </a:lnTo>
                  <a:lnTo>
                    <a:pt x="767" y="726"/>
                  </a:lnTo>
                  <a:lnTo>
                    <a:pt x="753" y="726"/>
                  </a:lnTo>
                  <a:cubicBezTo>
                    <a:pt x="614" y="600"/>
                    <a:pt x="614" y="461"/>
                    <a:pt x="739" y="3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40" name="Google Shape;1840;p56"/>
            <p:cNvSpPr/>
            <p:nvPr/>
          </p:nvSpPr>
          <p:spPr>
            <a:xfrm>
              <a:off x="2518525" y="3181625"/>
              <a:ext cx="28625" cy="15700"/>
            </a:xfrm>
            <a:custGeom>
              <a:avLst/>
              <a:gdLst/>
              <a:ahLst/>
              <a:cxnLst/>
              <a:rect l="l" t="t" r="r" b="b"/>
              <a:pathLst>
                <a:path w="1145" h="628" extrusionOk="0">
                  <a:moveTo>
                    <a:pt x="433" y="28"/>
                  </a:moveTo>
                  <a:cubicBezTo>
                    <a:pt x="349" y="42"/>
                    <a:pt x="210" y="56"/>
                    <a:pt x="70" y="98"/>
                  </a:cubicBezTo>
                  <a:cubicBezTo>
                    <a:pt x="14" y="112"/>
                    <a:pt x="0" y="168"/>
                    <a:pt x="14" y="196"/>
                  </a:cubicBezTo>
                  <a:cubicBezTo>
                    <a:pt x="223" y="516"/>
                    <a:pt x="502" y="628"/>
                    <a:pt x="865" y="516"/>
                  </a:cubicBezTo>
                  <a:cubicBezTo>
                    <a:pt x="935" y="488"/>
                    <a:pt x="1005" y="461"/>
                    <a:pt x="1060" y="447"/>
                  </a:cubicBezTo>
                  <a:cubicBezTo>
                    <a:pt x="1130" y="419"/>
                    <a:pt x="1144" y="321"/>
                    <a:pt x="1116" y="265"/>
                  </a:cubicBezTo>
                  <a:cubicBezTo>
                    <a:pt x="949" y="42"/>
                    <a:pt x="726" y="0"/>
                    <a:pt x="433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41" name="Google Shape;1841;p56"/>
            <p:cNvSpPr/>
            <p:nvPr/>
          </p:nvSpPr>
          <p:spPr>
            <a:xfrm>
              <a:off x="5478075" y="3282400"/>
              <a:ext cx="17800" cy="22700"/>
            </a:xfrm>
            <a:custGeom>
              <a:avLst/>
              <a:gdLst/>
              <a:ahLst/>
              <a:cxnLst/>
              <a:rect l="l" t="t" r="r" b="b"/>
              <a:pathLst>
                <a:path w="712" h="908" extrusionOk="0">
                  <a:moveTo>
                    <a:pt x="712" y="530"/>
                  </a:moveTo>
                  <a:lnTo>
                    <a:pt x="712" y="391"/>
                  </a:lnTo>
                  <a:cubicBezTo>
                    <a:pt x="712" y="335"/>
                    <a:pt x="698" y="279"/>
                    <a:pt x="684" y="265"/>
                  </a:cubicBezTo>
                  <a:cubicBezTo>
                    <a:pt x="488" y="126"/>
                    <a:pt x="265" y="70"/>
                    <a:pt x="56" y="0"/>
                  </a:cubicBezTo>
                  <a:cubicBezTo>
                    <a:pt x="42" y="0"/>
                    <a:pt x="0" y="14"/>
                    <a:pt x="0" y="42"/>
                  </a:cubicBezTo>
                  <a:cubicBezTo>
                    <a:pt x="0" y="265"/>
                    <a:pt x="14" y="489"/>
                    <a:pt x="42" y="740"/>
                  </a:cubicBezTo>
                  <a:cubicBezTo>
                    <a:pt x="42" y="823"/>
                    <a:pt x="126" y="837"/>
                    <a:pt x="195" y="851"/>
                  </a:cubicBezTo>
                  <a:cubicBezTo>
                    <a:pt x="279" y="893"/>
                    <a:pt x="363" y="907"/>
                    <a:pt x="460" y="823"/>
                  </a:cubicBezTo>
                  <a:cubicBezTo>
                    <a:pt x="502" y="768"/>
                    <a:pt x="544" y="712"/>
                    <a:pt x="600" y="670"/>
                  </a:cubicBezTo>
                  <a:lnTo>
                    <a:pt x="572" y="684"/>
                  </a:lnTo>
                  <a:lnTo>
                    <a:pt x="600" y="670"/>
                  </a:lnTo>
                  <a:lnTo>
                    <a:pt x="600" y="670"/>
                  </a:lnTo>
                  <a:cubicBezTo>
                    <a:pt x="628" y="628"/>
                    <a:pt x="684" y="572"/>
                    <a:pt x="712" y="5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42" name="Google Shape;1842;p56"/>
            <p:cNvSpPr/>
            <p:nvPr/>
          </p:nvSpPr>
          <p:spPr>
            <a:xfrm>
              <a:off x="1504800" y="2161625"/>
              <a:ext cx="22700" cy="15725"/>
            </a:xfrm>
            <a:custGeom>
              <a:avLst/>
              <a:gdLst/>
              <a:ahLst/>
              <a:cxnLst/>
              <a:rect l="l" t="t" r="r" b="b"/>
              <a:pathLst>
                <a:path w="908" h="629" extrusionOk="0">
                  <a:moveTo>
                    <a:pt x="656" y="586"/>
                  </a:moveTo>
                  <a:cubicBezTo>
                    <a:pt x="782" y="545"/>
                    <a:pt x="907" y="335"/>
                    <a:pt x="879" y="196"/>
                  </a:cubicBezTo>
                  <a:cubicBezTo>
                    <a:pt x="866" y="126"/>
                    <a:pt x="740" y="1"/>
                    <a:pt x="628" y="28"/>
                  </a:cubicBezTo>
                  <a:cubicBezTo>
                    <a:pt x="475" y="56"/>
                    <a:pt x="266" y="70"/>
                    <a:pt x="56" y="126"/>
                  </a:cubicBezTo>
                  <a:cubicBezTo>
                    <a:pt x="43" y="126"/>
                    <a:pt x="1" y="196"/>
                    <a:pt x="1" y="252"/>
                  </a:cubicBezTo>
                  <a:cubicBezTo>
                    <a:pt x="1" y="349"/>
                    <a:pt x="43" y="447"/>
                    <a:pt x="126" y="489"/>
                  </a:cubicBezTo>
                  <a:cubicBezTo>
                    <a:pt x="280" y="600"/>
                    <a:pt x="461" y="628"/>
                    <a:pt x="656" y="5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43" name="Google Shape;1843;p56"/>
            <p:cNvSpPr/>
            <p:nvPr/>
          </p:nvSpPr>
          <p:spPr>
            <a:xfrm>
              <a:off x="4421800" y="2005400"/>
              <a:ext cx="20950" cy="20250"/>
            </a:xfrm>
            <a:custGeom>
              <a:avLst/>
              <a:gdLst/>
              <a:ahLst/>
              <a:cxnLst/>
              <a:rect l="l" t="t" r="r" b="b"/>
              <a:pathLst>
                <a:path w="838" h="810" extrusionOk="0">
                  <a:moveTo>
                    <a:pt x="252" y="698"/>
                  </a:moveTo>
                  <a:cubicBezTo>
                    <a:pt x="447" y="810"/>
                    <a:pt x="754" y="698"/>
                    <a:pt x="838" y="461"/>
                  </a:cubicBezTo>
                  <a:lnTo>
                    <a:pt x="838" y="391"/>
                  </a:lnTo>
                  <a:cubicBezTo>
                    <a:pt x="796" y="224"/>
                    <a:pt x="670" y="112"/>
                    <a:pt x="531" y="28"/>
                  </a:cubicBezTo>
                  <a:cubicBezTo>
                    <a:pt x="489" y="15"/>
                    <a:pt x="447" y="1"/>
                    <a:pt x="391" y="15"/>
                  </a:cubicBezTo>
                  <a:cubicBezTo>
                    <a:pt x="112" y="56"/>
                    <a:pt x="1" y="252"/>
                    <a:pt x="112" y="531"/>
                  </a:cubicBezTo>
                  <a:cubicBezTo>
                    <a:pt x="140" y="586"/>
                    <a:pt x="196" y="656"/>
                    <a:pt x="252" y="6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44" name="Google Shape;1844;p56"/>
            <p:cNvSpPr/>
            <p:nvPr/>
          </p:nvSpPr>
          <p:spPr>
            <a:xfrm>
              <a:off x="3997775" y="2912050"/>
              <a:ext cx="35250" cy="10850"/>
            </a:xfrm>
            <a:custGeom>
              <a:avLst/>
              <a:gdLst/>
              <a:ahLst/>
              <a:cxnLst/>
              <a:rect l="l" t="t" r="r" b="b"/>
              <a:pathLst>
                <a:path w="1410" h="434" extrusionOk="0">
                  <a:moveTo>
                    <a:pt x="210" y="1"/>
                  </a:moveTo>
                  <a:cubicBezTo>
                    <a:pt x="182" y="1"/>
                    <a:pt x="112" y="15"/>
                    <a:pt x="70" y="29"/>
                  </a:cubicBezTo>
                  <a:cubicBezTo>
                    <a:pt x="42" y="43"/>
                    <a:pt x="0" y="99"/>
                    <a:pt x="0" y="140"/>
                  </a:cubicBezTo>
                  <a:cubicBezTo>
                    <a:pt x="0" y="168"/>
                    <a:pt x="14" y="238"/>
                    <a:pt x="56" y="252"/>
                  </a:cubicBezTo>
                  <a:cubicBezTo>
                    <a:pt x="279" y="322"/>
                    <a:pt x="502" y="378"/>
                    <a:pt x="740" y="433"/>
                  </a:cubicBezTo>
                  <a:lnTo>
                    <a:pt x="781" y="433"/>
                  </a:lnTo>
                  <a:cubicBezTo>
                    <a:pt x="991" y="392"/>
                    <a:pt x="1172" y="378"/>
                    <a:pt x="1353" y="350"/>
                  </a:cubicBezTo>
                  <a:cubicBezTo>
                    <a:pt x="1381" y="350"/>
                    <a:pt x="1409" y="308"/>
                    <a:pt x="1409" y="294"/>
                  </a:cubicBezTo>
                  <a:cubicBezTo>
                    <a:pt x="1409" y="252"/>
                    <a:pt x="1395" y="210"/>
                    <a:pt x="1353" y="182"/>
                  </a:cubicBezTo>
                  <a:cubicBezTo>
                    <a:pt x="1200" y="71"/>
                    <a:pt x="1033" y="1"/>
                    <a:pt x="837" y="15"/>
                  </a:cubicBezTo>
                  <a:cubicBezTo>
                    <a:pt x="628" y="29"/>
                    <a:pt x="419" y="29"/>
                    <a:pt x="2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45" name="Google Shape;1845;p56"/>
            <p:cNvSpPr/>
            <p:nvPr/>
          </p:nvSpPr>
          <p:spPr>
            <a:xfrm>
              <a:off x="2681025" y="3182675"/>
              <a:ext cx="25125" cy="12225"/>
            </a:xfrm>
            <a:custGeom>
              <a:avLst/>
              <a:gdLst/>
              <a:ahLst/>
              <a:cxnLst/>
              <a:rect l="l" t="t" r="r" b="b"/>
              <a:pathLst>
                <a:path w="1005" h="489" extrusionOk="0">
                  <a:moveTo>
                    <a:pt x="837" y="28"/>
                  </a:moveTo>
                  <a:cubicBezTo>
                    <a:pt x="754" y="0"/>
                    <a:pt x="642" y="14"/>
                    <a:pt x="516" y="0"/>
                  </a:cubicBezTo>
                  <a:cubicBezTo>
                    <a:pt x="419" y="14"/>
                    <a:pt x="279" y="14"/>
                    <a:pt x="140" y="56"/>
                  </a:cubicBezTo>
                  <a:cubicBezTo>
                    <a:pt x="84" y="70"/>
                    <a:pt x="56" y="154"/>
                    <a:pt x="14" y="209"/>
                  </a:cubicBezTo>
                  <a:cubicBezTo>
                    <a:pt x="0" y="251"/>
                    <a:pt x="56" y="363"/>
                    <a:pt x="98" y="377"/>
                  </a:cubicBezTo>
                  <a:cubicBezTo>
                    <a:pt x="140" y="405"/>
                    <a:pt x="196" y="432"/>
                    <a:pt x="224" y="432"/>
                  </a:cubicBezTo>
                  <a:cubicBezTo>
                    <a:pt x="489" y="488"/>
                    <a:pt x="726" y="432"/>
                    <a:pt x="963" y="279"/>
                  </a:cubicBezTo>
                  <a:cubicBezTo>
                    <a:pt x="1005" y="237"/>
                    <a:pt x="1005" y="181"/>
                    <a:pt x="977" y="154"/>
                  </a:cubicBezTo>
                  <a:cubicBezTo>
                    <a:pt x="963" y="126"/>
                    <a:pt x="907" y="56"/>
                    <a:pt x="837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46" name="Google Shape;1846;p56"/>
            <p:cNvSpPr/>
            <p:nvPr/>
          </p:nvSpPr>
          <p:spPr>
            <a:xfrm>
              <a:off x="5453650" y="3254500"/>
              <a:ext cx="17475" cy="23050"/>
            </a:xfrm>
            <a:custGeom>
              <a:avLst/>
              <a:gdLst/>
              <a:ahLst/>
              <a:cxnLst/>
              <a:rect l="l" t="t" r="r" b="b"/>
              <a:pathLst>
                <a:path w="699" h="922" extrusionOk="0">
                  <a:moveTo>
                    <a:pt x="71" y="70"/>
                  </a:moveTo>
                  <a:cubicBezTo>
                    <a:pt x="43" y="84"/>
                    <a:pt x="1" y="154"/>
                    <a:pt x="1" y="182"/>
                  </a:cubicBezTo>
                  <a:cubicBezTo>
                    <a:pt x="71" y="405"/>
                    <a:pt x="154" y="628"/>
                    <a:pt x="294" y="823"/>
                  </a:cubicBezTo>
                  <a:cubicBezTo>
                    <a:pt x="363" y="921"/>
                    <a:pt x="545" y="907"/>
                    <a:pt x="601" y="810"/>
                  </a:cubicBezTo>
                  <a:cubicBezTo>
                    <a:pt x="684" y="642"/>
                    <a:pt x="698" y="489"/>
                    <a:pt x="601" y="335"/>
                  </a:cubicBezTo>
                  <a:cubicBezTo>
                    <a:pt x="545" y="252"/>
                    <a:pt x="461" y="154"/>
                    <a:pt x="391" y="70"/>
                  </a:cubicBezTo>
                  <a:cubicBezTo>
                    <a:pt x="294" y="42"/>
                    <a:pt x="182" y="0"/>
                    <a:pt x="71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47" name="Google Shape;1847;p56"/>
            <p:cNvSpPr/>
            <p:nvPr/>
          </p:nvSpPr>
          <p:spPr>
            <a:xfrm>
              <a:off x="5434475" y="3611925"/>
              <a:ext cx="26525" cy="16075"/>
            </a:xfrm>
            <a:custGeom>
              <a:avLst/>
              <a:gdLst/>
              <a:ahLst/>
              <a:cxnLst/>
              <a:rect l="l" t="t" r="r" b="b"/>
              <a:pathLst>
                <a:path w="1061" h="643" extrusionOk="0">
                  <a:moveTo>
                    <a:pt x="56" y="294"/>
                  </a:moveTo>
                  <a:cubicBezTo>
                    <a:pt x="280" y="363"/>
                    <a:pt x="475" y="503"/>
                    <a:pt x="698" y="615"/>
                  </a:cubicBezTo>
                  <a:cubicBezTo>
                    <a:pt x="754" y="642"/>
                    <a:pt x="838" y="629"/>
                    <a:pt x="907" y="615"/>
                  </a:cubicBezTo>
                  <a:cubicBezTo>
                    <a:pt x="991" y="601"/>
                    <a:pt x="1061" y="475"/>
                    <a:pt x="1019" y="391"/>
                  </a:cubicBezTo>
                  <a:cubicBezTo>
                    <a:pt x="991" y="350"/>
                    <a:pt x="963" y="294"/>
                    <a:pt x="949" y="266"/>
                  </a:cubicBezTo>
                  <a:cubicBezTo>
                    <a:pt x="768" y="71"/>
                    <a:pt x="545" y="1"/>
                    <a:pt x="252" y="1"/>
                  </a:cubicBezTo>
                  <a:cubicBezTo>
                    <a:pt x="224" y="1"/>
                    <a:pt x="154" y="1"/>
                    <a:pt x="84" y="43"/>
                  </a:cubicBezTo>
                  <a:cubicBezTo>
                    <a:pt x="56" y="57"/>
                    <a:pt x="15" y="112"/>
                    <a:pt x="15" y="154"/>
                  </a:cubicBezTo>
                  <a:cubicBezTo>
                    <a:pt x="1" y="210"/>
                    <a:pt x="15" y="280"/>
                    <a:pt x="56" y="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48" name="Google Shape;1848;p56"/>
            <p:cNvSpPr/>
            <p:nvPr/>
          </p:nvSpPr>
          <p:spPr>
            <a:xfrm>
              <a:off x="2593500" y="1751875"/>
              <a:ext cx="12925" cy="27925"/>
            </a:xfrm>
            <a:custGeom>
              <a:avLst/>
              <a:gdLst/>
              <a:ahLst/>
              <a:cxnLst/>
              <a:rect l="l" t="t" r="r" b="b"/>
              <a:pathLst>
                <a:path w="517" h="1117" extrusionOk="0">
                  <a:moveTo>
                    <a:pt x="154" y="1075"/>
                  </a:moveTo>
                  <a:cubicBezTo>
                    <a:pt x="209" y="1117"/>
                    <a:pt x="307" y="1089"/>
                    <a:pt x="349" y="1047"/>
                  </a:cubicBezTo>
                  <a:cubicBezTo>
                    <a:pt x="502" y="824"/>
                    <a:pt x="488" y="559"/>
                    <a:pt x="516" y="280"/>
                  </a:cubicBezTo>
                  <a:cubicBezTo>
                    <a:pt x="516" y="238"/>
                    <a:pt x="516" y="168"/>
                    <a:pt x="502" y="85"/>
                  </a:cubicBezTo>
                  <a:cubicBezTo>
                    <a:pt x="475" y="57"/>
                    <a:pt x="447" y="1"/>
                    <a:pt x="419" y="1"/>
                  </a:cubicBezTo>
                  <a:cubicBezTo>
                    <a:pt x="377" y="1"/>
                    <a:pt x="307" y="29"/>
                    <a:pt x="293" y="57"/>
                  </a:cubicBezTo>
                  <a:cubicBezTo>
                    <a:pt x="209" y="252"/>
                    <a:pt x="98" y="433"/>
                    <a:pt x="28" y="629"/>
                  </a:cubicBezTo>
                  <a:cubicBezTo>
                    <a:pt x="0" y="726"/>
                    <a:pt x="0" y="824"/>
                    <a:pt x="14" y="908"/>
                  </a:cubicBezTo>
                  <a:cubicBezTo>
                    <a:pt x="42" y="963"/>
                    <a:pt x="98" y="1019"/>
                    <a:pt x="154" y="10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49" name="Google Shape;1849;p56"/>
            <p:cNvSpPr/>
            <p:nvPr/>
          </p:nvSpPr>
          <p:spPr>
            <a:xfrm>
              <a:off x="5971850" y="3552650"/>
              <a:ext cx="18850" cy="20950"/>
            </a:xfrm>
            <a:custGeom>
              <a:avLst/>
              <a:gdLst/>
              <a:ahLst/>
              <a:cxnLst/>
              <a:rect l="l" t="t" r="r" b="b"/>
              <a:pathLst>
                <a:path w="754" h="838" extrusionOk="0">
                  <a:moveTo>
                    <a:pt x="126" y="15"/>
                  </a:moveTo>
                  <a:cubicBezTo>
                    <a:pt x="112" y="1"/>
                    <a:pt x="84" y="15"/>
                    <a:pt x="56" y="15"/>
                  </a:cubicBezTo>
                  <a:cubicBezTo>
                    <a:pt x="42" y="84"/>
                    <a:pt x="0" y="154"/>
                    <a:pt x="0" y="210"/>
                  </a:cubicBezTo>
                  <a:cubicBezTo>
                    <a:pt x="14" y="433"/>
                    <a:pt x="182" y="600"/>
                    <a:pt x="293" y="768"/>
                  </a:cubicBezTo>
                  <a:cubicBezTo>
                    <a:pt x="349" y="837"/>
                    <a:pt x="544" y="837"/>
                    <a:pt x="628" y="782"/>
                  </a:cubicBezTo>
                  <a:cubicBezTo>
                    <a:pt x="740" y="712"/>
                    <a:pt x="754" y="559"/>
                    <a:pt x="670" y="475"/>
                  </a:cubicBezTo>
                  <a:cubicBezTo>
                    <a:pt x="530" y="280"/>
                    <a:pt x="321" y="154"/>
                    <a:pt x="126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50" name="Google Shape;1850;p56"/>
            <p:cNvSpPr/>
            <p:nvPr/>
          </p:nvSpPr>
          <p:spPr>
            <a:xfrm>
              <a:off x="2646850" y="2316450"/>
              <a:ext cx="17450" cy="21300"/>
            </a:xfrm>
            <a:custGeom>
              <a:avLst/>
              <a:gdLst/>
              <a:ahLst/>
              <a:cxnLst/>
              <a:rect l="l" t="t" r="r" b="b"/>
              <a:pathLst>
                <a:path w="698" h="852" extrusionOk="0">
                  <a:moveTo>
                    <a:pt x="335" y="57"/>
                  </a:moveTo>
                  <a:cubicBezTo>
                    <a:pt x="112" y="196"/>
                    <a:pt x="0" y="475"/>
                    <a:pt x="98" y="712"/>
                  </a:cubicBezTo>
                  <a:cubicBezTo>
                    <a:pt x="112" y="768"/>
                    <a:pt x="182" y="810"/>
                    <a:pt x="238" y="852"/>
                  </a:cubicBezTo>
                  <a:cubicBezTo>
                    <a:pt x="279" y="838"/>
                    <a:pt x="349" y="838"/>
                    <a:pt x="377" y="810"/>
                  </a:cubicBezTo>
                  <a:cubicBezTo>
                    <a:pt x="461" y="698"/>
                    <a:pt x="544" y="573"/>
                    <a:pt x="614" y="461"/>
                  </a:cubicBezTo>
                  <a:cubicBezTo>
                    <a:pt x="628" y="419"/>
                    <a:pt x="656" y="363"/>
                    <a:pt x="670" y="335"/>
                  </a:cubicBezTo>
                  <a:cubicBezTo>
                    <a:pt x="698" y="252"/>
                    <a:pt x="670" y="140"/>
                    <a:pt x="614" y="70"/>
                  </a:cubicBezTo>
                  <a:cubicBezTo>
                    <a:pt x="530" y="15"/>
                    <a:pt x="419" y="1"/>
                    <a:pt x="335" y="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51" name="Google Shape;1851;p56"/>
            <p:cNvSpPr/>
            <p:nvPr/>
          </p:nvSpPr>
          <p:spPr>
            <a:xfrm>
              <a:off x="5791900" y="2203475"/>
              <a:ext cx="16425" cy="25125"/>
            </a:xfrm>
            <a:custGeom>
              <a:avLst/>
              <a:gdLst/>
              <a:ahLst/>
              <a:cxnLst/>
              <a:rect l="l" t="t" r="r" b="b"/>
              <a:pathLst>
                <a:path w="657" h="1005" extrusionOk="0">
                  <a:moveTo>
                    <a:pt x="294" y="42"/>
                  </a:moveTo>
                  <a:cubicBezTo>
                    <a:pt x="252" y="70"/>
                    <a:pt x="168" y="126"/>
                    <a:pt x="140" y="182"/>
                  </a:cubicBezTo>
                  <a:cubicBezTo>
                    <a:pt x="57" y="265"/>
                    <a:pt x="1" y="377"/>
                    <a:pt x="57" y="489"/>
                  </a:cubicBezTo>
                  <a:cubicBezTo>
                    <a:pt x="99" y="656"/>
                    <a:pt x="140" y="809"/>
                    <a:pt x="196" y="963"/>
                  </a:cubicBezTo>
                  <a:cubicBezTo>
                    <a:pt x="196" y="977"/>
                    <a:pt x="224" y="977"/>
                    <a:pt x="238" y="1005"/>
                  </a:cubicBezTo>
                  <a:lnTo>
                    <a:pt x="294" y="949"/>
                  </a:lnTo>
                  <a:cubicBezTo>
                    <a:pt x="350" y="754"/>
                    <a:pt x="489" y="614"/>
                    <a:pt x="587" y="461"/>
                  </a:cubicBezTo>
                  <a:cubicBezTo>
                    <a:pt x="657" y="335"/>
                    <a:pt x="629" y="196"/>
                    <a:pt x="503" y="70"/>
                  </a:cubicBezTo>
                  <a:cubicBezTo>
                    <a:pt x="433" y="28"/>
                    <a:pt x="350" y="0"/>
                    <a:pt x="294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52" name="Google Shape;1852;p56"/>
            <p:cNvSpPr/>
            <p:nvPr/>
          </p:nvSpPr>
          <p:spPr>
            <a:xfrm>
              <a:off x="2785625" y="2700400"/>
              <a:ext cx="375" cy="725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15" y="0"/>
                  </a:moveTo>
                  <a:lnTo>
                    <a:pt x="1" y="0"/>
                  </a:lnTo>
                  <a:lnTo>
                    <a:pt x="15" y="0"/>
                  </a:lnTo>
                  <a:cubicBezTo>
                    <a:pt x="15" y="28"/>
                    <a:pt x="15" y="28"/>
                    <a:pt x="15" y="0"/>
                  </a:cubicBezTo>
                  <a:cubicBezTo>
                    <a:pt x="15" y="28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53" name="Google Shape;1853;p56"/>
            <p:cNvSpPr/>
            <p:nvPr/>
          </p:nvSpPr>
          <p:spPr>
            <a:xfrm>
              <a:off x="2780050" y="2687850"/>
              <a:ext cx="25150" cy="20250"/>
            </a:xfrm>
            <a:custGeom>
              <a:avLst/>
              <a:gdLst/>
              <a:ahLst/>
              <a:cxnLst/>
              <a:rect l="l" t="t" r="r" b="b"/>
              <a:pathLst>
                <a:path w="1006" h="810" extrusionOk="0">
                  <a:moveTo>
                    <a:pt x="670" y="809"/>
                  </a:moveTo>
                  <a:lnTo>
                    <a:pt x="949" y="809"/>
                  </a:lnTo>
                  <a:cubicBezTo>
                    <a:pt x="991" y="363"/>
                    <a:pt x="1005" y="474"/>
                    <a:pt x="670" y="321"/>
                  </a:cubicBezTo>
                  <a:cubicBezTo>
                    <a:pt x="489" y="223"/>
                    <a:pt x="280" y="181"/>
                    <a:pt x="140" y="0"/>
                  </a:cubicBezTo>
                  <a:cubicBezTo>
                    <a:pt x="140" y="0"/>
                    <a:pt x="71" y="42"/>
                    <a:pt x="15" y="56"/>
                  </a:cubicBezTo>
                  <a:cubicBezTo>
                    <a:pt x="1" y="56"/>
                    <a:pt x="1" y="112"/>
                    <a:pt x="1" y="126"/>
                  </a:cubicBezTo>
                  <a:cubicBezTo>
                    <a:pt x="57" y="265"/>
                    <a:pt x="154" y="405"/>
                    <a:pt x="238" y="530"/>
                  </a:cubicBezTo>
                  <a:cubicBezTo>
                    <a:pt x="308" y="544"/>
                    <a:pt x="391" y="558"/>
                    <a:pt x="461" y="600"/>
                  </a:cubicBezTo>
                  <a:cubicBezTo>
                    <a:pt x="573" y="614"/>
                    <a:pt x="642" y="697"/>
                    <a:pt x="670" y="8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54" name="Google Shape;1854;p56"/>
            <p:cNvSpPr/>
            <p:nvPr/>
          </p:nvSpPr>
          <p:spPr>
            <a:xfrm>
              <a:off x="2796450" y="2708075"/>
              <a:ext cx="375" cy="350"/>
            </a:xfrm>
            <a:custGeom>
              <a:avLst/>
              <a:gdLst/>
              <a:ahLst/>
              <a:cxnLst/>
              <a:rect l="l" t="t" r="r" b="b"/>
              <a:pathLst>
                <a:path w="15" h="14" extrusionOk="0">
                  <a:moveTo>
                    <a:pt x="14" y="0"/>
                  </a:moveTo>
                  <a:lnTo>
                    <a:pt x="0" y="0"/>
                  </a:lnTo>
                  <a:lnTo>
                    <a:pt x="14" y="0"/>
                  </a:lnTo>
                  <a:cubicBezTo>
                    <a:pt x="14" y="14"/>
                    <a:pt x="14" y="14"/>
                    <a:pt x="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55" name="Google Shape;1855;p56"/>
            <p:cNvSpPr/>
            <p:nvPr/>
          </p:nvSpPr>
          <p:spPr>
            <a:xfrm>
              <a:off x="5723900" y="2614950"/>
              <a:ext cx="20950" cy="25825"/>
            </a:xfrm>
            <a:custGeom>
              <a:avLst/>
              <a:gdLst/>
              <a:ahLst/>
              <a:cxnLst/>
              <a:rect l="l" t="t" r="r" b="b"/>
              <a:pathLst>
                <a:path w="838" h="1033" extrusionOk="0">
                  <a:moveTo>
                    <a:pt x="140" y="1005"/>
                  </a:moveTo>
                  <a:cubicBezTo>
                    <a:pt x="350" y="726"/>
                    <a:pt x="559" y="433"/>
                    <a:pt x="824" y="196"/>
                  </a:cubicBezTo>
                  <a:cubicBezTo>
                    <a:pt x="838" y="182"/>
                    <a:pt x="824" y="112"/>
                    <a:pt x="824" y="70"/>
                  </a:cubicBezTo>
                  <a:lnTo>
                    <a:pt x="768" y="29"/>
                  </a:lnTo>
                  <a:cubicBezTo>
                    <a:pt x="670" y="1"/>
                    <a:pt x="615" y="112"/>
                    <a:pt x="531" y="140"/>
                  </a:cubicBezTo>
                  <a:cubicBezTo>
                    <a:pt x="392" y="196"/>
                    <a:pt x="266" y="238"/>
                    <a:pt x="210" y="391"/>
                  </a:cubicBezTo>
                  <a:cubicBezTo>
                    <a:pt x="154" y="531"/>
                    <a:pt x="85" y="628"/>
                    <a:pt x="15" y="768"/>
                  </a:cubicBezTo>
                  <a:cubicBezTo>
                    <a:pt x="1" y="810"/>
                    <a:pt x="1" y="866"/>
                    <a:pt x="1" y="907"/>
                  </a:cubicBezTo>
                  <a:cubicBezTo>
                    <a:pt x="1" y="949"/>
                    <a:pt x="43" y="977"/>
                    <a:pt x="71" y="1019"/>
                  </a:cubicBezTo>
                  <a:cubicBezTo>
                    <a:pt x="85" y="1033"/>
                    <a:pt x="140" y="1019"/>
                    <a:pt x="140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56" name="Google Shape;1856;p56"/>
            <p:cNvSpPr/>
            <p:nvPr/>
          </p:nvSpPr>
          <p:spPr>
            <a:xfrm>
              <a:off x="5541875" y="3514650"/>
              <a:ext cx="18850" cy="15350"/>
            </a:xfrm>
            <a:custGeom>
              <a:avLst/>
              <a:gdLst/>
              <a:ahLst/>
              <a:cxnLst/>
              <a:rect l="l" t="t" r="r" b="b"/>
              <a:pathLst>
                <a:path w="754" h="614" extrusionOk="0">
                  <a:moveTo>
                    <a:pt x="712" y="460"/>
                  </a:moveTo>
                  <a:cubicBezTo>
                    <a:pt x="740" y="419"/>
                    <a:pt x="740" y="377"/>
                    <a:pt x="754" y="335"/>
                  </a:cubicBezTo>
                  <a:cubicBezTo>
                    <a:pt x="740" y="293"/>
                    <a:pt x="740" y="251"/>
                    <a:pt x="712" y="209"/>
                  </a:cubicBezTo>
                  <a:cubicBezTo>
                    <a:pt x="517" y="0"/>
                    <a:pt x="224" y="14"/>
                    <a:pt x="29" y="209"/>
                  </a:cubicBezTo>
                  <a:cubicBezTo>
                    <a:pt x="1" y="251"/>
                    <a:pt x="1" y="349"/>
                    <a:pt x="29" y="405"/>
                  </a:cubicBezTo>
                  <a:cubicBezTo>
                    <a:pt x="168" y="544"/>
                    <a:pt x="350" y="614"/>
                    <a:pt x="531" y="558"/>
                  </a:cubicBezTo>
                  <a:cubicBezTo>
                    <a:pt x="601" y="544"/>
                    <a:pt x="656" y="516"/>
                    <a:pt x="712" y="4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57" name="Google Shape;1857;p56"/>
            <p:cNvSpPr/>
            <p:nvPr/>
          </p:nvSpPr>
          <p:spPr>
            <a:xfrm>
              <a:off x="3459000" y="2001925"/>
              <a:ext cx="15375" cy="17800"/>
            </a:xfrm>
            <a:custGeom>
              <a:avLst/>
              <a:gdLst/>
              <a:ahLst/>
              <a:cxnLst/>
              <a:rect l="l" t="t" r="r" b="b"/>
              <a:pathLst>
                <a:path w="615" h="712" extrusionOk="0">
                  <a:moveTo>
                    <a:pt x="70" y="140"/>
                  </a:moveTo>
                  <a:cubicBezTo>
                    <a:pt x="29" y="181"/>
                    <a:pt x="15" y="279"/>
                    <a:pt x="15" y="321"/>
                  </a:cubicBezTo>
                  <a:cubicBezTo>
                    <a:pt x="1" y="446"/>
                    <a:pt x="43" y="572"/>
                    <a:pt x="140" y="628"/>
                  </a:cubicBezTo>
                  <a:cubicBezTo>
                    <a:pt x="266" y="698"/>
                    <a:pt x="405" y="711"/>
                    <a:pt x="545" y="628"/>
                  </a:cubicBezTo>
                  <a:cubicBezTo>
                    <a:pt x="559" y="600"/>
                    <a:pt x="573" y="586"/>
                    <a:pt x="573" y="572"/>
                  </a:cubicBezTo>
                  <a:cubicBezTo>
                    <a:pt x="573" y="544"/>
                    <a:pt x="614" y="516"/>
                    <a:pt x="601" y="502"/>
                  </a:cubicBezTo>
                  <a:cubicBezTo>
                    <a:pt x="545" y="377"/>
                    <a:pt x="475" y="237"/>
                    <a:pt x="419" y="112"/>
                  </a:cubicBezTo>
                  <a:cubicBezTo>
                    <a:pt x="349" y="0"/>
                    <a:pt x="140" y="0"/>
                    <a:pt x="70" y="1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58" name="Google Shape;1858;p56"/>
            <p:cNvSpPr/>
            <p:nvPr/>
          </p:nvSpPr>
          <p:spPr>
            <a:xfrm>
              <a:off x="1404375" y="2355175"/>
              <a:ext cx="20950" cy="17450"/>
            </a:xfrm>
            <a:custGeom>
              <a:avLst/>
              <a:gdLst/>
              <a:ahLst/>
              <a:cxnLst/>
              <a:rect l="l" t="t" r="r" b="b"/>
              <a:pathLst>
                <a:path w="838" h="698" extrusionOk="0">
                  <a:moveTo>
                    <a:pt x="656" y="0"/>
                  </a:moveTo>
                  <a:cubicBezTo>
                    <a:pt x="614" y="0"/>
                    <a:pt x="558" y="0"/>
                    <a:pt x="517" y="42"/>
                  </a:cubicBezTo>
                  <a:lnTo>
                    <a:pt x="1" y="614"/>
                  </a:lnTo>
                  <a:cubicBezTo>
                    <a:pt x="1" y="628"/>
                    <a:pt x="1" y="656"/>
                    <a:pt x="14" y="670"/>
                  </a:cubicBezTo>
                  <a:cubicBezTo>
                    <a:pt x="28" y="684"/>
                    <a:pt x="42" y="697"/>
                    <a:pt x="70" y="697"/>
                  </a:cubicBezTo>
                  <a:cubicBezTo>
                    <a:pt x="349" y="684"/>
                    <a:pt x="572" y="586"/>
                    <a:pt x="768" y="405"/>
                  </a:cubicBezTo>
                  <a:cubicBezTo>
                    <a:pt x="810" y="377"/>
                    <a:pt x="810" y="279"/>
                    <a:pt x="837" y="237"/>
                  </a:cubicBezTo>
                  <a:cubicBezTo>
                    <a:pt x="837" y="126"/>
                    <a:pt x="740" y="28"/>
                    <a:pt x="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59" name="Google Shape;1859;p56"/>
            <p:cNvSpPr/>
            <p:nvPr/>
          </p:nvSpPr>
          <p:spPr>
            <a:xfrm>
              <a:off x="2723225" y="1666450"/>
              <a:ext cx="17800" cy="17800"/>
            </a:xfrm>
            <a:custGeom>
              <a:avLst/>
              <a:gdLst/>
              <a:ahLst/>
              <a:cxnLst/>
              <a:rect l="l" t="t" r="r" b="b"/>
              <a:pathLst>
                <a:path w="712" h="712" extrusionOk="0">
                  <a:moveTo>
                    <a:pt x="251" y="656"/>
                  </a:moveTo>
                  <a:cubicBezTo>
                    <a:pt x="279" y="698"/>
                    <a:pt x="391" y="712"/>
                    <a:pt x="433" y="670"/>
                  </a:cubicBezTo>
                  <a:cubicBezTo>
                    <a:pt x="544" y="545"/>
                    <a:pt x="670" y="419"/>
                    <a:pt x="698" y="252"/>
                  </a:cubicBezTo>
                  <a:cubicBezTo>
                    <a:pt x="712" y="210"/>
                    <a:pt x="684" y="168"/>
                    <a:pt x="670" y="126"/>
                  </a:cubicBezTo>
                  <a:cubicBezTo>
                    <a:pt x="614" y="42"/>
                    <a:pt x="502" y="28"/>
                    <a:pt x="419" y="1"/>
                  </a:cubicBezTo>
                  <a:cubicBezTo>
                    <a:pt x="209" y="42"/>
                    <a:pt x="0" y="252"/>
                    <a:pt x="154" y="475"/>
                  </a:cubicBezTo>
                  <a:cubicBezTo>
                    <a:pt x="195" y="517"/>
                    <a:pt x="209" y="586"/>
                    <a:pt x="251" y="6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60" name="Google Shape;1860;p56"/>
            <p:cNvSpPr/>
            <p:nvPr/>
          </p:nvSpPr>
          <p:spPr>
            <a:xfrm>
              <a:off x="2735075" y="1804900"/>
              <a:ext cx="14325" cy="16750"/>
            </a:xfrm>
            <a:custGeom>
              <a:avLst/>
              <a:gdLst/>
              <a:ahLst/>
              <a:cxnLst/>
              <a:rect l="l" t="t" r="r" b="b"/>
              <a:pathLst>
                <a:path w="573" h="670" extrusionOk="0">
                  <a:moveTo>
                    <a:pt x="0" y="530"/>
                  </a:moveTo>
                  <a:cubicBezTo>
                    <a:pt x="0" y="558"/>
                    <a:pt x="14" y="572"/>
                    <a:pt x="28" y="586"/>
                  </a:cubicBezTo>
                  <a:cubicBezTo>
                    <a:pt x="140" y="656"/>
                    <a:pt x="265" y="670"/>
                    <a:pt x="363" y="600"/>
                  </a:cubicBezTo>
                  <a:cubicBezTo>
                    <a:pt x="475" y="558"/>
                    <a:pt x="544" y="446"/>
                    <a:pt x="558" y="349"/>
                  </a:cubicBezTo>
                  <a:cubicBezTo>
                    <a:pt x="572" y="168"/>
                    <a:pt x="419" y="0"/>
                    <a:pt x="265" y="0"/>
                  </a:cubicBezTo>
                  <a:cubicBezTo>
                    <a:pt x="224" y="0"/>
                    <a:pt x="168" y="28"/>
                    <a:pt x="140" y="42"/>
                  </a:cubicBezTo>
                  <a:cubicBezTo>
                    <a:pt x="28" y="223"/>
                    <a:pt x="14" y="377"/>
                    <a:pt x="0" y="5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61" name="Google Shape;1861;p56"/>
            <p:cNvSpPr/>
            <p:nvPr/>
          </p:nvSpPr>
          <p:spPr>
            <a:xfrm>
              <a:off x="1375775" y="2366325"/>
              <a:ext cx="20950" cy="16750"/>
            </a:xfrm>
            <a:custGeom>
              <a:avLst/>
              <a:gdLst/>
              <a:ahLst/>
              <a:cxnLst/>
              <a:rect l="l" t="t" r="r" b="b"/>
              <a:pathLst>
                <a:path w="838" h="670" extrusionOk="0">
                  <a:moveTo>
                    <a:pt x="754" y="0"/>
                  </a:moveTo>
                  <a:cubicBezTo>
                    <a:pt x="684" y="0"/>
                    <a:pt x="601" y="0"/>
                    <a:pt x="545" y="28"/>
                  </a:cubicBezTo>
                  <a:cubicBezTo>
                    <a:pt x="349" y="168"/>
                    <a:pt x="182" y="321"/>
                    <a:pt x="43" y="530"/>
                  </a:cubicBezTo>
                  <a:cubicBezTo>
                    <a:pt x="1" y="586"/>
                    <a:pt x="1" y="614"/>
                    <a:pt x="57" y="656"/>
                  </a:cubicBezTo>
                  <a:cubicBezTo>
                    <a:pt x="70" y="670"/>
                    <a:pt x="112" y="670"/>
                    <a:pt x="126" y="656"/>
                  </a:cubicBezTo>
                  <a:cubicBezTo>
                    <a:pt x="405" y="544"/>
                    <a:pt x="628" y="391"/>
                    <a:pt x="824" y="168"/>
                  </a:cubicBezTo>
                  <a:cubicBezTo>
                    <a:pt x="838" y="154"/>
                    <a:pt x="838" y="112"/>
                    <a:pt x="838" y="98"/>
                  </a:cubicBezTo>
                  <a:cubicBezTo>
                    <a:pt x="810" y="42"/>
                    <a:pt x="796" y="0"/>
                    <a:pt x="7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62" name="Google Shape;1862;p56"/>
            <p:cNvSpPr/>
            <p:nvPr/>
          </p:nvSpPr>
          <p:spPr>
            <a:xfrm>
              <a:off x="5162825" y="1766875"/>
              <a:ext cx="13975" cy="17125"/>
            </a:xfrm>
            <a:custGeom>
              <a:avLst/>
              <a:gdLst/>
              <a:ahLst/>
              <a:cxnLst/>
              <a:rect l="l" t="t" r="r" b="b"/>
              <a:pathLst>
                <a:path w="559" h="685" extrusionOk="0">
                  <a:moveTo>
                    <a:pt x="280" y="15"/>
                  </a:moveTo>
                  <a:cubicBezTo>
                    <a:pt x="238" y="1"/>
                    <a:pt x="140" y="15"/>
                    <a:pt x="98" y="57"/>
                  </a:cubicBezTo>
                  <a:cubicBezTo>
                    <a:pt x="42" y="84"/>
                    <a:pt x="1" y="168"/>
                    <a:pt x="29" y="224"/>
                  </a:cubicBezTo>
                  <a:cubicBezTo>
                    <a:pt x="42" y="433"/>
                    <a:pt x="168" y="573"/>
                    <a:pt x="335" y="656"/>
                  </a:cubicBezTo>
                  <a:cubicBezTo>
                    <a:pt x="391" y="684"/>
                    <a:pt x="489" y="656"/>
                    <a:pt x="517" y="587"/>
                  </a:cubicBezTo>
                  <a:cubicBezTo>
                    <a:pt x="545" y="517"/>
                    <a:pt x="559" y="447"/>
                    <a:pt x="559" y="419"/>
                  </a:cubicBezTo>
                  <a:cubicBezTo>
                    <a:pt x="545" y="210"/>
                    <a:pt x="447" y="84"/>
                    <a:pt x="280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63" name="Google Shape;1863;p56"/>
            <p:cNvSpPr/>
            <p:nvPr/>
          </p:nvSpPr>
          <p:spPr>
            <a:xfrm>
              <a:off x="2633600" y="1752925"/>
              <a:ext cx="16050" cy="14325"/>
            </a:xfrm>
            <a:custGeom>
              <a:avLst/>
              <a:gdLst/>
              <a:ahLst/>
              <a:cxnLst/>
              <a:rect l="l" t="t" r="r" b="b"/>
              <a:pathLst>
                <a:path w="642" h="573" extrusionOk="0">
                  <a:moveTo>
                    <a:pt x="42" y="294"/>
                  </a:moveTo>
                  <a:cubicBezTo>
                    <a:pt x="112" y="475"/>
                    <a:pt x="224" y="559"/>
                    <a:pt x="419" y="573"/>
                  </a:cubicBezTo>
                  <a:cubicBezTo>
                    <a:pt x="530" y="573"/>
                    <a:pt x="642" y="475"/>
                    <a:pt x="628" y="349"/>
                  </a:cubicBezTo>
                  <a:cubicBezTo>
                    <a:pt x="600" y="154"/>
                    <a:pt x="447" y="1"/>
                    <a:pt x="251" y="1"/>
                  </a:cubicBezTo>
                  <a:cubicBezTo>
                    <a:pt x="112" y="1"/>
                    <a:pt x="0" y="168"/>
                    <a:pt x="42" y="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64" name="Google Shape;1864;p56"/>
            <p:cNvSpPr/>
            <p:nvPr/>
          </p:nvSpPr>
          <p:spPr>
            <a:xfrm>
              <a:off x="2513650" y="1706550"/>
              <a:ext cx="55450" cy="43625"/>
            </a:xfrm>
            <a:custGeom>
              <a:avLst/>
              <a:gdLst/>
              <a:ahLst/>
              <a:cxnLst/>
              <a:rect l="l" t="t" r="r" b="b"/>
              <a:pathLst>
                <a:path w="2218" h="1745" extrusionOk="0">
                  <a:moveTo>
                    <a:pt x="363" y="684"/>
                  </a:moveTo>
                  <a:cubicBezTo>
                    <a:pt x="363" y="698"/>
                    <a:pt x="363" y="698"/>
                    <a:pt x="363" y="684"/>
                  </a:cubicBezTo>
                  <a:lnTo>
                    <a:pt x="363" y="684"/>
                  </a:lnTo>
                  <a:cubicBezTo>
                    <a:pt x="349" y="768"/>
                    <a:pt x="307" y="879"/>
                    <a:pt x="279" y="963"/>
                  </a:cubicBezTo>
                  <a:cubicBezTo>
                    <a:pt x="223" y="1089"/>
                    <a:pt x="237" y="1186"/>
                    <a:pt x="307" y="1298"/>
                  </a:cubicBezTo>
                  <a:cubicBezTo>
                    <a:pt x="377" y="1395"/>
                    <a:pt x="446" y="1493"/>
                    <a:pt x="516" y="1577"/>
                  </a:cubicBezTo>
                  <a:cubicBezTo>
                    <a:pt x="572" y="1660"/>
                    <a:pt x="656" y="1702"/>
                    <a:pt x="767" y="1716"/>
                  </a:cubicBezTo>
                  <a:cubicBezTo>
                    <a:pt x="851" y="1730"/>
                    <a:pt x="962" y="1744"/>
                    <a:pt x="1046" y="1744"/>
                  </a:cubicBezTo>
                  <a:cubicBezTo>
                    <a:pt x="1214" y="1744"/>
                    <a:pt x="1367" y="1702"/>
                    <a:pt x="1479" y="1563"/>
                  </a:cubicBezTo>
                  <a:cubicBezTo>
                    <a:pt x="1590" y="1451"/>
                    <a:pt x="1660" y="1326"/>
                    <a:pt x="1688" y="1186"/>
                  </a:cubicBezTo>
                  <a:cubicBezTo>
                    <a:pt x="1702" y="1089"/>
                    <a:pt x="1772" y="1033"/>
                    <a:pt x="1869" y="977"/>
                  </a:cubicBezTo>
                  <a:cubicBezTo>
                    <a:pt x="1967" y="935"/>
                    <a:pt x="2064" y="865"/>
                    <a:pt x="2162" y="810"/>
                  </a:cubicBezTo>
                  <a:cubicBezTo>
                    <a:pt x="2218" y="768"/>
                    <a:pt x="2190" y="726"/>
                    <a:pt x="2162" y="684"/>
                  </a:cubicBezTo>
                  <a:cubicBezTo>
                    <a:pt x="2120" y="656"/>
                    <a:pt x="2106" y="600"/>
                    <a:pt x="2064" y="586"/>
                  </a:cubicBezTo>
                  <a:cubicBezTo>
                    <a:pt x="1772" y="475"/>
                    <a:pt x="1479" y="419"/>
                    <a:pt x="1172" y="405"/>
                  </a:cubicBezTo>
                  <a:cubicBezTo>
                    <a:pt x="921" y="391"/>
                    <a:pt x="697" y="447"/>
                    <a:pt x="488" y="559"/>
                  </a:cubicBezTo>
                  <a:lnTo>
                    <a:pt x="502" y="545"/>
                  </a:lnTo>
                  <a:lnTo>
                    <a:pt x="488" y="559"/>
                  </a:lnTo>
                  <a:lnTo>
                    <a:pt x="488" y="559"/>
                  </a:lnTo>
                  <a:lnTo>
                    <a:pt x="418" y="628"/>
                  </a:lnTo>
                  <a:lnTo>
                    <a:pt x="488" y="559"/>
                  </a:lnTo>
                  <a:cubicBezTo>
                    <a:pt x="474" y="419"/>
                    <a:pt x="474" y="280"/>
                    <a:pt x="446" y="140"/>
                  </a:cubicBezTo>
                  <a:cubicBezTo>
                    <a:pt x="432" y="56"/>
                    <a:pt x="307" y="1"/>
                    <a:pt x="223" y="29"/>
                  </a:cubicBezTo>
                  <a:cubicBezTo>
                    <a:pt x="126" y="42"/>
                    <a:pt x="70" y="112"/>
                    <a:pt x="28" y="196"/>
                  </a:cubicBezTo>
                  <a:cubicBezTo>
                    <a:pt x="0" y="307"/>
                    <a:pt x="0" y="419"/>
                    <a:pt x="56" y="531"/>
                  </a:cubicBezTo>
                  <a:cubicBezTo>
                    <a:pt x="140" y="656"/>
                    <a:pt x="265" y="684"/>
                    <a:pt x="363" y="6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65" name="Google Shape;1865;p56"/>
            <p:cNvSpPr/>
            <p:nvPr/>
          </p:nvSpPr>
          <p:spPr>
            <a:xfrm>
              <a:off x="5790175" y="2469900"/>
              <a:ext cx="12575" cy="20950"/>
            </a:xfrm>
            <a:custGeom>
              <a:avLst/>
              <a:gdLst/>
              <a:ahLst/>
              <a:cxnLst/>
              <a:rect l="l" t="t" r="r" b="b"/>
              <a:pathLst>
                <a:path w="503" h="838" extrusionOk="0">
                  <a:moveTo>
                    <a:pt x="265" y="767"/>
                  </a:moveTo>
                  <a:cubicBezTo>
                    <a:pt x="433" y="558"/>
                    <a:pt x="502" y="307"/>
                    <a:pt x="474" y="56"/>
                  </a:cubicBezTo>
                  <a:cubicBezTo>
                    <a:pt x="474" y="28"/>
                    <a:pt x="433" y="0"/>
                    <a:pt x="433" y="0"/>
                  </a:cubicBezTo>
                  <a:cubicBezTo>
                    <a:pt x="405" y="0"/>
                    <a:pt x="349" y="0"/>
                    <a:pt x="321" y="14"/>
                  </a:cubicBezTo>
                  <a:cubicBezTo>
                    <a:pt x="293" y="14"/>
                    <a:pt x="265" y="28"/>
                    <a:pt x="265" y="70"/>
                  </a:cubicBezTo>
                  <a:cubicBezTo>
                    <a:pt x="182" y="265"/>
                    <a:pt x="84" y="446"/>
                    <a:pt x="14" y="642"/>
                  </a:cubicBezTo>
                  <a:cubicBezTo>
                    <a:pt x="0" y="698"/>
                    <a:pt x="56" y="767"/>
                    <a:pt x="84" y="823"/>
                  </a:cubicBezTo>
                  <a:cubicBezTo>
                    <a:pt x="84" y="837"/>
                    <a:pt x="126" y="837"/>
                    <a:pt x="154" y="837"/>
                  </a:cubicBezTo>
                  <a:cubicBezTo>
                    <a:pt x="195" y="823"/>
                    <a:pt x="237" y="809"/>
                    <a:pt x="265" y="7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66" name="Google Shape;1866;p56"/>
            <p:cNvSpPr/>
            <p:nvPr/>
          </p:nvSpPr>
          <p:spPr>
            <a:xfrm>
              <a:off x="2609875" y="2467450"/>
              <a:ext cx="16075" cy="14325"/>
            </a:xfrm>
            <a:custGeom>
              <a:avLst/>
              <a:gdLst/>
              <a:ahLst/>
              <a:cxnLst/>
              <a:rect l="l" t="t" r="r" b="b"/>
              <a:pathLst>
                <a:path w="643" h="573" extrusionOk="0">
                  <a:moveTo>
                    <a:pt x="224" y="558"/>
                  </a:moveTo>
                  <a:cubicBezTo>
                    <a:pt x="405" y="517"/>
                    <a:pt x="545" y="433"/>
                    <a:pt x="629" y="293"/>
                  </a:cubicBezTo>
                  <a:cubicBezTo>
                    <a:pt x="642" y="252"/>
                    <a:pt x="642" y="210"/>
                    <a:pt x="629" y="154"/>
                  </a:cubicBezTo>
                  <a:cubicBezTo>
                    <a:pt x="601" y="42"/>
                    <a:pt x="489" y="0"/>
                    <a:pt x="405" y="28"/>
                  </a:cubicBezTo>
                  <a:cubicBezTo>
                    <a:pt x="308" y="70"/>
                    <a:pt x="224" y="84"/>
                    <a:pt x="126" y="112"/>
                  </a:cubicBezTo>
                  <a:cubicBezTo>
                    <a:pt x="15" y="154"/>
                    <a:pt x="1" y="238"/>
                    <a:pt x="15" y="349"/>
                  </a:cubicBezTo>
                  <a:lnTo>
                    <a:pt x="15" y="419"/>
                  </a:lnTo>
                  <a:cubicBezTo>
                    <a:pt x="43" y="503"/>
                    <a:pt x="140" y="572"/>
                    <a:pt x="224" y="5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67" name="Google Shape;1867;p56"/>
            <p:cNvSpPr/>
            <p:nvPr/>
          </p:nvSpPr>
          <p:spPr>
            <a:xfrm>
              <a:off x="5061350" y="1723650"/>
              <a:ext cx="17125" cy="20250"/>
            </a:xfrm>
            <a:custGeom>
              <a:avLst/>
              <a:gdLst/>
              <a:ahLst/>
              <a:cxnLst/>
              <a:rect l="l" t="t" r="r" b="b"/>
              <a:pathLst>
                <a:path w="685" h="810" extrusionOk="0">
                  <a:moveTo>
                    <a:pt x="531" y="781"/>
                  </a:moveTo>
                  <a:cubicBezTo>
                    <a:pt x="545" y="809"/>
                    <a:pt x="572" y="809"/>
                    <a:pt x="600" y="809"/>
                  </a:cubicBezTo>
                  <a:cubicBezTo>
                    <a:pt x="628" y="767"/>
                    <a:pt x="642" y="739"/>
                    <a:pt x="684" y="698"/>
                  </a:cubicBezTo>
                  <a:cubicBezTo>
                    <a:pt x="670" y="642"/>
                    <a:pt x="670" y="572"/>
                    <a:pt x="628" y="502"/>
                  </a:cubicBezTo>
                  <a:cubicBezTo>
                    <a:pt x="559" y="321"/>
                    <a:pt x="475" y="154"/>
                    <a:pt x="266" y="112"/>
                  </a:cubicBezTo>
                  <a:cubicBezTo>
                    <a:pt x="210" y="84"/>
                    <a:pt x="182" y="56"/>
                    <a:pt x="140" y="42"/>
                  </a:cubicBezTo>
                  <a:cubicBezTo>
                    <a:pt x="84" y="0"/>
                    <a:pt x="56" y="0"/>
                    <a:pt x="15" y="56"/>
                  </a:cubicBezTo>
                  <a:cubicBezTo>
                    <a:pt x="1" y="70"/>
                    <a:pt x="1" y="112"/>
                    <a:pt x="15" y="126"/>
                  </a:cubicBezTo>
                  <a:cubicBezTo>
                    <a:pt x="182" y="335"/>
                    <a:pt x="349" y="558"/>
                    <a:pt x="531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68" name="Google Shape;1868;p56"/>
            <p:cNvSpPr/>
            <p:nvPr/>
          </p:nvSpPr>
          <p:spPr>
            <a:xfrm>
              <a:off x="2576750" y="1914050"/>
              <a:ext cx="22350" cy="10125"/>
            </a:xfrm>
            <a:custGeom>
              <a:avLst/>
              <a:gdLst/>
              <a:ahLst/>
              <a:cxnLst/>
              <a:rect l="l" t="t" r="r" b="b"/>
              <a:pathLst>
                <a:path w="894" h="405" extrusionOk="0">
                  <a:moveTo>
                    <a:pt x="614" y="349"/>
                  </a:moveTo>
                  <a:cubicBezTo>
                    <a:pt x="698" y="335"/>
                    <a:pt x="782" y="279"/>
                    <a:pt x="852" y="237"/>
                  </a:cubicBezTo>
                  <a:cubicBezTo>
                    <a:pt x="893" y="209"/>
                    <a:pt x="893" y="140"/>
                    <a:pt x="893" y="112"/>
                  </a:cubicBezTo>
                  <a:cubicBezTo>
                    <a:pt x="893" y="98"/>
                    <a:pt x="852" y="70"/>
                    <a:pt x="838" y="70"/>
                  </a:cubicBezTo>
                  <a:cubicBezTo>
                    <a:pt x="642" y="0"/>
                    <a:pt x="475" y="56"/>
                    <a:pt x="280" y="56"/>
                  </a:cubicBezTo>
                  <a:cubicBezTo>
                    <a:pt x="126" y="70"/>
                    <a:pt x="57" y="181"/>
                    <a:pt x="1" y="321"/>
                  </a:cubicBezTo>
                  <a:cubicBezTo>
                    <a:pt x="210" y="377"/>
                    <a:pt x="405" y="405"/>
                    <a:pt x="614" y="3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69" name="Google Shape;1869;p56"/>
            <p:cNvSpPr/>
            <p:nvPr/>
          </p:nvSpPr>
          <p:spPr>
            <a:xfrm>
              <a:off x="2546425" y="1847425"/>
              <a:ext cx="13275" cy="13625"/>
            </a:xfrm>
            <a:custGeom>
              <a:avLst/>
              <a:gdLst/>
              <a:ahLst/>
              <a:cxnLst/>
              <a:rect l="l" t="t" r="r" b="b"/>
              <a:pathLst>
                <a:path w="531" h="545" extrusionOk="0">
                  <a:moveTo>
                    <a:pt x="168" y="531"/>
                  </a:moveTo>
                  <a:cubicBezTo>
                    <a:pt x="293" y="545"/>
                    <a:pt x="405" y="489"/>
                    <a:pt x="461" y="405"/>
                  </a:cubicBezTo>
                  <a:cubicBezTo>
                    <a:pt x="516" y="294"/>
                    <a:pt x="530" y="196"/>
                    <a:pt x="461" y="71"/>
                  </a:cubicBezTo>
                  <a:cubicBezTo>
                    <a:pt x="433" y="15"/>
                    <a:pt x="405" y="1"/>
                    <a:pt x="363" y="15"/>
                  </a:cubicBezTo>
                  <a:cubicBezTo>
                    <a:pt x="209" y="71"/>
                    <a:pt x="56" y="196"/>
                    <a:pt x="28" y="336"/>
                  </a:cubicBezTo>
                  <a:cubicBezTo>
                    <a:pt x="0" y="391"/>
                    <a:pt x="98" y="503"/>
                    <a:pt x="168" y="5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70" name="Google Shape;1870;p56"/>
            <p:cNvSpPr/>
            <p:nvPr/>
          </p:nvSpPr>
          <p:spPr>
            <a:xfrm>
              <a:off x="3758900" y="1876725"/>
              <a:ext cx="13975" cy="20950"/>
            </a:xfrm>
            <a:custGeom>
              <a:avLst/>
              <a:gdLst/>
              <a:ahLst/>
              <a:cxnLst/>
              <a:rect l="l" t="t" r="r" b="b"/>
              <a:pathLst>
                <a:path w="559" h="838" extrusionOk="0">
                  <a:moveTo>
                    <a:pt x="70" y="1"/>
                  </a:moveTo>
                  <a:cubicBezTo>
                    <a:pt x="56" y="28"/>
                    <a:pt x="1" y="70"/>
                    <a:pt x="1" y="98"/>
                  </a:cubicBezTo>
                  <a:cubicBezTo>
                    <a:pt x="42" y="433"/>
                    <a:pt x="210" y="684"/>
                    <a:pt x="489" y="837"/>
                  </a:cubicBezTo>
                  <a:cubicBezTo>
                    <a:pt x="489" y="837"/>
                    <a:pt x="531" y="824"/>
                    <a:pt x="545" y="796"/>
                  </a:cubicBezTo>
                  <a:cubicBezTo>
                    <a:pt x="558" y="782"/>
                    <a:pt x="558" y="754"/>
                    <a:pt x="558" y="726"/>
                  </a:cubicBezTo>
                  <a:cubicBezTo>
                    <a:pt x="475" y="447"/>
                    <a:pt x="266" y="266"/>
                    <a:pt x="140" y="1"/>
                  </a:cubicBezTo>
                  <a:cubicBezTo>
                    <a:pt x="140" y="14"/>
                    <a:pt x="98" y="14"/>
                    <a:pt x="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71" name="Google Shape;1871;p56"/>
            <p:cNvSpPr/>
            <p:nvPr/>
          </p:nvSpPr>
          <p:spPr>
            <a:xfrm>
              <a:off x="2682425" y="2291350"/>
              <a:ext cx="12925" cy="13275"/>
            </a:xfrm>
            <a:custGeom>
              <a:avLst/>
              <a:gdLst/>
              <a:ahLst/>
              <a:cxnLst/>
              <a:rect l="l" t="t" r="r" b="b"/>
              <a:pathLst>
                <a:path w="517" h="531" extrusionOk="0">
                  <a:moveTo>
                    <a:pt x="70" y="70"/>
                  </a:moveTo>
                  <a:cubicBezTo>
                    <a:pt x="0" y="112"/>
                    <a:pt x="14" y="238"/>
                    <a:pt x="98" y="363"/>
                  </a:cubicBezTo>
                  <a:cubicBezTo>
                    <a:pt x="112" y="391"/>
                    <a:pt x="154" y="433"/>
                    <a:pt x="209" y="461"/>
                  </a:cubicBezTo>
                  <a:cubicBezTo>
                    <a:pt x="251" y="503"/>
                    <a:pt x="321" y="530"/>
                    <a:pt x="391" y="489"/>
                  </a:cubicBezTo>
                  <a:cubicBezTo>
                    <a:pt x="447" y="447"/>
                    <a:pt x="488" y="377"/>
                    <a:pt x="516" y="349"/>
                  </a:cubicBezTo>
                  <a:cubicBezTo>
                    <a:pt x="516" y="224"/>
                    <a:pt x="488" y="140"/>
                    <a:pt x="391" y="98"/>
                  </a:cubicBezTo>
                  <a:cubicBezTo>
                    <a:pt x="279" y="42"/>
                    <a:pt x="168" y="0"/>
                    <a:pt x="70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72" name="Google Shape;1872;p56"/>
            <p:cNvSpPr/>
            <p:nvPr/>
          </p:nvSpPr>
          <p:spPr>
            <a:xfrm>
              <a:off x="2566300" y="2539625"/>
              <a:ext cx="15375" cy="11550"/>
            </a:xfrm>
            <a:custGeom>
              <a:avLst/>
              <a:gdLst/>
              <a:ahLst/>
              <a:cxnLst/>
              <a:rect l="l" t="t" r="r" b="b"/>
              <a:pathLst>
                <a:path w="615" h="462" extrusionOk="0">
                  <a:moveTo>
                    <a:pt x="140" y="71"/>
                  </a:moveTo>
                  <a:cubicBezTo>
                    <a:pt x="84" y="112"/>
                    <a:pt x="28" y="154"/>
                    <a:pt x="14" y="224"/>
                  </a:cubicBezTo>
                  <a:cubicBezTo>
                    <a:pt x="0" y="266"/>
                    <a:pt x="42" y="336"/>
                    <a:pt x="56" y="350"/>
                  </a:cubicBezTo>
                  <a:cubicBezTo>
                    <a:pt x="154" y="405"/>
                    <a:pt x="265" y="419"/>
                    <a:pt x="335" y="433"/>
                  </a:cubicBezTo>
                  <a:cubicBezTo>
                    <a:pt x="405" y="433"/>
                    <a:pt x="433" y="461"/>
                    <a:pt x="461" y="433"/>
                  </a:cubicBezTo>
                  <a:cubicBezTo>
                    <a:pt x="488" y="419"/>
                    <a:pt x="544" y="405"/>
                    <a:pt x="572" y="391"/>
                  </a:cubicBezTo>
                  <a:cubicBezTo>
                    <a:pt x="614" y="350"/>
                    <a:pt x="614" y="252"/>
                    <a:pt x="572" y="196"/>
                  </a:cubicBezTo>
                  <a:cubicBezTo>
                    <a:pt x="475" y="57"/>
                    <a:pt x="279" y="1"/>
                    <a:pt x="140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73" name="Google Shape;1873;p56"/>
            <p:cNvSpPr/>
            <p:nvPr/>
          </p:nvSpPr>
          <p:spPr>
            <a:xfrm>
              <a:off x="5492025" y="2395275"/>
              <a:ext cx="15000" cy="12225"/>
            </a:xfrm>
            <a:custGeom>
              <a:avLst/>
              <a:gdLst/>
              <a:ahLst/>
              <a:cxnLst/>
              <a:rect l="l" t="t" r="r" b="b"/>
              <a:pathLst>
                <a:path w="600" h="489" extrusionOk="0">
                  <a:moveTo>
                    <a:pt x="391" y="56"/>
                  </a:moveTo>
                  <a:cubicBezTo>
                    <a:pt x="265" y="0"/>
                    <a:pt x="126" y="70"/>
                    <a:pt x="56" y="209"/>
                  </a:cubicBezTo>
                  <a:cubicBezTo>
                    <a:pt x="0" y="307"/>
                    <a:pt x="70" y="405"/>
                    <a:pt x="209" y="460"/>
                  </a:cubicBezTo>
                  <a:cubicBezTo>
                    <a:pt x="251" y="474"/>
                    <a:pt x="293" y="474"/>
                    <a:pt x="363" y="488"/>
                  </a:cubicBezTo>
                  <a:cubicBezTo>
                    <a:pt x="419" y="460"/>
                    <a:pt x="488" y="433"/>
                    <a:pt x="502" y="391"/>
                  </a:cubicBezTo>
                  <a:cubicBezTo>
                    <a:pt x="600" y="265"/>
                    <a:pt x="544" y="112"/>
                    <a:pt x="391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74" name="Google Shape;1874;p56"/>
            <p:cNvSpPr/>
            <p:nvPr/>
          </p:nvSpPr>
          <p:spPr>
            <a:xfrm>
              <a:off x="5634650" y="4079200"/>
              <a:ext cx="16400" cy="9800"/>
            </a:xfrm>
            <a:custGeom>
              <a:avLst/>
              <a:gdLst/>
              <a:ahLst/>
              <a:cxnLst/>
              <a:rect l="l" t="t" r="r" b="b"/>
              <a:pathLst>
                <a:path w="656" h="392" extrusionOk="0">
                  <a:moveTo>
                    <a:pt x="28" y="154"/>
                  </a:moveTo>
                  <a:cubicBezTo>
                    <a:pt x="0" y="182"/>
                    <a:pt x="0" y="252"/>
                    <a:pt x="0" y="280"/>
                  </a:cubicBezTo>
                  <a:cubicBezTo>
                    <a:pt x="0" y="294"/>
                    <a:pt x="28" y="322"/>
                    <a:pt x="56" y="322"/>
                  </a:cubicBezTo>
                  <a:cubicBezTo>
                    <a:pt x="140" y="350"/>
                    <a:pt x="223" y="364"/>
                    <a:pt x="279" y="392"/>
                  </a:cubicBezTo>
                  <a:cubicBezTo>
                    <a:pt x="363" y="392"/>
                    <a:pt x="419" y="392"/>
                    <a:pt x="474" y="364"/>
                  </a:cubicBezTo>
                  <a:cubicBezTo>
                    <a:pt x="488" y="364"/>
                    <a:pt x="516" y="364"/>
                    <a:pt x="530" y="350"/>
                  </a:cubicBezTo>
                  <a:cubicBezTo>
                    <a:pt x="572" y="336"/>
                    <a:pt x="628" y="294"/>
                    <a:pt x="656" y="280"/>
                  </a:cubicBezTo>
                  <a:cubicBezTo>
                    <a:pt x="628" y="224"/>
                    <a:pt x="614" y="140"/>
                    <a:pt x="558" y="113"/>
                  </a:cubicBezTo>
                  <a:cubicBezTo>
                    <a:pt x="405" y="1"/>
                    <a:pt x="195" y="15"/>
                    <a:pt x="28" y="1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75" name="Google Shape;1875;p56"/>
            <p:cNvSpPr/>
            <p:nvPr/>
          </p:nvSpPr>
          <p:spPr>
            <a:xfrm>
              <a:off x="4524325" y="2002600"/>
              <a:ext cx="12575" cy="13975"/>
            </a:xfrm>
            <a:custGeom>
              <a:avLst/>
              <a:gdLst/>
              <a:ahLst/>
              <a:cxnLst/>
              <a:rect l="l" t="t" r="r" b="b"/>
              <a:pathLst>
                <a:path w="503" h="559" extrusionOk="0">
                  <a:moveTo>
                    <a:pt x="294" y="15"/>
                  </a:moveTo>
                  <a:cubicBezTo>
                    <a:pt x="266" y="1"/>
                    <a:pt x="210" y="1"/>
                    <a:pt x="182" y="1"/>
                  </a:cubicBezTo>
                  <a:cubicBezTo>
                    <a:pt x="43" y="57"/>
                    <a:pt x="1" y="336"/>
                    <a:pt x="84" y="433"/>
                  </a:cubicBezTo>
                  <a:cubicBezTo>
                    <a:pt x="182" y="517"/>
                    <a:pt x="280" y="559"/>
                    <a:pt x="405" y="545"/>
                  </a:cubicBezTo>
                  <a:cubicBezTo>
                    <a:pt x="433" y="517"/>
                    <a:pt x="475" y="489"/>
                    <a:pt x="503" y="461"/>
                  </a:cubicBezTo>
                  <a:cubicBezTo>
                    <a:pt x="503" y="266"/>
                    <a:pt x="461" y="113"/>
                    <a:pt x="294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76" name="Google Shape;1876;p56"/>
            <p:cNvSpPr/>
            <p:nvPr/>
          </p:nvSpPr>
          <p:spPr>
            <a:xfrm>
              <a:off x="5662875" y="3555450"/>
              <a:ext cx="10850" cy="16750"/>
            </a:xfrm>
            <a:custGeom>
              <a:avLst/>
              <a:gdLst/>
              <a:ahLst/>
              <a:cxnLst/>
              <a:rect l="l" t="t" r="r" b="b"/>
              <a:pathLst>
                <a:path w="434" h="670" extrusionOk="0">
                  <a:moveTo>
                    <a:pt x="252" y="14"/>
                  </a:moveTo>
                  <a:cubicBezTo>
                    <a:pt x="224" y="14"/>
                    <a:pt x="196" y="28"/>
                    <a:pt x="196" y="28"/>
                  </a:cubicBezTo>
                  <a:cubicBezTo>
                    <a:pt x="71" y="181"/>
                    <a:pt x="1" y="349"/>
                    <a:pt x="15" y="530"/>
                  </a:cubicBezTo>
                  <a:cubicBezTo>
                    <a:pt x="15" y="572"/>
                    <a:pt x="57" y="628"/>
                    <a:pt x="85" y="656"/>
                  </a:cubicBezTo>
                  <a:cubicBezTo>
                    <a:pt x="113" y="670"/>
                    <a:pt x="140" y="656"/>
                    <a:pt x="154" y="656"/>
                  </a:cubicBezTo>
                  <a:cubicBezTo>
                    <a:pt x="364" y="558"/>
                    <a:pt x="433" y="349"/>
                    <a:pt x="364" y="70"/>
                  </a:cubicBezTo>
                  <a:cubicBezTo>
                    <a:pt x="336" y="28"/>
                    <a:pt x="294" y="0"/>
                    <a:pt x="25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77" name="Google Shape;1877;p56"/>
            <p:cNvSpPr/>
            <p:nvPr/>
          </p:nvSpPr>
          <p:spPr>
            <a:xfrm>
              <a:off x="5602200" y="3644375"/>
              <a:ext cx="16775" cy="10475"/>
            </a:xfrm>
            <a:custGeom>
              <a:avLst/>
              <a:gdLst/>
              <a:ahLst/>
              <a:cxnLst/>
              <a:rect l="l" t="t" r="r" b="b"/>
              <a:pathLst>
                <a:path w="671" h="419" extrusionOk="0">
                  <a:moveTo>
                    <a:pt x="378" y="377"/>
                  </a:moveTo>
                  <a:cubicBezTo>
                    <a:pt x="475" y="419"/>
                    <a:pt x="587" y="321"/>
                    <a:pt x="629" y="209"/>
                  </a:cubicBezTo>
                  <a:cubicBezTo>
                    <a:pt x="670" y="153"/>
                    <a:pt x="615" y="42"/>
                    <a:pt x="559" y="28"/>
                  </a:cubicBezTo>
                  <a:cubicBezTo>
                    <a:pt x="489" y="14"/>
                    <a:pt x="419" y="14"/>
                    <a:pt x="378" y="0"/>
                  </a:cubicBezTo>
                  <a:cubicBezTo>
                    <a:pt x="266" y="14"/>
                    <a:pt x="182" y="14"/>
                    <a:pt x="99" y="28"/>
                  </a:cubicBezTo>
                  <a:cubicBezTo>
                    <a:pt x="57" y="42"/>
                    <a:pt x="29" y="84"/>
                    <a:pt x="1" y="112"/>
                  </a:cubicBezTo>
                  <a:cubicBezTo>
                    <a:pt x="1" y="153"/>
                    <a:pt x="29" y="223"/>
                    <a:pt x="43" y="237"/>
                  </a:cubicBezTo>
                  <a:cubicBezTo>
                    <a:pt x="140" y="307"/>
                    <a:pt x="252" y="349"/>
                    <a:pt x="378" y="3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78" name="Google Shape;1878;p56"/>
            <p:cNvSpPr/>
            <p:nvPr/>
          </p:nvSpPr>
          <p:spPr>
            <a:xfrm>
              <a:off x="1657900" y="2260650"/>
              <a:ext cx="16050" cy="12250"/>
            </a:xfrm>
            <a:custGeom>
              <a:avLst/>
              <a:gdLst/>
              <a:ahLst/>
              <a:cxnLst/>
              <a:rect l="l" t="t" r="r" b="b"/>
              <a:pathLst>
                <a:path w="642" h="490" extrusionOk="0">
                  <a:moveTo>
                    <a:pt x="293" y="71"/>
                  </a:moveTo>
                  <a:cubicBezTo>
                    <a:pt x="195" y="182"/>
                    <a:pt x="42" y="266"/>
                    <a:pt x="0" y="433"/>
                  </a:cubicBezTo>
                  <a:cubicBezTo>
                    <a:pt x="154" y="489"/>
                    <a:pt x="321" y="489"/>
                    <a:pt x="474" y="461"/>
                  </a:cubicBezTo>
                  <a:cubicBezTo>
                    <a:pt x="502" y="433"/>
                    <a:pt x="558" y="405"/>
                    <a:pt x="600" y="392"/>
                  </a:cubicBezTo>
                  <a:cubicBezTo>
                    <a:pt x="642" y="350"/>
                    <a:pt x="614" y="182"/>
                    <a:pt x="558" y="126"/>
                  </a:cubicBezTo>
                  <a:cubicBezTo>
                    <a:pt x="488" y="43"/>
                    <a:pt x="349" y="1"/>
                    <a:pt x="293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79" name="Google Shape;1879;p56"/>
            <p:cNvSpPr/>
            <p:nvPr/>
          </p:nvSpPr>
          <p:spPr>
            <a:xfrm>
              <a:off x="1622675" y="2271475"/>
              <a:ext cx="41875" cy="35950"/>
            </a:xfrm>
            <a:custGeom>
              <a:avLst/>
              <a:gdLst/>
              <a:ahLst/>
              <a:cxnLst/>
              <a:rect l="l" t="t" r="r" b="b"/>
              <a:pathLst>
                <a:path w="1675" h="1438" extrusionOk="0">
                  <a:moveTo>
                    <a:pt x="1395" y="28"/>
                  </a:moveTo>
                  <a:cubicBezTo>
                    <a:pt x="1284" y="98"/>
                    <a:pt x="1200" y="168"/>
                    <a:pt x="1060" y="126"/>
                  </a:cubicBezTo>
                  <a:cubicBezTo>
                    <a:pt x="921" y="98"/>
                    <a:pt x="837" y="126"/>
                    <a:pt x="781" y="265"/>
                  </a:cubicBezTo>
                  <a:cubicBezTo>
                    <a:pt x="768" y="307"/>
                    <a:pt x="712" y="335"/>
                    <a:pt x="684" y="349"/>
                  </a:cubicBezTo>
                  <a:cubicBezTo>
                    <a:pt x="656" y="377"/>
                    <a:pt x="628" y="349"/>
                    <a:pt x="614" y="349"/>
                  </a:cubicBezTo>
                  <a:cubicBezTo>
                    <a:pt x="126" y="419"/>
                    <a:pt x="0" y="558"/>
                    <a:pt x="0" y="1033"/>
                  </a:cubicBezTo>
                  <a:cubicBezTo>
                    <a:pt x="0" y="1102"/>
                    <a:pt x="28" y="1158"/>
                    <a:pt x="84" y="1214"/>
                  </a:cubicBezTo>
                  <a:cubicBezTo>
                    <a:pt x="140" y="1256"/>
                    <a:pt x="140" y="1325"/>
                    <a:pt x="182" y="1381"/>
                  </a:cubicBezTo>
                  <a:cubicBezTo>
                    <a:pt x="210" y="1423"/>
                    <a:pt x="293" y="1437"/>
                    <a:pt x="307" y="1395"/>
                  </a:cubicBezTo>
                  <a:cubicBezTo>
                    <a:pt x="558" y="1172"/>
                    <a:pt x="823" y="1005"/>
                    <a:pt x="1144" y="879"/>
                  </a:cubicBezTo>
                  <a:cubicBezTo>
                    <a:pt x="1284" y="823"/>
                    <a:pt x="1395" y="670"/>
                    <a:pt x="1549" y="600"/>
                  </a:cubicBezTo>
                  <a:cubicBezTo>
                    <a:pt x="1646" y="544"/>
                    <a:pt x="1674" y="405"/>
                    <a:pt x="1646" y="279"/>
                  </a:cubicBezTo>
                  <a:cubicBezTo>
                    <a:pt x="1632" y="210"/>
                    <a:pt x="1577" y="182"/>
                    <a:pt x="1507" y="126"/>
                  </a:cubicBezTo>
                  <a:cubicBezTo>
                    <a:pt x="1479" y="112"/>
                    <a:pt x="1451" y="56"/>
                    <a:pt x="1395" y="28"/>
                  </a:cubicBezTo>
                  <a:cubicBezTo>
                    <a:pt x="1395" y="0"/>
                    <a:pt x="1409" y="0"/>
                    <a:pt x="1395" y="28"/>
                  </a:cubicBezTo>
                  <a:cubicBezTo>
                    <a:pt x="1395" y="0"/>
                    <a:pt x="1381" y="0"/>
                    <a:pt x="13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80" name="Google Shape;1880;p56"/>
            <p:cNvSpPr/>
            <p:nvPr/>
          </p:nvSpPr>
          <p:spPr>
            <a:xfrm>
              <a:off x="5997300" y="4384350"/>
              <a:ext cx="11875" cy="13275"/>
            </a:xfrm>
            <a:custGeom>
              <a:avLst/>
              <a:gdLst/>
              <a:ahLst/>
              <a:cxnLst/>
              <a:rect l="l" t="t" r="r" b="b"/>
              <a:pathLst>
                <a:path w="475" h="531" extrusionOk="0">
                  <a:moveTo>
                    <a:pt x="224" y="56"/>
                  </a:moveTo>
                  <a:cubicBezTo>
                    <a:pt x="126" y="181"/>
                    <a:pt x="15" y="293"/>
                    <a:pt x="1" y="474"/>
                  </a:cubicBezTo>
                  <a:cubicBezTo>
                    <a:pt x="15" y="488"/>
                    <a:pt x="29" y="530"/>
                    <a:pt x="56" y="530"/>
                  </a:cubicBezTo>
                  <a:cubicBezTo>
                    <a:pt x="140" y="502"/>
                    <a:pt x="238" y="488"/>
                    <a:pt x="308" y="460"/>
                  </a:cubicBezTo>
                  <a:cubicBezTo>
                    <a:pt x="447" y="391"/>
                    <a:pt x="475" y="237"/>
                    <a:pt x="405" y="84"/>
                  </a:cubicBezTo>
                  <a:cubicBezTo>
                    <a:pt x="377" y="14"/>
                    <a:pt x="266" y="0"/>
                    <a:pt x="224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81" name="Google Shape;1881;p56"/>
            <p:cNvSpPr/>
            <p:nvPr/>
          </p:nvSpPr>
          <p:spPr>
            <a:xfrm>
              <a:off x="2759475" y="3301575"/>
              <a:ext cx="10850" cy="12225"/>
            </a:xfrm>
            <a:custGeom>
              <a:avLst/>
              <a:gdLst/>
              <a:ahLst/>
              <a:cxnLst/>
              <a:rect l="l" t="t" r="r" b="b"/>
              <a:pathLst>
                <a:path w="434" h="489" extrusionOk="0">
                  <a:moveTo>
                    <a:pt x="15" y="321"/>
                  </a:moveTo>
                  <a:cubicBezTo>
                    <a:pt x="1" y="419"/>
                    <a:pt x="85" y="489"/>
                    <a:pt x="168" y="489"/>
                  </a:cubicBezTo>
                  <a:cubicBezTo>
                    <a:pt x="308" y="489"/>
                    <a:pt x="405" y="405"/>
                    <a:pt x="419" y="280"/>
                  </a:cubicBezTo>
                  <a:cubicBezTo>
                    <a:pt x="433" y="154"/>
                    <a:pt x="350" y="42"/>
                    <a:pt x="224" y="15"/>
                  </a:cubicBezTo>
                  <a:cubicBezTo>
                    <a:pt x="112" y="1"/>
                    <a:pt x="29" y="70"/>
                    <a:pt x="15" y="1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82" name="Google Shape;1882;p56"/>
            <p:cNvSpPr/>
            <p:nvPr/>
          </p:nvSpPr>
          <p:spPr>
            <a:xfrm>
              <a:off x="4199325" y="1719100"/>
              <a:ext cx="14675" cy="12925"/>
            </a:xfrm>
            <a:custGeom>
              <a:avLst/>
              <a:gdLst/>
              <a:ahLst/>
              <a:cxnLst/>
              <a:rect l="l" t="t" r="r" b="b"/>
              <a:pathLst>
                <a:path w="587" h="517" extrusionOk="0">
                  <a:moveTo>
                    <a:pt x="419" y="475"/>
                  </a:moveTo>
                  <a:cubicBezTo>
                    <a:pt x="447" y="433"/>
                    <a:pt x="503" y="377"/>
                    <a:pt x="531" y="308"/>
                  </a:cubicBezTo>
                  <a:cubicBezTo>
                    <a:pt x="586" y="182"/>
                    <a:pt x="503" y="57"/>
                    <a:pt x="377" y="29"/>
                  </a:cubicBezTo>
                  <a:cubicBezTo>
                    <a:pt x="280" y="1"/>
                    <a:pt x="182" y="29"/>
                    <a:pt x="112" y="84"/>
                  </a:cubicBezTo>
                  <a:cubicBezTo>
                    <a:pt x="15" y="154"/>
                    <a:pt x="1" y="294"/>
                    <a:pt x="98" y="377"/>
                  </a:cubicBezTo>
                  <a:cubicBezTo>
                    <a:pt x="182" y="475"/>
                    <a:pt x="294" y="517"/>
                    <a:pt x="419" y="4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83" name="Google Shape;1883;p56"/>
            <p:cNvSpPr/>
            <p:nvPr/>
          </p:nvSpPr>
          <p:spPr>
            <a:xfrm>
              <a:off x="4455975" y="3273675"/>
              <a:ext cx="14325" cy="8400"/>
            </a:xfrm>
            <a:custGeom>
              <a:avLst/>
              <a:gdLst/>
              <a:ahLst/>
              <a:cxnLst/>
              <a:rect l="l" t="t" r="r" b="b"/>
              <a:pathLst>
                <a:path w="573" h="336" extrusionOk="0">
                  <a:moveTo>
                    <a:pt x="336" y="1"/>
                  </a:moveTo>
                  <a:lnTo>
                    <a:pt x="196" y="1"/>
                  </a:lnTo>
                  <a:cubicBezTo>
                    <a:pt x="140" y="43"/>
                    <a:pt x="71" y="70"/>
                    <a:pt x="29" y="126"/>
                  </a:cubicBezTo>
                  <a:cubicBezTo>
                    <a:pt x="1" y="182"/>
                    <a:pt x="98" y="294"/>
                    <a:pt x="196" y="321"/>
                  </a:cubicBezTo>
                  <a:cubicBezTo>
                    <a:pt x="336" y="335"/>
                    <a:pt x="475" y="294"/>
                    <a:pt x="545" y="182"/>
                  </a:cubicBezTo>
                  <a:cubicBezTo>
                    <a:pt x="573" y="126"/>
                    <a:pt x="559" y="70"/>
                    <a:pt x="503" y="70"/>
                  </a:cubicBezTo>
                  <a:cubicBezTo>
                    <a:pt x="433" y="15"/>
                    <a:pt x="350" y="1"/>
                    <a:pt x="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84" name="Google Shape;1884;p56"/>
            <p:cNvSpPr/>
            <p:nvPr/>
          </p:nvSpPr>
          <p:spPr>
            <a:xfrm>
              <a:off x="2729850" y="2126050"/>
              <a:ext cx="16400" cy="12925"/>
            </a:xfrm>
            <a:custGeom>
              <a:avLst/>
              <a:gdLst/>
              <a:ahLst/>
              <a:cxnLst/>
              <a:rect l="l" t="t" r="r" b="b"/>
              <a:pathLst>
                <a:path w="656" h="517" extrusionOk="0">
                  <a:moveTo>
                    <a:pt x="488" y="29"/>
                  </a:moveTo>
                  <a:cubicBezTo>
                    <a:pt x="447" y="57"/>
                    <a:pt x="405" y="84"/>
                    <a:pt x="363" y="98"/>
                  </a:cubicBezTo>
                  <a:cubicBezTo>
                    <a:pt x="265" y="196"/>
                    <a:pt x="84" y="196"/>
                    <a:pt x="14" y="336"/>
                  </a:cubicBezTo>
                  <a:cubicBezTo>
                    <a:pt x="0" y="363"/>
                    <a:pt x="0" y="419"/>
                    <a:pt x="0" y="447"/>
                  </a:cubicBezTo>
                  <a:cubicBezTo>
                    <a:pt x="0" y="475"/>
                    <a:pt x="28" y="503"/>
                    <a:pt x="56" y="503"/>
                  </a:cubicBezTo>
                  <a:cubicBezTo>
                    <a:pt x="112" y="503"/>
                    <a:pt x="209" y="517"/>
                    <a:pt x="265" y="503"/>
                  </a:cubicBezTo>
                  <a:cubicBezTo>
                    <a:pt x="377" y="433"/>
                    <a:pt x="488" y="336"/>
                    <a:pt x="586" y="238"/>
                  </a:cubicBezTo>
                  <a:cubicBezTo>
                    <a:pt x="642" y="196"/>
                    <a:pt x="656" y="84"/>
                    <a:pt x="614" y="57"/>
                  </a:cubicBezTo>
                  <a:cubicBezTo>
                    <a:pt x="572" y="1"/>
                    <a:pt x="544" y="1"/>
                    <a:pt x="488" y="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85" name="Google Shape;1885;p56"/>
            <p:cNvSpPr/>
            <p:nvPr/>
          </p:nvSpPr>
          <p:spPr>
            <a:xfrm>
              <a:off x="6136800" y="3705400"/>
              <a:ext cx="10475" cy="13950"/>
            </a:xfrm>
            <a:custGeom>
              <a:avLst/>
              <a:gdLst/>
              <a:ahLst/>
              <a:cxnLst/>
              <a:rect l="l" t="t" r="r" b="b"/>
              <a:pathLst>
                <a:path w="419" h="558" extrusionOk="0">
                  <a:moveTo>
                    <a:pt x="377" y="293"/>
                  </a:moveTo>
                  <a:cubicBezTo>
                    <a:pt x="335" y="153"/>
                    <a:pt x="223" y="70"/>
                    <a:pt x="98" y="0"/>
                  </a:cubicBezTo>
                  <a:cubicBezTo>
                    <a:pt x="70" y="28"/>
                    <a:pt x="0" y="42"/>
                    <a:pt x="0" y="84"/>
                  </a:cubicBezTo>
                  <a:cubicBezTo>
                    <a:pt x="0" y="209"/>
                    <a:pt x="0" y="307"/>
                    <a:pt x="14" y="432"/>
                  </a:cubicBezTo>
                  <a:cubicBezTo>
                    <a:pt x="28" y="516"/>
                    <a:pt x="140" y="558"/>
                    <a:pt x="237" y="516"/>
                  </a:cubicBezTo>
                  <a:cubicBezTo>
                    <a:pt x="363" y="460"/>
                    <a:pt x="419" y="363"/>
                    <a:pt x="377" y="2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86" name="Google Shape;1886;p56"/>
            <p:cNvSpPr/>
            <p:nvPr/>
          </p:nvSpPr>
          <p:spPr>
            <a:xfrm>
              <a:off x="2774125" y="2170000"/>
              <a:ext cx="12925" cy="10825"/>
            </a:xfrm>
            <a:custGeom>
              <a:avLst/>
              <a:gdLst/>
              <a:ahLst/>
              <a:cxnLst/>
              <a:rect l="l" t="t" r="r" b="b"/>
              <a:pathLst>
                <a:path w="517" h="433" extrusionOk="0">
                  <a:moveTo>
                    <a:pt x="419" y="391"/>
                  </a:moveTo>
                  <a:cubicBezTo>
                    <a:pt x="461" y="363"/>
                    <a:pt x="475" y="321"/>
                    <a:pt x="517" y="279"/>
                  </a:cubicBezTo>
                  <a:cubicBezTo>
                    <a:pt x="517" y="223"/>
                    <a:pt x="517" y="168"/>
                    <a:pt x="489" y="154"/>
                  </a:cubicBezTo>
                  <a:cubicBezTo>
                    <a:pt x="419" y="56"/>
                    <a:pt x="321" y="0"/>
                    <a:pt x="196" y="14"/>
                  </a:cubicBezTo>
                  <a:cubicBezTo>
                    <a:pt x="112" y="14"/>
                    <a:pt x="70" y="70"/>
                    <a:pt x="42" y="140"/>
                  </a:cubicBezTo>
                  <a:cubicBezTo>
                    <a:pt x="1" y="210"/>
                    <a:pt x="42" y="279"/>
                    <a:pt x="112" y="335"/>
                  </a:cubicBezTo>
                  <a:cubicBezTo>
                    <a:pt x="196" y="405"/>
                    <a:pt x="308" y="433"/>
                    <a:pt x="419" y="3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87" name="Google Shape;1887;p56"/>
            <p:cNvSpPr/>
            <p:nvPr/>
          </p:nvSpPr>
          <p:spPr>
            <a:xfrm>
              <a:off x="6058325" y="3600775"/>
              <a:ext cx="13625" cy="15725"/>
            </a:xfrm>
            <a:custGeom>
              <a:avLst/>
              <a:gdLst/>
              <a:ahLst/>
              <a:cxnLst/>
              <a:rect l="l" t="t" r="r" b="b"/>
              <a:pathLst>
                <a:path w="545" h="629" extrusionOk="0">
                  <a:moveTo>
                    <a:pt x="447" y="628"/>
                  </a:moveTo>
                  <a:cubicBezTo>
                    <a:pt x="461" y="628"/>
                    <a:pt x="503" y="628"/>
                    <a:pt x="503" y="600"/>
                  </a:cubicBezTo>
                  <a:cubicBezTo>
                    <a:pt x="517" y="586"/>
                    <a:pt x="545" y="558"/>
                    <a:pt x="517" y="558"/>
                  </a:cubicBezTo>
                  <a:cubicBezTo>
                    <a:pt x="461" y="489"/>
                    <a:pt x="419" y="391"/>
                    <a:pt x="377" y="321"/>
                  </a:cubicBezTo>
                  <a:lnTo>
                    <a:pt x="363" y="321"/>
                  </a:lnTo>
                  <a:cubicBezTo>
                    <a:pt x="294" y="238"/>
                    <a:pt x="224" y="140"/>
                    <a:pt x="154" y="42"/>
                  </a:cubicBezTo>
                  <a:cubicBezTo>
                    <a:pt x="140" y="14"/>
                    <a:pt x="84" y="14"/>
                    <a:pt x="56" y="0"/>
                  </a:cubicBezTo>
                  <a:cubicBezTo>
                    <a:pt x="15" y="0"/>
                    <a:pt x="1" y="140"/>
                    <a:pt x="15" y="182"/>
                  </a:cubicBezTo>
                  <a:cubicBezTo>
                    <a:pt x="98" y="391"/>
                    <a:pt x="266" y="531"/>
                    <a:pt x="447" y="6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88" name="Google Shape;1888;p56"/>
            <p:cNvSpPr/>
            <p:nvPr/>
          </p:nvSpPr>
          <p:spPr>
            <a:xfrm>
              <a:off x="4147375" y="1760600"/>
              <a:ext cx="14675" cy="9800"/>
            </a:xfrm>
            <a:custGeom>
              <a:avLst/>
              <a:gdLst/>
              <a:ahLst/>
              <a:cxnLst/>
              <a:rect l="l" t="t" r="r" b="b"/>
              <a:pathLst>
                <a:path w="587" h="392" extrusionOk="0">
                  <a:moveTo>
                    <a:pt x="433" y="42"/>
                  </a:moveTo>
                  <a:cubicBezTo>
                    <a:pt x="363" y="29"/>
                    <a:pt x="293" y="1"/>
                    <a:pt x="223" y="1"/>
                  </a:cubicBezTo>
                  <a:cubicBezTo>
                    <a:pt x="182" y="1"/>
                    <a:pt x="140" y="29"/>
                    <a:pt x="98" y="42"/>
                  </a:cubicBezTo>
                  <a:cubicBezTo>
                    <a:pt x="70" y="56"/>
                    <a:pt x="28" y="112"/>
                    <a:pt x="14" y="140"/>
                  </a:cubicBezTo>
                  <a:cubicBezTo>
                    <a:pt x="0" y="196"/>
                    <a:pt x="28" y="252"/>
                    <a:pt x="84" y="252"/>
                  </a:cubicBezTo>
                  <a:cubicBezTo>
                    <a:pt x="251" y="266"/>
                    <a:pt x="433" y="335"/>
                    <a:pt x="586" y="391"/>
                  </a:cubicBezTo>
                  <a:lnTo>
                    <a:pt x="586" y="210"/>
                  </a:lnTo>
                  <a:cubicBezTo>
                    <a:pt x="586" y="70"/>
                    <a:pt x="586" y="56"/>
                    <a:pt x="433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89" name="Google Shape;1889;p56"/>
            <p:cNvSpPr/>
            <p:nvPr/>
          </p:nvSpPr>
          <p:spPr>
            <a:xfrm>
              <a:off x="4162725" y="1770375"/>
              <a:ext cx="350" cy="725"/>
            </a:xfrm>
            <a:custGeom>
              <a:avLst/>
              <a:gdLst/>
              <a:ahLst/>
              <a:cxnLst/>
              <a:rect l="l" t="t" r="r" b="b"/>
              <a:pathLst>
                <a:path w="14" h="29" extrusionOk="0">
                  <a:moveTo>
                    <a:pt x="0" y="0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14" y="14"/>
                  </a:lnTo>
                  <a:cubicBezTo>
                    <a:pt x="14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90" name="Google Shape;1890;p56"/>
            <p:cNvSpPr/>
            <p:nvPr/>
          </p:nvSpPr>
          <p:spPr>
            <a:xfrm>
              <a:off x="4623375" y="1805925"/>
              <a:ext cx="11875" cy="11550"/>
            </a:xfrm>
            <a:custGeom>
              <a:avLst/>
              <a:gdLst/>
              <a:ahLst/>
              <a:cxnLst/>
              <a:rect l="l" t="t" r="r" b="b"/>
              <a:pathLst>
                <a:path w="475" h="462" extrusionOk="0">
                  <a:moveTo>
                    <a:pt x="84" y="447"/>
                  </a:moveTo>
                  <a:cubicBezTo>
                    <a:pt x="293" y="461"/>
                    <a:pt x="447" y="336"/>
                    <a:pt x="474" y="127"/>
                  </a:cubicBezTo>
                  <a:cubicBezTo>
                    <a:pt x="447" y="99"/>
                    <a:pt x="433" y="43"/>
                    <a:pt x="405" y="15"/>
                  </a:cubicBezTo>
                  <a:cubicBezTo>
                    <a:pt x="377" y="1"/>
                    <a:pt x="349" y="15"/>
                    <a:pt x="335" y="15"/>
                  </a:cubicBezTo>
                  <a:cubicBezTo>
                    <a:pt x="223" y="85"/>
                    <a:pt x="140" y="140"/>
                    <a:pt x="56" y="224"/>
                  </a:cubicBezTo>
                  <a:cubicBezTo>
                    <a:pt x="14" y="252"/>
                    <a:pt x="0" y="322"/>
                    <a:pt x="0" y="350"/>
                  </a:cubicBezTo>
                  <a:cubicBezTo>
                    <a:pt x="14" y="392"/>
                    <a:pt x="56" y="447"/>
                    <a:pt x="84" y="4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91" name="Google Shape;1891;p56"/>
            <p:cNvSpPr/>
            <p:nvPr/>
          </p:nvSpPr>
          <p:spPr>
            <a:xfrm>
              <a:off x="4700075" y="1728875"/>
              <a:ext cx="17125" cy="8750"/>
            </a:xfrm>
            <a:custGeom>
              <a:avLst/>
              <a:gdLst/>
              <a:ahLst/>
              <a:cxnLst/>
              <a:rect l="l" t="t" r="r" b="b"/>
              <a:pathLst>
                <a:path w="685" h="350" extrusionOk="0">
                  <a:moveTo>
                    <a:pt x="642" y="210"/>
                  </a:moveTo>
                  <a:cubicBezTo>
                    <a:pt x="656" y="196"/>
                    <a:pt x="684" y="182"/>
                    <a:pt x="684" y="154"/>
                  </a:cubicBezTo>
                  <a:cubicBezTo>
                    <a:pt x="656" y="126"/>
                    <a:pt x="642" y="56"/>
                    <a:pt x="615" y="56"/>
                  </a:cubicBezTo>
                  <a:cubicBezTo>
                    <a:pt x="433" y="0"/>
                    <a:pt x="238" y="140"/>
                    <a:pt x="71" y="14"/>
                  </a:cubicBezTo>
                  <a:lnTo>
                    <a:pt x="15" y="70"/>
                  </a:lnTo>
                  <a:cubicBezTo>
                    <a:pt x="15" y="84"/>
                    <a:pt x="1" y="126"/>
                    <a:pt x="15" y="140"/>
                  </a:cubicBezTo>
                  <a:cubicBezTo>
                    <a:pt x="196" y="321"/>
                    <a:pt x="419" y="349"/>
                    <a:pt x="642" y="2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92" name="Google Shape;1892;p56"/>
            <p:cNvSpPr/>
            <p:nvPr/>
          </p:nvSpPr>
          <p:spPr>
            <a:xfrm>
              <a:off x="2940825" y="3947750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14"/>
                  </a:moveTo>
                  <a:lnTo>
                    <a:pt x="0" y="14"/>
                  </a:lnTo>
                  <a:cubicBezTo>
                    <a:pt x="14" y="14"/>
                    <a:pt x="0" y="0"/>
                    <a:pt x="0" y="0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93" name="Google Shape;1893;p56"/>
            <p:cNvSpPr/>
            <p:nvPr/>
          </p:nvSpPr>
          <p:spPr>
            <a:xfrm>
              <a:off x="2923025" y="3948100"/>
              <a:ext cx="17825" cy="17450"/>
            </a:xfrm>
            <a:custGeom>
              <a:avLst/>
              <a:gdLst/>
              <a:ahLst/>
              <a:cxnLst/>
              <a:rect l="l" t="t" r="r" b="b"/>
              <a:pathLst>
                <a:path w="713" h="698" extrusionOk="0">
                  <a:moveTo>
                    <a:pt x="280" y="293"/>
                  </a:moveTo>
                  <a:cubicBezTo>
                    <a:pt x="210" y="377"/>
                    <a:pt x="140" y="447"/>
                    <a:pt x="70" y="544"/>
                  </a:cubicBezTo>
                  <a:cubicBezTo>
                    <a:pt x="29" y="586"/>
                    <a:pt x="15" y="642"/>
                    <a:pt x="1" y="698"/>
                  </a:cubicBezTo>
                  <a:cubicBezTo>
                    <a:pt x="377" y="642"/>
                    <a:pt x="600" y="419"/>
                    <a:pt x="712" y="42"/>
                  </a:cubicBezTo>
                  <a:lnTo>
                    <a:pt x="712" y="0"/>
                  </a:lnTo>
                  <a:cubicBezTo>
                    <a:pt x="656" y="14"/>
                    <a:pt x="587" y="28"/>
                    <a:pt x="531" y="70"/>
                  </a:cubicBezTo>
                  <a:cubicBezTo>
                    <a:pt x="447" y="140"/>
                    <a:pt x="363" y="223"/>
                    <a:pt x="280" y="2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94" name="Google Shape;1894;p56"/>
            <p:cNvSpPr/>
            <p:nvPr/>
          </p:nvSpPr>
          <p:spPr>
            <a:xfrm>
              <a:off x="2930000" y="3955075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14"/>
                  </a:moveTo>
                  <a:lnTo>
                    <a:pt x="15" y="0"/>
                  </a:lnTo>
                  <a:cubicBezTo>
                    <a:pt x="15" y="0"/>
                    <a:pt x="1" y="0"/>
                    <a:pt x="1" y="14"/>
                  </a:cubicBezTo>
                  <a:cubicBezTo>
                    <a:pt x="1" y="0"/>
                    <a:pt x="1" y="14"/>
                    <a:pt x="1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95" name="Google Shape;1895;p56"/>
            <p:cNvSpPr/>
            <p:nvPr/>
          </p:nvSpPr>
          <p:spPr>
            <a:xfrm>
              <a:off x="3270000" y="1645175"/>
              <a:ext cx="10500" cy="10150"/>
            </a:xfrm>
            <a:custGeom>
              <a:avLst/>
              <a:gdLst/>
              <a:ahLst/>
              <a:cxnLst/>
              <a:rect l="l" t="t" r="r" b="b"/>
              <a:pathLst>
                <a:path w="420" h="406" extrusionOk="0">
                  <a:moveTo>
                    <a:pt x="112" y="363"/>
                  </a:moveTo>
                  <a:cubicBezTo>
                    <a:pt x="154" y="391"/>
                    <a:pt x="210" y="391"/>
                    <a:pt x="280" y="405"/>
                  </a:cubicBezTo>
                  <a:cubicBezTo>
                    <a:pt x="307" y="363"/>
                    <a:pt x="377" y="335"/>
                    <a:pt x="377" y="280"/>
                  </a:cubicBezTo>
                  <a:cubicBezTo>
                    <a:pt x="419" y="154"/>
                    <a:pt x="363" y="42"/>
                    <a:pt x="238" y="15"/>
                  </a:cubicBezTo>
                  <a:cubicBezTo>
                    <a:pt x="154" y="1"/>
                    <a:pt x="84" y="42"/>
                    <a:pt x="28" y="140"/>
                  </a:cubicBezTo>
                  <a:cubicBezTo>
                    <a:pt x="1" y="224"/>
                    <a:pt x="28" y="335"/>
                    <a:pt x="112" y="36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96" name="Google Shape;1896;p56"/>
            <p:cNvSpPr/>
            <p:nvPr/>
          </p:nvSpPr>
          <p:spPr>
            <a:xfrm>
              <a:off x="5519925" y="3496150"/>
              <a:ext cx="19200" cy="4575"/>
            </a:xfrm>
            <a:custGeom>
              <a:avLst/>
              <a:gdLst/>
              <a:ahLst/>
              <a:cxnLst/>
              <a:rect l="l" t="t" r="r" b="b"/>
              <a:pathLst>
                <a:path w="768" h="183" extrusionOk="0">
                  <a:moveTo>
                    <a:pt x="418" y="168"/>
                  </a:moveTo>
                  <a:lnTo>
                    <a:pt x="697" y="168"/>
                  </a:lnTo>
                  <a:cubicBezTo>
                    <a:pt x="739" y="168"/>
                    <a:pt x="753" y="112"/>
                    <a:pt x="767" y="99"/>
                  </a:cubicBezTo>
                  <a:cubicBezTo>
                    <a:pt x="753" y="85"/>
                    <a:pt x="739" y="71"/>
                    <a:pt x="711" y="71"/>
                  </a:cubicBezTo>
                  <a:cubicBezTo>
                    <a:pt x="502" y="43"/>
                    <a:pt x="293" y="15"/>
                    <a:pt x="112" y="1"/>
                  </a:cubicBezTo>
                  <a:cubicBezTo>
                    <a:pt x="70" y="1"/>
                    <a:pt x="42" y="43"/>
                    <a:pt x="14" y="85"/>
                  </a:cubicBezTo>
                  <a:cubicBezTo>
                    <a:pt x="0" y="140"/>
                    <a:pt x="14" y="182"/>
                    <a:pt x="84" y="182"/>
                  </a:cubicBezTo>
                  <a:cubicBezTo>
                    <a:pt x="195" y="182"/>
                    <a:pt x="321" y="182"/>
                    <a:pt x="418" y="168"/>
                  </a:cubicBezTo>
                  <a:cubicBezTo>
                    <a:pt x="418" y="182"/>
                    <a:pt x="418" y="182"/>
                    <a:pt x="418" y="1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97" name="Google Shape;1897;p56"/>
            <p:cNvSpPr/>
            <p:nvPr/>
          </p:nvSpPr>
          <p:spPr>
            <a:xfrm>
              <a:off x="6043675" y="3612975"/>
              <a:ext cx="14675" cy="9100"/>
            </a:xfrm>
            <a:custGeom>
              <a:avLst/>
              <a:gdLst/>
              <a:ahLst/>
              <a:cxnLst/>
              <a:rect l="l" t="t" r="r" b="b"/>
              <a:pathLst>
                <a:path w="587" h="364" extrusionOk="0">
                  <a:moveTo>
                    <a:pt x="475" y="363"/>
                  </a:moveTo>
                  <a:cubicBezTo>
                    <a:pt x="517" y="363"/>
                    <a:pt x="559" y="321"/>
                    <a:pt x="559" y="294"/>
                  </a:cubicBezTo>
                  <a:cubicBezTo>
                    <a:pt x="587" y="252"/>
                    <a:pt x="559" y="210"/>
                    <a:pt x="531" y="168"/>
                  </a:cubicBezTo>
                  <a:cubicBezTo>
                    <a:pt x="447" y="56"/>
                    <a:pt x="322" y="1"/>
                    <a:pt x="168" y="1"/>
                  </a:cubicBezTo>
                  <a:cubicBezTo>
                    <a:pt x="126" y="15"/>
                    <a:pt x="85" y="29"/>
                    <a:pt x="43" y="43"/>
                  </a:cubicBezTo>
                  <a:cubicBezTo>
                    <a:pt x="1" y="84"/>
                    <a:pt x="29" y="182"/>
                    <a:pt x="85" y="224"/>
                  </a:cubicBezTo>
                  <a:cubicBezTo>
                    <a:pt x="196" y="321"/>
                    <a:pt x="336" y="349"/>
                    <a:pt x="475" y="36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98" name="Google Shape;1898;p56"/>
            <p:cNvSpPr/>
            <p:nvPr/>
          </p:nvSpPr>
          <p:spPr>
            <a:xfrm>
              <a:off x="5708575" y="2660650"/>
              <a:ext cx="375" cy="1050"/>
            </a:xfrm>
            <a:custGeom>
              <a:avLst/>
              <a:gdLst/>
              <a:ahLst/>
              <a:cxnLst/>
              <a:rect l="l" t="t" r="r" b="b"/>
              <a:pathLst>
                <a:path w="15" h="42" extrusionOk="0">
                  <a:moveTo>
                    <a:pt x="14" y="0"/>
                  </a:moveTo>
                  <a:lnTo>
                    <a:pt x="0" y="28"/>
                  </a:lnTo>
                  <a:lnTo>
                    <a:pt x="0" y="28"/>
                  </a:lnTo>
                  <a:lnTo>
                    <a:pt x="14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99" name="Google Shape;1899;p56"/>
            <p:cNvSpPr/>
            <p:nvPr/>
          </p:nvSpPr>
          <p:spPr>
            <a:xfrm>
              <a:off x="5708925" y="2644600"/>
              <a:ext cx="9425" cy="16075"/>
            </a:xfrm>
            <a:custGeom>
              <a:avLst/>
              <a:gdLst/>
              <a:ahLst/>
              <a:cxnLst/>
              <a:rect l="l" t="t" r="r" b="b"/>
              <a:pathLst>
                <a:path w="377" h="643" extrusionOk="0">
                  <a:moveTo>
                    <a:pt x="335" y="42"/>
                  </a:moveTo>
                  <a:cubicBezTo>
                    <a:pt x="307" y="14"/>
                    <a:pt x="251" y="0"/>
                    <a:pt x="223" y="14"/>
                  </a:cubicBezTo>
                  <a:cubicBezTo>
                    <a:pt x="182" y="42"/>
                    <a:pt x="140" y="84"/>
                    <a:pt x="126" y="126"/>
                  </a:cubicBezTo>
                  <a:cubicBezTo>
                    <a:pt x="42" y="279"/>
                    <a:pt x="0" y="461"/>
                    <a:pt x="28" y="642"/>
                  </a:cubicBezTo>
                  <a:cubicBezTo>
                    <a:pt x="237" y="461"/>
                    <a:pt x="363" y="279"/>
                    <a:pt x="377" y="112"/>
                  </a:cubicBezTo>
                  <a:cubicBezTo>
                    <a:pt x="377" y="70"/>
                    <a:pt x="349" y="56"/>
                    <a:pt x="335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00" name="Google Shape;1900;p56"/>
            <p:cNvSpPr/>
            <p:nvPr/>
          </p:nvSpPr>
          <p:spPr>
            <a:xfrm>
              <a:off x="4125400" y="1786400"/>
              <a:ext cx="11175" cy="12250"/>
            </a:xfrm>
            <a:custGeom>
              <a:avLst/>
              <a:gdLst/>
              <a:ahLst/>
              <a:cxnLst/>
              <a:rect l="l" t="t" r="r" b="b"/>
              <a:pathLst>
                <a:path w="447" h="490" extrusionOk="0">
                  <a:moveTo>
                    <a:pt x="1" y="280"/>
                  </a:moveTo>
                  <a:cubicBezTo>
                    <a:pt x="1" y="322"/>
                    <a:pt x="28" y="364"/>
                    <a:pt x="56" y="405"/>
                  </a:cubicBezTo>
                  <a:cubicBezTo>
                    <a:pt x="140" y="489"/>
                    <a:pt x="349" y="461"/>
                    <a:pt x="419" y="350"/>
                  </a:cubicBezTo>
                  <a:cubicBezTo>
                    <a:pt x="447" y="336"/>
                    <a:pt x="447" y="294"/>
                    <a:pt x="447" y="294"/>
                  </a:cubicBezTo>
                  <a:cubicBezTo>
                    <a:pt x="391" y="210"/>
                    <a:pt x="349" y="126"/>
                    <a:pt x="307" y="71"/>
                  </a:cubicBezTo>
                  <a:cubicBezTo>
                    <a:pt x="238" y="1"/>
                    <a:pt x="140" y="71"/>
                    <a:pt x="70" y="98"/>
                  </a:cubicBezTo>
                  <a:cubicBezTo>
                    <a:pt x="42" y="154"/>
                    <a:pt x="1" y="224"/>
                    <a:pt x="1" y="2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01" name="Google Shape;1901;p56"/>
            <p:cNvSpPr/>
            <p:nvPr/>
          </p:nvSpPr>
          <p:spPr>
            <a:xfrm>
              <a:off x="4206300" y="1773850"/>
              <a:ext cx="9800" cy="10150"/>
            </a:xfrm>
            <a:custGeom>
              <a:avLst/>
              <a:gdLst/>
              <a:ahLst/>
              <a:cxnLst/>
              <a:rect l="l" t="t" r="r" b="b"/>
              <a:pathLst>
                <a:path w="392" h="406" extrusionOk="0">
                  <a:moveTo>
                    <a:pt x="1" y="224"/>
                  </a:moveTo>
                  <a:cubicBezTo>
                    <a:pt x="1" y="308"/>
                    <a:pt x="98" y="405"/>
                    <a:pt x="182" y="377"/>
                  </a:cubicBezTo>
                  <a:cubicBezTo>
                    <a:pt x="307" y="363"/>
                    <a:pt x="391" y="280"/>
                    <a:pt x="391" y="154"/>
                  </a:cubicBezTo>
                  <a:cubicBezTo>
                    <a:pt x="391" y="70"/>
                    <a:pt x="294" y="1"/>
                    <a:pt x="210" y="1"/>
                  </a:cubicBezTo>
                  <a:cubicBezTo>
                    <a:pt x="84" y="15"/>
                    <a:pt x="1" y="98"/>
                    <a:pt x="1" y="2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02" name="Google Shape;1902;p56"/>
            <p:cNvSpPr/>
            <p:nvPr/>
          </p:nvSpPr>
          <p:spPr>
            <a:xfrm>
              <a:off x="5115400" y="3447700"/>
              <a:ext cx="9800" cy="11175"/>
            </a:xfrm>
            <a:custGeom>
              <a:avLst/>
              <a:gdLst/>
              <a:ahLst/>
              <a:cxnLst/>
              <a:rect l="l" t="t" r="r" b="b"/>
              <a:pathLst>
                <a:path w="392" h="447" extrusionOk="0">
                  <a:moveTo>
                    <a:pt x="154" y="14"/>
                  </a:moveTo>
                  <a:cubicBezTo>
                    <a:pt x="140" y="0"/>
                    <a:pt x="112" y="0"/>
                    <a:pt x="84" y="14"/>
                  </a:cubicBezTo>
                  <a:cubicBezTo>
                    <a:pt x="56" y="28"/>
                    <a:pt x="1" y="70"/>
                    <a:pt x="1" y="98"/>
                  </a:cubicBezTo>
                  <a:cubicBezTo>
                    <a:pt x="1" y="265"/>
                    <a:pt x="84" y="363"/>
                    <a:pt x="210" y="432"/>
                  </a:cubicBezTo>
                  <a:cubicBezTo>
                    <a:pt x="224" y="446"/>
                    <a:pt x="266" y="446"/>
                    <a:pt x="280" y="446"/>
                  </a:cubicBezTo>
                  <a:cubicBezTo>
                    <a:pt x="321" y="432"/>
                    <a:pt x="335" y="377"/>
                    <a:pt x="363" y="363"/>
                  </a:cubicBezTo>
                  <a:cubicBezTo>
                    <a:pt x="391" y="195"/>
                    <a:pt x="280" y="98"/>
                    <a:pt x="154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03" name="Google Shape;1903;p56"/>
            <p:cNvSpPr/>
            <p:nvPr/>
          </p:nvSpPr>
          <p:spPr>
            <a:xfrm>
              <a:off x="4147025" y="1774200"/>
              <a:ext cx="14675" cy="9100"/>
            </a:xfrm>
            <a:custGeom>
              <a:avLst/>
              <a:gdLst/>
              <a:ahLst/>
              <a:cxnLst/>
              <a:rect l="l" t="t" r="r" b="b"/>
              <a:pathLst>
                <a:path w="587" h="364" extrusionOk="0">
                  <a:moveTo>
                    <a:pt x="182" y="349"/>
                  </a:moveTo>
                  <a:cubicBezTo>
                    <a:pt x="349" y="280"/>
                    <a:pt x="461" y="140"/>
                    <a:pt x="586" y="15"/>
                  </a:cubicBezTo>
                  <a:cubicBezTo>
                    <a:pt x="447" y="15"/>
                    <a:pt x="293" y="1"/>
                    <a:pt x="154" y="1"/>
                  </a:cubicBezTo>
                  <a:cubicBezTo>
                    <a:pt x="56" y="1"/>
                    <a:pt x="0" y="84"/>
                    <a:pt x="14" y="210"/>
                  </a:cubicBezTo>
                  <a:cubicBezTo>
                    <a:pt x="14" y="238"/>
                    <a:pt x="42" y="294"/>
                    <a:pt x="56" y="335"/>
                  </a:cubicBezTo>
                  <a:cubicBezTo>
                    <a:pt x="98" y="349"/>
                    <a:pt x="154" y="363"/>
                    <a:pt x="182" y="3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04" name="Google Shape;1904;p56"/>
            <p:cNvSpPr/>
            <p:nvPr/>
          </p:nvSpPr>
          <p:spPr>
            <a:xfrm>
              <a:off x="1762150" y="2224750"/>
              <a:ext cx="375" cy="725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1" y="28"/>
                  </a:moveTo>
                  <a:lnTo>
                    <a:pt x="15" y="0"/>
                  </a:lnTo>
                  <a:lnTo>
                    <a:pt x="1" y="0"/>
                  </a:lnTo>
                  <a:lnTo>
                    <a:pt x="1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05" name="Google Shape;1905;p56"/>
            <p:cNvSpPr/>
            <p:nvPr/>
          </p:nvSpPr>
          <p:spPr>
            <a:xfrm>
              <a:off x="5753550" y="2596475"/>
              <a:ext cx="9800" cy="12575"/>
            </a:xfrm>
            <a:custGeom>
              <a:avLst/>
              <a:gdLst/>
              <a:ahLst/>
              <a:cxnLst/>
              <a:rect l="l" t="t" r="r" b="b"/>
              <a:pathLst>
                <a:path w="392" h="503" extrusionOk="0">
                  <a:moveTo>
                    <a:pt x="112" y="503"/>
                  </a:moveTo>
                  <a:cubicBezTo>
                    <a:pt x="280" y="419"/>
                    <a:pt x="391" y="252"/>
                    <a:pt x="363" y="42"/>
                  </a:cubicBezTo>
                  <a:cubicBezTo>
                    <a:pt x="349" y="28"/>
                    <a:pt x="335" y="0"/>
                    <a:pt x="321" y="0"/>
                  </a:cubicBezTo>
                  <a:cubicBezTo>
                    <a:pt x="294" y="0"/>
                    <a:pt x="266" y="0"/>
                    <a:pt x="252" y="14"/>
                  </a:cubicBezTo>
                  <a:cubicBezTo>
                    <a:pt x="126" y="112"/>
                    <a:pt x="42" y="252"/>
                    <a:pt x="1" y="433"/>
                  </a:cubicBezTo>
                  <a:cubicBezTo>
                    <a:pt x="1" y="447"/>
                    <a:pt x="15" y="461"/>
                    <a:pt x="42" y="475"/>
                  </a:cubicBezTo>
                  <a:cubicBezTo>
                    <a:pt x="56" y="503"/>
                    <a:pt x="84" y="503"/>
                    <a:pt x="112" y="5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06" name="Google Shape;1906;p56"/>
            <p:cNvSpPr/>
            <p:nvPr/>
          </p:nvSpPr>
          <p:spPr>
            <a:xfrm>
              <a:off x="3570950" y="2491150"/>
              <a:ext cx="1075" cy="1075"/>
            </a:xfrm>
            <a:custGeom>
              <a:avLst/>
              <a:gdLst/>
              <a:ahLst/>
              <a:cxnLst/>
              <a:rect l="l" t="t" r="r" b="b"/>
              <a:pathLst>
                <a:path w="43" h="43" extrusionOk="0">
                  <a:moveTo>
                    <a:pt x="42" y="1"/>
                  </a:moveTo>
                  <a:cubicBezTo>
                    <a:pt x="42" y="1"/>
                    <a:pt x="28" y="1"/>
                    <a:pt x="42" y="1"/>
                  </a:cubicBezTo>
                  <a:lnTo>
                    <a:pt x="0" y="43"/>
                  </a:lnTo>
                  <a:lnTo>
                    <a:pt x="42" y="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07" name="Google Shape;1907;p56"/>
            <p:cNvSpPr/>
            <p:nvPr/>
          </p:nvSpPr>
          <p:spPr>
            <a:xfrm>
              <a:off x="3571650" y="2478250"/>
              <a:ext cx="9775" cy="12600"/>
            </a:xfrm>
            <a:custGeom>
              <a:avLst/>
              <a:gdLst/>
              <a:ahLst/>
              <a:cxnLst/>
              <a:rect l="l" t="t" r="r" b="b"/>
              <a:pathLst>
                <a:path w="391" h="504" extrusionOk="0">
                  <a:moveTo>
                    <a:pt x="377" y="140"/>
                  </a:moveTo>
                  <a:cubicBezTo>
                    <a:pt x="391" y="85"/>
                    <a:pt x="377" y="57"/>
                    <a:pt x="321" y="15"/>
                  </a:cubicBezTo>
                  <a:cubicBezTo>
                    <a:pt x="307" y="15"/>
                    <a:pt x="279" y="1"/>
                    <a:pt x="251" y="15"/>
                  </a:cubicBezTo>
                  <a:cubicBezTo>
                    <a:pt x="140" y="57"/>
                    <a:pt x="42" y="126"/>
                    <a:pt x="14" y="238"/>
                  </a:cubicBezTo>
                  <a:cubicBezTo>
                    <a:pt x="0" y="322"/>
                    <a:pt x="0" y="419"/>
                    <a:pt x="0" y="503"/>
                  </a:cubicBezTo>
                  <a:cubicBezTo>
                    <a:pt x="28" y="489"/>
                    <a:pt x="84" y="489"/>
                    <a:pt x="112" y="461"/>
                  </a:cubicBezTo>
                  <a:cubicBezTo>
                    <a:pt x="265" y="405"/>
                    <a:pt x="349" y="280"/>
                    <a:pt x="377" y="1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08" name="Google Shape;1908;p56"/>
            <p:cNvSpPr/>
            <p:nvPr/>
          </p:nvSpPr>
          <p:spPr>
            <a:xfrm>
              <a:off x="5268500" y="3508375"/>
              <a:ext cx="11175" cy="10825"/>
            </a:xfrm>
            <a:custGeom>
              <a:avLst/>
              <a:gdLst/>
              <a:ahLst/>
              <a:cxnLst/>
              <a:rect l="l" t="t" r="r" b="b"/>
              <a:pathLst>
                <a:path w="447" h="433" extrusionOk="0">
                  <a:moveTo>
                    <a:pt x="126" y="42"/>
                  </a:moveTo>
                  <a:cubicBezTo>
                    <a:pt x="98" y="42"/>
                    <a:pt x="84" y="84"/>
                    <a:pt x="70" y="98"/>
                  </a:cubicBezTo>
                  <a:cubicBezTo>
                    <a:pt x="28" y="167"/>
                    <a:pt x="0" y="223"/>
                    <a:pt x="56" y="293"/>
                  </a:cubicBezTo>
                  <a:cubicBezTo>
                    <a:pt x="98" y="391"/>
                    <a:pt x="195" y="432"/>
                    <a:pt x="279" y="419"/>
                  </a:cubicBezTo>
                  <a:cubicBezTo>
                    <a:pt x="349" y="391"/>
                    <a:pt x="405" y="363"/>
                    <a:pt x="432" y="321"/>
                  </a:cubicBezTo>
                  <a:cubicBezTo>
                    <a:pt x="446" y="279"/>
                    <a:pt x="446" y="251"/>
                    <a:pt x="446" y="237"/>
                  </a:cubicBezTo>
                  <a:cubicBezTo>
                    <a:pt x="419" y="98"/>
                    <a:pt x="237" y="0"/>
                    <a:pt x="126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09" name="Google Shape;1909;p56"/>
            <p:cNvSpPr/>
            <p:nvPr/>
          </p:nvSpPr>
          <p:spPr>
            <a:xfrm>
              <a:off x="6030775" y="3586125"/>
              <a:ext cx="12575" cy="11525"/>
            </a:xfrm>
            <a:custGeom>
              <a:avLst/>
              <a:gdLst/>
              <a:ahLst/>
              <a:cxnLst/>
              <a:rect l="l" t="t" r="r" b="b"/>
              <a:pathLst>
                <a:path w="503" h="461" extrusionOk="0">
                  <a:moveTo>
                    <a:pt x="377" y="419"/>
                  </a:moveTo>
                  <a:cubicBezTo>
                    <a:pt x="433" y="461"/>
                    <a:pt x="489" y="447"/>
                    <a:pt x="489" y="391"/>
                  </a:cubicBezTo>
                  <a:cubicBezTo>
                    <a:pt x="503" y="349"/>
                    <a:pt x="503" y="308"/>
                    <a:pt x="475" y="266"/>
                  </a:cubicBezTo>
                  <a:cubicBezTo>
                    <a:pt x="377" y="126"/>
                    <a:pt x="252" y="42"/>
                    <a:pt x="70" y="1"/>
                  </a:cubicBezTo>
                  <a:cubicBezTo>
                    <a:pt x="57" y="29"/>
                    <a:pt x="29" y="29"/>
                    <a:pt x="15" y="42"/>
                  </a:cubicBezTo>
                  <a:cubicBezTo>
                    <a:pt x="1" y="56"/>
                    <a:pt x="1" y="84"/>
                    <a:pt x="15" y="84"/>
                  </a:cubicBezTo>
                  <a:cubicBezTo>
                    <a:pt x="112" y="252"/>
                    <a:pt x="224" y="349"/>
                    <a:pt x="377" y="4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10" name="Google Shape;1910;p56"/>
            <p:cNvSpPr/>
            <p:nvPr/>
          </p:nvSpPr>
          <p:spPr>
            <a:xfrm>
              <a:off x="2474925" y="2083175"/>
              <a:ext cx="10850" cy="11875"/>
            </a:xfrm>
            <a:custGeom>
              <a:avLst/>
              <a:gdLst/>
              <a:ahLst/>
              <a:cxnLst/>
              <a:rect l="l" t="t" r="r" b="b"/>
              <a:pathLst>
                <a:path w="434" h="475" extrusionOk="0">
                  <a:moveTo>
                    <a:pt x="349" y="28"/>
                  </a:moveTo>
                  <a:cubicBezTo>
                    <a:pt x="252" y="56"/>
                    <a:pt x="168" y="84"/>
                    <a:pt x="98" y="140"/>
                  </a:cubicBezTo>
                  <a:cubicBezTo>
                    <a:pt x="29" y="195"/>
                    <a:pt x="1" y="293"/>
                    <a:pt x="29" y="391"/>
                  </a:cubicBezTo>
                  <a:cubicBezTo>
                    <a:pt x="43" y="433"/>
                    <a:pt x="98" y="474"/>
                    <a:pt x="140" y="433"/>
                  </a:cubicBezTo>
                  <a:cubicBezTo>
                    <a:pt x="280" y="349"/>
                    <a:pt x="391" y="251"/>
                    <a:pt x="433" y="70"/>
                  </a:cubicBezTo>
                  <a:cubicBezTo>
                    <a:pt x="419" y="56"/>
                    <a:pt x="419" y="42"/>
                    <a:pt x="391" y="14"/>
                  </a:cubicBezTo>
                  <a:cubicBezTo>
                    <a:pt x="377" y="28"/>
                    <a:pt x="363" y="0"/>
                    <a:pt x="349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11" name="Google Shape;1911;p56"/>
            <p:cNvSpPr/>
            <p:nvPr/>
          </p:nvSpPr>
          <p:spPr>
            <a:xfrm>
              <a:off x="5135975" y="3486400"/>
              <a:ext cx="9450" cy="10475"/>
            </a:xfrm>
            <a:custGeom>
              <a:avLst/>
              <a:gdLst/>
              <a:ahLst/>
              <a:cxnLst/>
              <a:rect l="l" t="t" r="r" b="b"/>
              <a:pathLst>
                <a:path w="378" h="419" extrusionOk="0">
                  <a:moveTo>
                    <a:pt x="196" y="14"/>
                  </a:moveTo>
                  <a:cubicBezTo>
                    <a:pt x="154" y="0"/>
                    <a:pt x="98" y="14"/>
                    <a:pt x="70" y="42"/>
                  </a:cubicBezTo>
                  <a:cubicBezTo>
                    <a:pt x="15" y="56"/>
                    <a:pt x="1" y="84"/>
                    <a:pt x="29" y="154"/>
                  </a:cubicBezTo>
                  <a:cubicBezTo>
                    <a:pt x="84" y="265"/>
                    <a:pt x="140" y="363"/>
                    <a:pt x="238" y="405"/>
                  </a:cubicBezTo>
                  <a:cubicBezTo>
                    <a:pt x="280" y="405"/>
                    <a:pt x="307" y="419"/>
                    <a:pt x="307" y="405"/>
                  </a:cubicBezTo>
                  <a:cubicBezTo>
                    <a:pt x="349" y="363"/>
                    <a:pt x="377" y="335"/>
                    <a:pt x="377" y="293"/>
                  </a:cubicBezTo>
                  <a:cubicBezTo>
                    <a:pt x="377" y="154"/>
                    <a:pt x="294" y="70"/>
                    <a:pt x="196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12" name="Google Shape;1912;p56"/>
            <p:cNvSpPr/>
            <p:nvPr/>
          </p:nvSpPr>
          <p:spPr>
            <a:xfrm>
              <a:off x="2790175" y="2380975"/>
              <a:ext cx="8400" cy="8375"/>
            </a:xfrm>
            <a:custGeom>
              <a:avLst/>
              <a:gdLst/>
              <a:ahLst/>
              <a:cxnLst/>
              <a:rect l="l" t="t" r="r" b="b"/>
              <a:pathLst>
                <a:path w="336" h="335" extrusionOk="0">
                  <a:moveTo>
                    <a:pt x="168" y="42"/>
                  </a:moveTo>
                  <a:cubicBezTo>
                    <a:pt x="112" y="84"/>
                    <a:pt x="84" y="140"/>
                    <a:pt x="28" y="196"/>
                  </a:cubicBezTo>
                  <a:cubicBezTo>
                    <a:pt x="0" y="209"/>
                    <a:pt x="0" y="251"/>
                    <a:pt x="28" y="265"/>
                  </a:cubicBezTo>
                  <a:cubicBezTo>
                    <a:pt x="56" y="293"/>
                    <a:pt x="98" y="321"/>
                    <a:pt x="140" y="335"/>
                  </a:cubicBezTo>
                  <a:cubicBezTo>
                    <a:pt x="196" y="293"/>
                    <a:pt x="265" y="265"/>
                    <a:pt x="307" y="209"/>
                  </a:cubicBezTo>
                  <a:cubicBezTo>
                    <a:pt x="335" y="182"/>
                    <a:pt x="335" y="126"/>
                    <a:pt x="335" y="84"/>
                  </a:cubicBezTo>
                  <a:cubicBezTo>
                    <a:pt x="321" y="42"/>
                    <a:pt x="223" y="0"/>
                    <a:pt x="168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13" name="Google Shape;1913;p56"/>
            <p:cNvSpPr/>
            <p:nvPr/>
          </p:nvSpPr>
          <p:spPr>
            <a:xfrm>
              <a:off x="6067750" y="3629375"/>
              <a:ext cx="11175" cy="8725"/>
            </a:xfrm>
            <a:custGeom>
              <a:avLst/>
              <a:gdLst/>
              <a:ahLst/>
              <a:cxnLst/>
              <a:rect l="l" t="t" r="r" b="b"/>
              <a:pathLst>
                <a:path w="447" h="349" extrusionOk="0">
                  <a:moveTo>
                    <a:pt x="0" y="70"/>
                  </a:moveTo>
                  <a:lnTo>
                    <a:pt x="0" y="140"/>
                  </a:lnTo>
                  <a:cubicBezTo>
                    <a:pt x="56" y="251"/>
                    <a:pt x="168" y="335"/>
                    <a:pt x="279" y="349"/>
                  </a:cubicBezTo>
                  <a:cubicBezTo>
                    <a:pt x="335" y="349"/>
                    <a:pt x="391" y="293"/>
                    <a:pt x="447" y="279"/>
                  </a:cubicBezTo>
                  <a:cubicBezTo>
                    <a:pt x="419" y="223"/>
                    <a:pt x="419" y="209"/>
                    <a:pt x="419" y="196"/>
                  </a:cubicBezTo>
                  <a:cubicBezTo>
                    <a:pt x="349" y="84"/>
                    <a:pt x="237" y="56"/>
                    <a:pt x="126" y="14"/>
                  </a:cubicBezTo>
                  <a:cubicBezTo>
                    <a:pt x="70" y="0"/>
                    <a:pt x="28" y="14"/>
                    <a:pt x="0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14" name="Google Shape;1914;p56"/>
            <p:cNvSpPr/>
            <p:nvPr/>
          </p:nvSpPr>
          <p:spPr>
            <a:xfrm>
              <a:off x="2615125" y="1802450"/>
              <a:ext cx="11875" cy="7700"/>
            </a:xfrm>
            <a:custGeom>
              <a:avLst/>
              <a:gdLst/>
              <a:ahLst/>
              <a:cxnLst/>
              <a:rect l="l" t="t" r="r" b="b"/>
              <a:pathLst>
                <a:path w="475" h="308" extrusionOk="0">
                  <a:moveTo>
                    <a:pt x="474" y="98"/>
                  </a:moveTo>
                  <a:cubicBezTo>
                    <a:pt x="474" y="70"/>
                    <a:pt x="432" y="56"/>
                    <a:pt x="419" y="42"/>
                  </a:cubicBezTo>
                  <a:cubicBezTo>
                    <a:pt x="279" y="0"/>
                    <a:pt x="140" y="0"/>
                    <a:pt x="42" y="112"/>
                  </a:cubicBezTo>
                  <a:cubicBezTo>
                    <a:pt x="14" y="126"/>
                    <a:pt x="0" y="210"/>
                    <a:pt x="14" y="210"/>
                  </a:cubicBezTo>
                  <a:cubicBezTo>
                    <a:pt x="70" y="252"/>
                    <a:pt x="126" y="279"/>
                    <a:pt x="195" y="307"/>
                  </a:cubicBezTo>
                  <a:cubicBezTo>
                    <a:pt x="279" y="252"/>
                    <a:pt x="363" y="196"/>
                    <a:pt x="460" y="126"/>
                  </a:cubicBezTo>
                  <a:cubicBezTo>
                    <a:pt x="474" y="140"/>
                    <a:pt x="474" y="112"/>
                    <a:pt x="474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15" name="Google Shape;1915;p56"/>
            <p:cNvSpPr/>
            <p:nvPr/>
          </p:nvSpPr>
          <p:spPr>
            <a:xfrm>
              <a:off x="2619300" y="1810475"/>
              <a:ext cx="725" cy="375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28" y="0"/>
                  </a:moveTo>
                  <a:lnTo>
                    <a:pt x="0" y="14"/>
                  </a:lnTo>
                  <a:lnTo>
                    <a:pt x="28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16" name="Google Shape;1916;p56"/>
            <p:cNvSpPr/>
            <p:nvPr/>
          </p:nvSpPr>
          <p:spPr>
            <a:xfrm>
              <a:off x="2637775" y="2212875"/>
              <a:ext cx="8750" cy="10850"/>
            </a:xfrm>
            <a:custGeom>
              <a:avLst/>
              <a:gdLst/>
              <a:ahLst/>
              <a:cxnLst/>
              <a:rect l="l" t="t" r="r" b="b"/>
              <a:pathLst>
                <a:path w="350" h="434" extrusionOk="0">
                  <a:moveTo>
                    <a:pt x="112" y="1"/>
                  </a:moveTo>
                  <a:cubicBezTo>
                    <a:pt x="70" y="15"/>
                    <a:pt x="43" y="43"/>
                    <a:pt x="15" y="71"/>
                  </a:cubicBezTo>
                  <a:cubicBezTo>
                    <a:pt x="1" y="99"/>
                    <a:pt x="15" y="168"/>
                    <a:pt x="43" y="210"/>
                  </a:cubicBezTo>
                  <a:cubicBezTo>
                    <a:pt x="84" y="280"/>
                    <a:pt x="154" y="350"/>
                    <a:pt x="210" y="419"/>
                  </a:cubicBezTo>
                  <a:cubicBezTo>
                    <a:pt x="224" y="433"/>
                    <a:pt x="266" y="433"/>
                    <a:pt x="280" y="433"/>
                  </a:cubicBezTo>
                  <a:cubicBezTo>
                    <a:pt x="336" y="419"/>
                    <a:pt x="349" y="378"/>
                    <a:pt x="336" y="322"/>
                  </a:cubicBezTo>
                  <a:cubicBezTo>
                    <a:pt x="294" y="182"/>
                    <a:pt x="266" y="43"/>
                    <a:pt x="1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17" name="Google Shape;1917;p56"/>
            <p:cNvSpPr/>
            <p:nvPr/>
          </p:nvSpPr>
          <p:spPr>
            <a:xfrm>
              <a:off x="2836900" y="2355850"/>
              <a:ext cx="8050" cy="10850"/>
            </a:xfrm>
            <a:custGeom>
              <a:avLst/>
              <a:gdLst/>
              <a:ahLst/>
              <a:cxnLst/>
              <a:rect l="l" t="t" r="r" b="b"/>
              <a:pathLst>
                <a:path w="322" h="434" extrusionOk="0">
                  <a:moveTo>
                    <a:pt x="238" y="1"/>
                  </a:moveTo>
                  <a:cubicBezTo>
                    <a:pt x="196" y="1"/>
                    <a:pt x="140" y="15"/>
                    <a:pt x="126" y="29"/>
                  </a:cubicBezTo>
                  <a:cubicBezTo>
                    <a:pt x="70" y="85"/>
                    <a:pt x="14" y="140"/>
                    <a:pt x="14" y="210"/>
                  </a:cubicBezTo>
                  <a:cubicBezTo>
                    <a:pt x="0" y="252"/>
                    <a:pt x="56" y="322"/>
                    <a:pt x="84" y="378"/>
                  </a:cubicBezTo>
                  <a:cubicBezTo>
                    <a:pt x="112" y="419"/>
                    <a:pt x="196" y="433"/>
                    <a:pt x="210" y="419"/>
                  </a:cubicBezTo>
                  <a:cubicBezTo>
                    <a:pt x="265" y="378"/>
                    <a:pt x="293" y="308"/>
                    <a:pt x="321" y="280"/>
                  </a:cubicBezTo>
                  <a:cubicBezTo>
                    <a:pt x="293" y="182"/>
                    <a:pt x="293" y="113"/>
                    <a:pt x="279" y="43"/>
                  </a:cubicBezTo>
                  <a:cubicBezTo>
                    <a:pt x="251" y="29"/>
                    <a:pt x="238" y="1"/>
                    <a:pt x="2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18" name="Google Shape;1918;p56"/>
            <p:cNvSpPr/>
            <p:nvPr/>
          </p:nvSpPr>
          <p:spPr>
            <a:xfrm>
              <a:off x="5940125" y="3522650"/>
              <a:ext cx="8725" cy="17125"/>
            </a:xfrm>
            <a:custGeom>
              <a:avLst/>
              <a:gdLst/>
              <a:ahLst/>
              <a:cxnLst/>
              <a:rect l="l" t="t" r="r" b="b"/>
              <a:pathLst>
                <a:path w="349" h="685" extrusionOk="0">
                  <a:moveTo>
                    <a:pt x="14" y="1"/>
                  </a:moveTo>
                  <a:cubicBezTo>
                    <a:pt x="0" y="224"/>
                    <a:pt x="70" y="447"/>
                    <a:pt x="154" y="657"/>
                  </a:cubicBezTo>
                  <a:cubicBezTo>
                    <a:pt x="154" y="684"/>
                    <a:pt x="209" y="684"/>
                    <a:pt x="223" y="657"/>
                  </a:cubicBezTo>
                  <a:cubicBezTo>
                    <a:pt x="293" y="643"/>
                    <a:pt x="349" y="559"/>
                    <a:pt x="349" y="503"/>
                  </a:cubicBezTo>
                  <a:cubicBezTo>
                    <a:pt x="321" y="294"/>
                    <a:pt x="209" y="127"/>
                    <a:pt x="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19" name="Google Shape;1919;p56"/>
            <p:cNvSpPr/>
            <p:nvPr/>
          </p:nvSpPr>
          <p:spPr>
            <a:xfrm>
              <a:off x="4162725" y="1683550"/>
              <a:ext cx="10475" cy="8025"/>
            </a:xfrm>
            <a:custGeom>
              <a:avLst/>
              <a:gdLst/>
              <a:ahLst/>
              <a:cxnLst/>
              <a:rect l="l" t="t" r="r" b="b"/>
              <a:pathLst>
                <a:path w="419" h="321" extrusionOk="0">
                  <a:moveTo>
                    <a:pt x="140" y="321"/>
                  </a:moveTo>
                  <a:lnTo>
                    <a:pt x="237" y="321"/>
                  </a:lnTo>
                  <a:cubicBezTo>
                    <a:pt x="321" y="321"/>
                    <a:pt x="418" y="195"/>
                    <a:pt x="377" y="126"/>
                  </a:cubicBezTo>
                  <a:cubicBezTo>
                    <a:pt x="349" y="70"/>
                    <a:pt x="279" y="28"/>
                    <a:pt x="209" y="14"/>
                  </a:cubicBezTo>
                  <a:cubicBezTo>
                    <a:pt x="98" y="0"/>
                    <a:pt x="0" y="98"/>
                    <a:pt x="28" y="167"/>
                  </a:cubicBezTo>
                  <a:cubicBezTo>
                    <a:pt x="70" y="223"/>
                    <a:pt x="112" y="279"/>
                    <a:pt x="140" y="3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20" name="Google Shape;1920;p56"/>
            <p:cNvSpPr/>
            <p:nvPr/>
          </p:nvSpPr>
          <p:spPr>
            <a:xfrm>
              <a:off x="4207350" y="1684925"/>
              <a:ext cx="8050" cy="5950"/>
            </a:xfrm>
            <a:custGeom>
              <a:avLst/>
              <a:gdLst/>
              <a:ahLst/>
              <a:cxnLst/>
              <a:rect l="l" t="t" r="r" b="b"/>
              <a:pathLst>
                <a:path w="322" h="238" extrusionOk="0">
                  <a:moveTo>
                    <a:pt x="168" y="238"/>
                  </a:moveTo>
                  <a:cubicBezTo>
                    <a:pt x="265" y="224"/>
                    <a:pt x="321" y="154"/>
                    <a:pt x="307" y="98"/>
                  </a:cubicBezTo>
                  <a:cubicBezTo>
                    <a:pt x="279" y="29"/>
                    <a:pt x="210" y="1"/>
                    <a:pt x="140" y="15"/>
                  </a:cubicBezTo>
                  <a:cubicBezTo>
                    <a:pt x="70" y="15"/>
                    <a:pt x="0" y="98"/>
                    <a:pt x="42" y="154"/>
                  </a:cubicBezTo>
                  <a:cubicBezTo>
                    <a:pt x="70" y="196"/>
                    <a:pt x="126" y="210"/>
                    <a:pt x="168" y="2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21" name="Google Shape;1921;p56"/>
            <p:cNvSpPr/>
            <p:nvPr/>
          </p:nvSpPr>
          <p:spPr>
            <a:xfrm>
              <a:off x="2486775" y="1756075"/>
              <a:ext cx="9450" cy="7350"/>
            </a:xfrm>
            <a:custGeom>
              <a:avLst/>
              <a:gdLst/>
              <a:ahLst/>
              <a:cxnLst/>
              <a:rect l="l" t="t" r="r" b="b"/>
              <a:pathLst>
                <a:path w="378" h="294" extrusionOk="0">
                  <a:moveTo>
                    <a:pt x="29" y="84"/>
                  </a:moveTo>
                  <a:cubicBezTo>
                    <a:pt x="1" y="112"/>
                    <a:pt x="43" y="168"/>
                    <a:pt x="57" y="210"/>
                  </a:cubicBezTo>
                  <a:cubicBezTo>
                    <a:pt x="99" y="265"/>
                    <a:pt x="168" y="293"/>
                    <a:pt x="238" y="293"/>
                  </a:cubicBezTo>
                  <a:cubicBezTo>
                    <a:pt x="308" y="293"/>
                    <a:pt x="350" y="237"/>
                    <a:pt x="378" y="168"/>
                  </a:cubicBezTo>
                  <a:cubicBezTo>
                    <a:pt x="350" y="140"/>
                    <a:pt x="336" y="70"/>
                    <a:pt x="322" y="42"/>
                  </a:cubicBezTo>
                  <a:cubicBezTo>
                    <a:pt x="266" y="14"/>
                    <a:pt x="196" y="0"/>
                    <a:pt x="127" y="0"/>
                  </a:cubicBezTo>
                  <a:cubicBezTo>
                    <a:pt x="99" y="14"/>
                    <a:pt x="43" y="42"/>
                    <a:pt x="29" y="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22" name="Google Shape;1922;p56"/>
            <p:cNvSpPr/>
            <p:nvPr/>
          </p:nvSpPr>
          <p:spPr>
            <a:xfrm>
              <a:off x="5215825" y="3450825"/>
              <a:ext cx="11550" cy="5600"/>
            </a:xfrm>
            <a:custGeom>
              <a:avLst/>
              <a:gdLst/>
              <a:ahLst/>
              <a:cxnLst/>
              <a:rect l="l" t="t" r="r" b="b"/>
              <a:pathLst>
                <a:path w="462" h="224" extrusionOk="0">
                  <a:moveTo>
                    <a:pt x="447" y="168"/>
                  </a:moveTo>
                  <a:cubicBezTo>
                    <a:pt x="461" y="168"/>
                    <a:pt x="461" y="112"/>
                    <a:pt x="461" y="112"/>
                  </a:cubicBezTo>
                  <a:cubicBezTo>
                    <a:pt x="447" y="84"/>
                    <a:pt x="419" y="28"/>
                    <a:pt x="377" y="15"/>
                  </a:cubicBezTo>
                  <a:cubicBezTo>
                    <a:pt x="350" y="1"/>
                    <a:pt x="294" y="1"/>
                    <a:pt x="238" y="1"/>
                  </a:cubicBezTo>
                  <a:cubicBezTo>
                    <a:pt x="154" y="1"/>
                    <a:pt x="85" y="15"/>
                    <a:pt x="1" y="15"/>
                  </a:cubicBezTo>
                  <a:cubicBezTo>
                    <a:pt x="98" y="84"/>
                    <a:pt x="224" y="154"/>
                    <a:pt x="322" y="210"/>
                  </a:cubicBezTo>
                  <a:cubicBezTo>
                    <a:pt x="364" y="224"/>
                    <a:pt x="419" y="182"/>
                    <a:pt x="447" y="1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23" name="Google Shape;1923;p56"/>
            <p:cNvSpPr/>
            <p:nvPr/>
          </p:nvSpPr>
          <p:spPr>
            <a:xfrm>
              <a:off x="5613025" y="3468600"/>
              <a:ext cx="9775" cy="6325"/>
            </a:xfrm>
            <a:custGeom>
              <a:avLst/>
              <a:gdLst/>
              <a:ahLst/>
              <a:cxnLst/>
              <a:rect l="l" t="t" r="r" b="b"/>
              <a:pathLst>
                <a:path w="391" h="253" extrusionOk="0">
                  <a:moveTo>
                    <a:pt x="42" y="126"/>
                  </a:moveTo>
                  <a:cubicBezTo>
                    <a:pt x="28" y="140"/>
                    <a:pt x="0" y="168"/>
                    <a:pt x="28" y="168"/>
                  </a:cubicBezTo>
                  <a:cubicBezTo>
                    <a:pt x="42" y="210"/>
                    <a:pt x="70" y="252"/>
                    <a:pt x="98" y="252"/>
                  </a:cubicBezTo>
                  <a:cubicBezTo>
                    <a:pt x="182" y="252"/>
                    <a:pt x="265" y="238"/>
                    <a:pt x="349" y="238"/>
                  </a:cubicBezTo>
                  <a:cubicBezTo>
                    <a:pt x="377" y="238"/>
                    <a:pt x="391" y="210"/>
                    <a:pt x="391" y="196"/>
                  </a:cubicBezTo>
                  <a:cubicBezTo>
                    <a:pt x="391" y="168"/>
                    <a:pt x="391" y="140"/>
                    <a:pt x="377" y="126"/>
                  </a:cubicBezTo>
                  <a:cubicBezTo>
                    <a:pt x="307" y="1"/>
                    <a:pt x="168" y="1"/>
                    <a:pt x="42" y="1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24" name="Google Shape;1924;p56"/>
            <p:cNvSpPr/>
            <p:nvPr/>
          </p:nvSpPr>
          <p:spPr>
            <a:xfrm>
              <a:off x="4515950" y="1907075"/>
              <a:ext cx="7000" cy="9775"/>
            </a:xfrm>
            <a:custGeom>
              <a:avLst/>
              <a:gdLst/>
              <a:ahLst/>
              <a:cxnLst/>
              <a:rect l="l" t="t" r="r" b="b"/>
              <a:pathLst>
                <a:path w="280" h="391" extrusionOk="0">
                  <a:moveTo>
                    <a:pt x="140" y="377"/>
                  </a:moveTo>
                  <a:cubicBezTo>
                    <a:pt x="210" y="391"/>
                    <a:pt x="280" y="335"/>
                    <a:pt x="280" y="209"/>
                  </a:cubicBezTo>
                  <a:cubicBezTo>
                    <a:pt x="266" y="181"/>
                    <a:pt x="252" y="112"/>
                    <a:pt x="196" y="56"/>
                  </a:cubicBezTo>
                  <a:cubicBezTo>
                    <a:pt x="140" y="0"/>
                    <a:pt x="1" y="126"/>
                    <a:pt x="1" y="209"/>
                  </a:cubicBezTo>
                  <a:cubicBezTo>
                    <a:pt x="29" y="307"/>
                    <a:pt x="71" y="349"/>
                    <a:pt x="140" y="3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25" name="Google Shape;1925;p56"/>
            <p:cNvSpPr/>
            <p:nvPr/>
          </p:nvSpPr>
          <p:spPr>
            <a:xfrm>
              <a:off x="2631150" y="1863475"/>
              <a:ext cx="13975" cy="8050"/>
            </a:xfrm>
            <a:custGeom>
              <a:avLst/>
              <a:gdLst/>
              <a:ahLst/>
              <a:cxnLst/>
              <a:rect l="l" t="t" r="r" b="b"/>
              <a:pathLst>
                <a:path w="559" h="322" extrusionOk="0">
                  <a:moveTo>
                    <a:pt x="405" y="210"/>
                  </a:moveTo>
                  <a:lnTo>
                    <a:pt x="559" y="168"/>
                  </a:lnTo>
                  <a:cubicBezTo>
                    <a:pt x="405" y="0"/>
                    <a:pt x="196" y="28"/>
                    <a:pt x="1" y="42"/>
                  </a:cubicBezTo>
                  <a:cubicBezTo>
                    <a:pt x="112" y="321"/>
                    <a:pt x="112" y="321"/>
                    <a:pt x="405" y="2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26" name="Google Shape;1926;p56"/>
            <p:cNvSpPr/>
            <p:nvPr/>
          </p:nvSpPr>
          <p:spPr>
            <a:xfrm>
              <a:off x="2630450" y="1864525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5" y="14"/>
                  </a:moveTo>
                  <a:lnTo>
                    <a:pt x="15" y="0"/>
                  </a:lnTo>
                  <a:lnTo>
                    <a:pt x="1" y="0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27" name="Google Shape;1927;p56"/>
            <p:cNvSpPr/>
            <p:nvPr/>
          </p:nvSpPr>
          <p:spPr>
            <a:xfrm>
              <a:off x="5507350" y="3309950"/>
              <a:ext cx="11200" cy="9425"/>
            </a:xfrm>
            <a:custGeom>
              <a:avLst/>
              <a:gdLst/>
              <a:ahLst/>
              <a:cxnLst/>
              <a:rect l="l" t="t" r="r" b="b"/>
              <a:pathLst>
                <a:path w="448" h="377" extrusionOk="0">
                  <a:moveTo>
                    <a:pt x="224" y="28"/>
                  </a:moveTo>
                  <a:cubicBezTo>
                    <a:pt x="154" y="70"/>
                    <a:pt x="71" y="98"/>
                    <a:pt x="1" y="154"/>
                  </a:cubicBezTo>
                  <a:cubicBezTo>
                    <a:pt x="99" y="349"/>
                    <a:pt x="168" y="377"/>
                    <a:pt x="308" y="335"/>
                  </a:cubicBezTo>
                  <a:cubicBezTo>
                    <a:pt x="405" y="293"/>
                    <a:pt x="447" y="168"/>
                    <a:pt x="419" y="98"/>
                  </a:cubicBezTo>
                  <a:cubicBezTo>
                    <a:pt x="377" y="28"/>
                    <a:pt x="294" y="0"/>
                    <a:pt x="224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28" name="Google Shape;1928;p56"/>
            <p:cNvSpPr/>
            <p:nvPr/>
          </p:nvSpPr>
          <p:spPr>
            <a:xfrm>
              <a:off x="5503875" y="3298100"/>
              <a:ext cx="6650" cy="15350"/>
            </a:xfrm>
            <a:custGeom>
              <a:avLst/>
              <a:gdLst/>
              <a:ahLst/>
              <a:cxnLst/>
              <a:rect l="l" t="t" r="r" b="b"/>
              <a:pathLst>
                <a:path w="266" h="614" extrusionOk="0">
                  <a:moveTo>
                    <a:pt x="265" y="112"/>
                  </a:moveTo>
                  <a:cubicBezTo>
                    <a:pt x="265" y="84"/>
                    <a:pt x="238" y="56"/>
                    <a:pt x="238" y="42"/>
                  </a:cubicBezTo>
                  <a:cubicBezTo>
                    <a:pt x="210" y="0"/>
                    <a:pt x="168" y="0"/>
                    <a:pt x="140" y="42"/>
                  </a:cubicBezTo>
                  <a:cubicBezTo>
                    <a:pt x="84" y="70"/>
                    <a:pt x="56" y="126"/>
                    <a:pt x="0" y="181"/>
                  </a:cubicBezTo>
                  <a:lnTo>
                    <a:pt x="0" y="614"/>
                  </a:lnTo>
                  <a:lnTo>
                    <a:pt x="140" y="614"/>
                  </a:lnTo>
                  <a:cubicBezTo>
                    <a:pt x="168" y="502"/>
                    <a:pt x="210" y="419"/>
                    <a:pt x="238" y="321"/>
                  </a:cubicBezTo>
                  <a:cubicBezTo>
                    <a:pt x="265" y="251"/>
                    <a:pt x="265" y="181"/>
                    <a:pt x="265" y="1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29" name="Google Shape;1929;p56"/>
            <p:cNvSpPr/>
            <p:nvPr/>
          </p:nvSpPr>
          <p:spPr>
            <a:xfrm>
              <a:off x="5503525" y="3302625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4" y="0"/>
                  </a:moveTo>
                  <a:lnTo>
                    <a:pt x="14" y="0"/>
                  </a:lnTo>
                  <a:cubicBezTo>
                    <a:pt x="0" y="0"/>
                    <a:pt x="0" y="14"/>
                    <a:pt x="14" y="0"/>
                  </a:cubicBezTo>
                  <a:cubicBezTo>
                    <a:pt x="0" y="14"/>
                    <a:pt x="0" y="14"/>
                    <a:pt x="14" y="0"/>
                  </a:cubicBezTo>
                  <a:cubicBezTo>
                    <a:pt x="0" y="14"/>
                    <a:pt x="0" y="14"/>
                    <a:pt x="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30" name="Google Shape;1930;p56"/>
            <p:cNvSpPr/>
            <p:nvPr/>
          </p:nvSpPr>
          <p:spPr>
            <a:xfrm>
              <a:off x="5507000" y="3313425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1"/>
                  </a:moveTo>
                  <a:lnTo>
                    <a:pt x="1" y="15"/>
                  </a:lnTo>
                  <a:cubicBezTo>
                    <a:pt x="1" y="15"/>
                    <a:pt x="15" y="15"/>
                    <a:pt x="15" y="1"/>
                  </a:cubicBezTo>
                  <a:lnTo>
                    <a:pt x="1" y="1"/>
                  </a:lnTo>
                  <a:cubicBezTo>
                    <a:pt x="15" y="1"/>
                    <a:pt x="15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31" name="Google Shape;1931;p56"/>
            <p:cNvSpPr/>
            <p:nvPr/>
          </p:nvSpPr>
          <p:spPr>
            <a:xfrm>
              <a:off x="2766800" y="3239150"/>
              <a:ext cx="6650" cy="8050"/>
            </a:xfrm>
            <a:custGeom>
              <a:avLst/>
              <a:gdLst/>
              <a:ahLst/>
              <a:cxnLst/>
              <a:rect l="l" t="t" r="r" b="b"/>
              <a:pathLst>
                <a:path w="266" h="322" extrusionOk="0">
                  <a:moveTo>
                    <a:pt x="182" y="57"/>
                  </a:moveTo>
                  <a:cubicBezTo>
                    <a:pt x="154" y="15"/>
                    <a:pt x="84" y="1"/>
                    <a:pt x="57" y="15"/>
                  </a:cubicBezTo>
                  <a:cubicBezTo>
                    <a:pt x="15" y="43"/>
                    <a:pt x="1" y="112"/>
                    <a:pt x="15" y="140"/>
                  </a:cubicBezTo>
                  <a:cubicBezTo>
                    <a:pt x="57" y="196"/>
                    <a:pt x="84" y="266"/>
                    <a:pt x="140" y="308"/>
                  </a:cubicBezTo>
                  <a:cubicBezTo>
                    <a:pt x="154" y="322"/>
                    <a:pt x="210" y="266"/>
                    <a:pt x="266" y="238"/>
                  </a:cubicBezTo>
                  <a:cubicBezTo>
                    <a:pt x="252" y="182"/>
                    <a:pt x="224" y="112"/>
                    <a:pt x="182" y="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32" name="Google Shape;1932;p56"/>
            <p:cNvSpPr/>
            <p:nvPr/>
          </p:nvSpPr>
          <p:spPr>
            <a:xfrm>
              <a:off x="2760875" y="3214050"/>
              <a:ext cx="8050" cy="7350"/>
            </a:xfrm>
            <a:custGeom>
              <a:avLst/>
              <a:gdLst/>
              <a:ahLst/>
              <a:cxnLst/>
              <a:rect l="l" t="t" r="r" b="b"/>
              <a:pathLst>
                <a:path w="322" h="294" extrusionOk="0">
                  <a:moveTo>
                    <a:pt x="321" y="84"/>
                  </a:moveTo>
                  <a:cubicBezTo>
                    <a:pt x="294" y="56"/>
                    <a:pt x="280" y="0"/>
                    <a:pt x="238" y="0"/>
                  </a:cubicBezTo>
                  <a:cubicBezTo>
                    <a:pt x="140" y="0"/>
                    <a:pt x="42" y="28"/>
                    <a:pt x="15" y="140"/>
                  </a:cubicBezTo>
                  <a:cubicBezTo>
                    <a:pt x="1" y="168"/>
                    <a:pt x="29" y="238"/>
                    <a:pt x="70" y="265"/>
                  </a:cubicBezTo>
                  <a:cubicBezTo>
                    <a:pt x="168" y="293"/>
                    <a:pt x="294" y="210"/>
                    <a:pt x="321" y="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33" name="Google Shape;1933;p56"/>
            <p:cNvSpPr/>
            <p:nvPr/>
          </p:nvSpPr>
          <p:spPr>
            <a:xfrm>
              <a:off x="2700200" y="2288900"/>
              <a:ext cx="8750" cy="8400"/>
            </a:xfrm>
            <a:custGeom>
              <a:avLst/>
              <a:gdLst/>
              <a:ahLst/>
              <a:cxnLst/>
              <a:rect l="l" t="t" r="r" b="b"/>
              <a:pathLst>
                <a:path w="350" h="336" extrusionOk="0">
                  <a:moveTo>
                    <a:pt x="70" y="29"/>
                  </a:moveTo>
                  <a:cubicBezTo>
                    <a:pt x="14" y="43"/>
                    <a:pt x="1" y="71"/>
                    <a:pt x="14" y="126"/>
                  </a:cubicBezTo>
                  <a:cubicBezTo>
                    <a:pt x="56" y="210"/>
                    <a:pt x="98" y="308"/>
                    <a:pt x="196" y="322"/>
                  </a:cubicBezTo>
                  <a:cubicBezTo>
                    <a:pt x="238" y="336"/>
                    <a:pt x="293" y="266"/>
                    <a:pt x="349" y="252"/>
                  </a:cubicBezTo>
                  <a:lnTo>
                    <a:pt x="349" y="168"/>
                  </a:lnTo>
                  <a:cubicBezTo>
                    <a:pt x="293" y="43"/>
                    <a:pt x="196" y="1"/>
                    <a:pt x="70" y="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34" name="Google Shape;1934;p56"/>
            <p:cNvSpPr/>
            <p:nvPr/>
          </p:nvSpPr>
          <p:spPr>
            <a:xfrm>
              <a:off x="2527250" y="3078050"/>
              <a:ext cx="7325" cy="8750"/>
            </a:xfrm>
            <a:custGeom>
              <a:avLst/>
              <a:gdLst/>
              <a:ahLst/>
              <a:cxnLst/>
              <a:rect l="l" t="t" r="r" b="b"/>
              <a:pathLst>
                <a:path w="293" h="350" extrusionOk="0">
                  <a:moveTo>
                    <a:pt x="153" y="1"/>
                  </a:moveTo>
                  <a:cubicBezTo>
                    <a:pt x="84" y="1"/>
                    <a:pt x="0" y="126"/>
                    <a:pt x="14" y="210"/>
                  </a:cubicBezTo>
                  <a:cubicBezTo>
                    <a:pt x="28" y="279"/>
                    <a:pt x="84" y="307"/>
                    <a:pt x="153" y="335"/>
                  </a:cubicBezTo>
                  <a:cubicBezTo>
                    <a:pt x="223" y="349"/>
                    <a:pt x="293" y="279"/>
                    <a:pt x="279" y="210"/>
                  </a:cubicBezTo>
                  <a:cubicBezTo>
                    <a:pt x="293" y="84"/>
                    <a:pt x="223" y="1"/>
                    <a:pt x="1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35" name="Google Shape;1935;p56"/>
            <p:cNvSpPr/>
            <p:nvPr/>
          </p:nvSpPr>
          <p:spPr>
            <a:xfrm>
              <a:off x="2542925" y="3048400"/>
              <a:ext cx="7350" cy="10150"/>
            </a:xfrm>
            <a:custGeom>
              <a:avLst/>
              <a:gdLst/>
              <a:ahLst/>
              <a:cxnLst/>
              <a:rect l="l" t="t" r="r" b="b"/>
              <a:pathLst>
                <a:path w="294" h="406" extrusionOk="0">
                  <a:moveTo>
                    <a:pt x="168" y="377"/>
                  </a:moveTo>
                  <a:cubicBezTo>
                    <a:pt x="294" y="294"/>
                    <a:pt x="252" y="71"/>
                    <a:pt x="98" y="1"/>
                  </a:cubicBezTo>
                  <a:cubicBezTo>
                    <a:pt x="84" y="1"/>
                    <a:pt x="43" y="1"/>
                    <a:pt x="43" y="15"/>
                  </a:cubicBezTo>
                  <a:cubicBezTo>
                    <a:pt x="1" y="154"/>
                    <a:pt x="29" y="280"/>
                    <a:pt x="98" y="405"/>
                  </a:cubicBezTo>
                  <a:cubicBezTo>
                    <a:pt x="112" y="405"/>
                    <a:pt x="154" y="405"/>
                    <a:pt x="168" y="3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36" name="Google Shape;1936;p56"/>
            <p:cNvSpPr/>
            <p:nvPr/>
          </p:nvSpPr>
          <p:spPr>
            <a:xfrm>
              <a:off x="2524800" y="3046675"/>
              <a:ext cx="8400" cy="5950"/>
            </a:xfrm>
            <a:custGeom>
              <a:avLst/>
              <a:gdLst/>
              <a:ahLst/>
              <a:cxnLst/>
              <a:rect l="l" t="t" r="r" b="b"/>
              <a:pathLst>
                <a:path w="336" h="238" extrusionOk="0">
                  <a:moveTo>
                    <a:pt x="28" y="70"/>
                  </a:moveTo>
                  <a:cubicBezTo>
                    <a:pt x="0" y="84"/>
                    <a:pt x="0" y="154"/>
                    <a:pt x="0" y="195"/>
                  </a:cubicBezTo>
                  <a:cubicBezTo>
                    <a:pt x="0" y="209"/>
                    <a:pt x="42" y="223"/>
                    <a:pt x="56" y="223"/>
                  </a:cubicBezTo>
                  <a:cubicBezTo>
                    <a:pt x="168" y="237"/>
                    <a:pt x="251" y="195"/>
                    <a:pt x="321" y="126"/>
                  </a:cubicBezTo>
                  <a:cubicBezTo>
                    <a:pt x="335" y="98"/>
                    <a:pt x="335" y="70"/>
                    <a:pt x="335" y="56"/>
                  </a:cubicBezTo>
                  <a:cubicBezTo>
                    <a:pt x="321" y="28"/>
                    <a:pt x="307" y="14"/>
                    <a:pt x="279" y="14"/>
                  </a:cubicBezTo>
                  <a:cubicBezTo>
                    <a:pt x="196" y="0"/>
                    <a:pt x="98" y="0"/>
                    <a:pt x="28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37" name="Google Shape;1937;p56"/>
            <p:cNvSpPr/>
            <p:nvPr/>
          </p:nvSpPr>
          <p:spPr>
            <a:xfrm>
              <a:off x="2590000" y="3138725"/>
              <a:ext cx="7350" cy="5600"/>
            </a:xfrm>
            <a:custGeom>
              <a:avLst/>
              <a:gdLst/>
              <a:ahLst/>
              <a:cxnLst/>
              <a:rect l="l" t="t" r="r" b="b"/>
              <a:pathLst>
                <a:path w="294" h="224" extrusionOk="0">
                  <a:moveTo>
                    <a:pt x="238" y="210"/>
                  </a:moveTo>
                  <a:cubicBezTo>
                    <a:pt x="252" y="210"/>
                    <a:pt x="294" y="168"/>
                    <a:pt x="294" y="168"/>
                  </a:cubicBezTo>
                  <a:cubicBezTo>
                    <a:pt x="294" y="140"/>
                    <a:pt x="266" y="84"/>
                    <a:pt x="252" y="42"/>
                  </a:cubicBezTo>
                  <a:cubicBezTo>
                    <a:pt x="210" y="1"/>
                    <a:pt x="140" y="15"/>
                    <a:pt x="57" y="42"/>
                  </a:cubicBezTo>
                  <a:cubicBezTo>
                    <a:pt x="29" y="70"/>
                    <a:pt x="1" y="140"/>
                    <a:pt x="15" y="154"/>
                  </a:cubicBezTo>
                  <a:cubicBezTo>
                    <a:pt x="15" y="182"/>
                    <a:pt x="84" y="196"/>
                    <a:pt x="112" y="224"/>
                  </a:cubicBezTo>
                  <a:cubicBezTo>
                    <a:pt x="154" y="224"/>
                    <a:pt x="210" y="224"/>
                    <a:pt x="238" y="2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38" name="Google Shape;1938;p56"/>
            <p:cNvSpPr/>
            <p:nvPr/>
          </p:nvSpPr>
          <p:spPr>
            <a:xfrm>
              <a:off x="5931750" y="3518825"/>
              <a:ext cx="1425" cy="375"/>
            </a:xfrm>
            <a:custGeom>
              <a:avLst/>
              <a:gdLst/>
              <a:ahLst/>
              <a:cxnLst/>
              <a:rect l="l" t="t" r="r" b="b"/>
              <a:pathLst>
                <a:path w="57" h="15" extrusionOk="0">
                  <a:moveTo>
                    <a:pt x="0" y="1"/>
                  </a:moveTo>
                  <a:lnTo>
                    <a:pt x="28" y="14"/>
                  </a:lnTo>
                  <a:lnTo>
                    <a:pt x="56" y="14"/>
                  </a:lnTo>
                  <a:lnTo>
                    <a:pt x="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39" name="Google Shape;1939;p56"/>
            <p:cNvSpPr/>
            <p:nvPr/>
          </p:nvSpPr>
          <p:spPr>
            <a:xfrm>
              <a:off x="5918850" y="3511150"/>
              <a:ext cx="12925" cy="7700"/>
            </a:xfrm>
            <a:custGeom>
              <a:avLst/>
              <a:gdLst/>
              <a:ahLst/>
              <a:cxnLst/>
              <a:rect l="l" t="t" r="r" b="b"/>
              <a:pathLst>
                <a:path w="517" h="308" extrusionOk="0">
                  <a:moveTo>
                    <a:pt x="0" y="43"/>
                  </a:moveTo>
                  <a:cubicBezTo>
                    <a:pt x="140" y="210"/>
                    <a:pt x="293" y="308"/>
                    <a:pt x="516" y="308"/>
                  </a:cubicBezTo>
                  <a:cubicBezTo>
                    <a:pt x="405" y="98"/>
                    <a:pt x="223" y="1"/>
                    <a:pt x="0" y="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40" name="Google Shape;1940;p56"/>
            <p:cNvSpPr/>
            <p:nvPr/>
          </p:nvSpPr>
          <p:spPr>
            <a:xfrm>
              <a:off x="5563150" y="3433750"/>
              <a:ext cx="23750" cy="49175"/>
            </a:xfrm>
            <a:custGeom>
              <a:avLst/>
              <a:gdLst/>
              <a:ahLst/>
              <a:cxnLst/>
              <a:rect l="l" t="t" r="r" b="b"/>
              <a:pathLst>
                <a:path w="950" h="1967" extrusionOk="0">
                  <a:moveTo>
                    <a:pt x="29" y="1883"/>
                  </a:moveTo>
                  <a:cubicBezTo>
                    <a:pt x="70" y="1953"/>
                    <a:pt x="140" y="1967"/>
                    <a:pt x="210" y="1939"/>
                  </a:cubicBezTo>
                  <a:lnTo>
                    <a:pt x="363" y="1827"/>
                  </a:lnTo>
                  <a:lnTo>
                    <a:pt x="377" y="1841"/>
                  </a:lnTo>
                  <a:lnTo>
                    <a:pt x="363" y="1827"/>
                  </a:lnTo>
                  <a:cubicBezTo>
                    <a:pt x="419" y="1827"/>
                    <a:pt x="447" y="1827"/>
                    <a:pt x="503" y="1813"/>
                  </a:cubicBezTo>
                  <a:cubicBezTo>
                    <a:pt x="489" y="1702"/>
                    <a:pt x="447" y="1590"/>
                    <a:pt x="433" y="1479"/>
                  </a:cubicBezTo>
                  <a:cubicBezTo>
                    <a:pt x="419" y="1409"/>
                    <a:pt x="447" y="1339"/>
                    <a:pt x="517" y="1297"/>
                  </a:cubicBezTo>
                  <a:cubicBezTo>
                    <a:pt x="545" y="1283"/>
                    <a:pt x="573" y="1283"/>
                    <a:pt x="586" y="1283"/>
                  </a:cubicBezTo>
                  <a:cubicBezTo>
                    <a:pt x="712" y="1255"/>
                    <a:pt x="810" y="1214"/>
                    <a:pt x="768" y="1060"/>
                  </a:cubicBezTo>
                  <a:cubicBezTo>
                    <a:pt x="740" y="1004"/>
                    <a:pt x="782" y="921"/>
                    <a:pt x="810" y="865"/>
                  </a:cubicBezTo>
                  <a:cubicBezTo>
                    <a:pt x="865" y="795"/>
                    <a:pt x="949" y="725"/>
                    <a:pt x="949" y="628"/>
                  </a:cubicBezTo>
                  <a:cubicBezTo>
                    <a:pt x="949" y="586"/>
                    <a:pt x="935" y="516"/>
                    <a:pt x="907" y="502"/>
                  </a:cubicBezTo>
                  <a:cubicBezTo>
                    <a:pt x="838" y="488"/>
                    <a:pt x="768" y="460"/>
                    <a:pt x="698" y="460"/>
                  </a:cubicBezTo>
                  <a:cubicBezTo>
                    <a:pt x="628" y="460"/>
                    <a:pt x="559" y="446"/>
                    <a:pt x="517" y="377"/>
                  </a:cubicBezTo>
                  <a:cubicBezTo>
                    <a:pt x="489" y="307"/>
                    <a:pt x="503" y="293"/>
                    <a:pt x="600" y="223"/>
                  </a:cubicBezTo>
                  <a:cubicBezTo>
                    <a:pt x="642" y="209"/>
                    <a:pt x="698" y="181"/>
                    <a:pt x="726" y="154"/>
                  </a:cubicBezTo>
                  <a:cubicBezTo>
                    <a:pt x="740" y="140"/>
                    <a:pt x="740" y="84"/>
                    <a:pt x="726" y="28"/>
                  </a:cubicBezTo>
                  <a:cubicBezTo>
                    <a:pt x="726" y="14"/>
                    <a:pt x="698" y="0"/>
                    <a:pt x="670" y="0"/>
                  </a:cubicBezTo>
                  <a:cubicBezTo>
                    <a:pt x="168" y="140"/>
                    <a:pt x="70" y="432"/>
                    <a:pt x="98" y="907"/>
                  </a:cubicBezTo>
                  <a:cubicBezTo>
                    <a:pt x="98" y="990"/>
                    <a:pt x="140" y="1088"/>
                    <a:pt x="154" y="1186"/>
                  </a:cubicBezTo>
                  <a:cubicBezTo>
                    <a:pt x="196" y="1339"/>
                    <a:pt x="224" y="1507"/>
                    <a:pt x="252" y="1674"/>
                  </a:cubicBezTo>
                  <a:lnTo>
                    <a:pt x="238" y="1646"/>
                  </a:lnTo>
                  <a:cubicBezTo>
                    <a:pt x="238" y="1646"/>
                    <a:pt x="252" y="1646"/>
                    <a:pt x="252" y="1674"/>
                  </a:cubicBezTo>
                  <a:lnTo>
                    <a:pt x="252" y="1674"/>
                  </a:lnTo>
                  <a:lnTo>
                    <a:pt x="321" y="1744"/>
                  </a:lnTo>
                  <a:lnTo>
                    <a:pt x="252" y="1674"/>
                  </a:lnTo>
                  <a:cubicBezTo>
                    <a:pt x="224" y="1688"/>
                    <a:pt x="168" y="1688"/>
                    <a:pt x="140" y="1702"/>
                  </a:cubicBezTo>
                  <a:cubicBezTo>
                    <a:pt x="15" y="1758"/>
                    <a:pt x="1" y="1813"/>
                    <a:pt x="29" y="18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41" name="Google Shape;1941;p56"/>
            <p:cNvSpPr/>
            <p:nvPr/>
          </p:nvSpPr>
          <p:spPr>
            <a:xfrm>
              <a:off x="5041475" y="3262525"/>
              <a:ext cx="3850" cy="11175"/>
            </a:xfrm>
            <a:custGeom>
              <a:avLst/>
              <a:gdLst/>
              <a:ahLst/>
              <a:cxnLst/>
              <a:rect l="l" t="t" r="r" b="b"/>
              <a:pathLst>
                <a:path w="154" h="447" extrusionOk="0">
                  <a:moveTo>
                    <a:pt x="112" y="14"/>
                  </a:moveTo>
                  <a:cubicBezTo>
                    <a:pt x="84" y="0"/>
                    <a:pt x="42" y="14"/>
                    <a:pt x="28" y="70"/>
                  </a:cubicBezTo>
                  <a:cubicBezTo>
                    <a:pt x="14" y="112"/>
                    <a:pt x="14" y="154"/>
                    <a:pt x="14" y="223"/>
                  </a:cubicBezTo>
                  <a:cubicBezTo>
                    <a:pt x="14" y="251"/>
                    <a:pt x="1" y="293"/>
                    <a:pt x="14" y="349"/>
                  </a:cubicBezTo>
                  <a:cubicBezTo>
                    <a:pt x="28" y="377"/>
                    <a:pt x="70" y="419"/>
                    <a:pt x="84" y="447"/>
                  </a:cubicBezTo>
                  <a:cubicBezTo>
                    <a:pt x="98" y="419"/>
                    <a:pt x="154" y="377"/>
                    <a:pt x="154" y="349"/>
                  </a:cubicBezTo>
                  <a:lnTo>
                    <a:pt x="154" y="70"/>
                  </a:lnTo>
                  <a:cubicBezTo>
                    <a:pt x="154" y="42"/>
                    <a:pt x="140" y="28"/>
                    <a:pt x="1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42" name="Google Shape;1942;p56"/>
            <p:cNvSpPr/>
            <p:nvPr/>
          </p:nvSpPr>
          <p:spPr>
            <a:xfrm>
              <a:off x="5619300" y="3581950"/>
              <a:ext cx="7350" cy="9075"/>
            </a:xfrm>
            <a:custGeom>
              <a:avLst/>
              <a:gdLst/>
              <a:ahLst/>
              <a:cxnLst/>
              <a:rect l="l" t="t" r="r" b="b"/>
              <a:pathLst>
                <a:path w="294" h="363" extrusionOk="0">
                  <a:moveTo>
                    <a:pt x="0" y="237"/>
                  </a:moveTo>
                  <a:cubicBezTo>
                    <a:pt x="0" y="279"/>
                    <a:pt x="42" y="307"/>
                    <a:pt x="70" y="349"/>
                  </a:cubicBezTo>
                  <a:cubicBezTo>
                    <a:pt x="84" y="363"/>
                    <a:pt x="126" y="349"/>
                    <a:pt x="140" y="349"/>
                  </a:cubicBezTo>
                  <a:cubicBezTo>
                    <a:pt x="224" y="307"/>
                    <a:pt x="293" y="237"/>
                    <a:pt x="279" y="126"/>
                  </a:cubicBezTo>
                  <a:cubicBezTo>
                    <a:pt x="265" y="84"/>
                    <a:pt x="238" y="14"/>
                    <a:pt x="210" y="14"/>
                  </a:cubicBezTo>
                  <a:cubicBezTo>
                    <a:pt x="168" y="0"/>
                    <a:pt x="98" y="28"/>
                    <a:pt x="84" y="70"/>
                  </a:cubicBezTo>
                  <a:cubicBezTo>
                    <a:pt x="42" y="98"/>
                    <a:pt x="14" y="168"/>
                    <a:pt x="0" y="2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43" name="Google Shape;1943;p56"/>
            <p:cNvSpPr/>
            <p:nvPr/>
          </p:nvSpPr>
          <p:spPr>
            <a:xfrm>
              <a:off x="4475150" y="2013425"/>
              <a:ext cx="6650" cy="8400"/>
            </a:xfrm>
            <a:custGeom>
              <a:avLst/>
              <a:gdLst/>
              <a:ahLst/>
              <a:cxnLst/>
              <a:rect l="l" t="t" r="r" b="b"/>
              <a:pathLst>
                <a:path w="266" h="336" extrusionOk="0">
                  <a:moveTo>
                    <a:pt x="224" y="321"/>
                  </a:moveTo>
                  <a:cubicBezTo>
                    <a:pt x="238" y="321"/>
                    <a:pt x="238" y="279"/>
                    <a:pt x="266" y="265"/>
                  </a:cubicBezTo>
                  <a:cubicBezTo>
                    <a:pt x="266" y="210"/>
                    <a:pt x="266" y="140"/>
                    <a:pt x="224" y="70"/>
                  </a:cubicBezTo>
                  <a:cubicBezTo>
                    <a:pt x="210" y="42"/>
                    <a:pt x="154" y="0"/>
                    <a:pt x="140" y="0"/>
                  </a:cubicBezTo>
                  <a:cubicBezTo>
                    <a:pt x="99" y="0"/>
                    <a:pt x="57" y="42"/>
                    <a:pt x="29" y="70"/>
                  </a:cubicBezTo>
                  <a:cubicBezTo>
                    <a:pt x="1" y="168"/>
                    <a:pt x="15" y="251"/>
                    <a:pt x="85" y="321"/>
                  </a:cubicBezTo>
                  <a:cubicBezTo>
                    <a:pt x="140" y="335"/>
                    <a:pt x="196" y="321"/>
                    <a:pt x="224" y="3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44" name="Google Shape;1944;p56"/>
            <p:cNvSpPr/>
            <p:nvPr/>
          </p:nvSpPr>
          <p:spPr>
            <a:xfrm>
              <a:off x="2757750" y="2128500"/>
              <a:ext cx="5950" cy="7000"/>
            </a:xfrm>
            <a:custGeom>
              <a:avLst/>
              <a:gdLst/>
              <a:ahLst/>
              <a:cxnLst/>
              <a:rect l="l" t="t" r="r" b="b"/>
              <a:pathLst>
                <a:path w="238" h="280" extrusionOk="0">
                  <a:moveTo>
                    <a:pt x="237" y="56"/>
                  </a:moveTo>
                  <a:cubicBezTo>
                    <a:pt x="237" y="42"/>
                    <a:pt x="167" y="0"/>
                    <a:pt x="140" y="0"/>
                  </a:cubicBezTo>
                  <a:cubicBezTo>
                    <a:pt x="70" y="0"/>
                    <a:pt x="0" y="56"/>
                    <a:pt x="0" y="126"/>
                  </a:cubicBezTo>
                  <a:cubicBezTo>
                    <a:pt x="0" y="182"/>
                    <a:pt x="42" y="238"/>
                    <a:pt x="70" y="279"/>
                  </a:cubicBezTo>
                  <a:cubicBezTo>
                    <a:pt x="140" y="265"/>
                    <a:pt x="181" y="265"/>
                    <a:pt x="209" y="224"/>
                  </a:cubicBezTo>
                  <a:cubicBezTo>
                    <a:pt x="237" y="196"/>
                    <a:pt x="237" y="126"/>
                    <a:pt x="237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45" name="Google Shape;1945;p56"/>
            <p:cNvSpPr/>
            <p:nvPr/>
          </p:nvSpPr>
          <p:spPr>
            <a:xfrm>
              <a:off x="5490625" y="2899500"/>
              <a:ext cx="8400" cy="6650"/>
            </a:xfrm>
            <a:custGeom>
              <a:avLst/>
              <a:gdLst/>
              <a:ahLst/>
              <a:cxnLst/>
              <a:rect l="l" t="t" r="r" b="b"/>
              <a:pathLst>
                <a:path w="336" h="266" extrusionOk="0">
                  <a:moveTo>
                    <a:pt x="335" y="126"/>
                  </a:moveTo>
                  <a:cubicBezTo>
                    <a:pt x="335" y="57"/>
                    <a:pt x="279" y="1"/>
                    <a:pt x="210" y="1"/>
                  </a:cubicBezTo>
                  <a:cubicBezTo>
                    <a:pt x="182" y="1"/>
                    <a:pt x="126" y="29"/>
                    <a:pt x="84" y="43"/>
                  </a:cubicBezTo>
                  <a:cubicBezTo>
                    <a:pt x="42" y="85"/>
                    <a:pt x="0" y="168"/>
                    <a:pt x="42" y="196"/>
                  </a:cubicBezTo>
                  <a:cubicBezTo>
                    <a:pt x="70" y="238"/>
                    <a:pt x="112" y="252"/>
                    <a:pt x="168" y="252"/>
                  </a:cubicBezTo>
                  <a:cubicBezTo>
                    <a:pt x="265" y="266"/>
                    <a:pt x="321" y="210"/>
                    <a:pt x="335" y="1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46" name="Google Shape;1946;p56"/>
            <p:cNvSpPr/>
            <p:nvPr/>
          </p:nvSpPr>
          <p:spPr>
            <a:xfrm>
              <a:off x="5324275" y="3881500"/>
              <a:ext cx="7000" cy="8025"/>
            </a:xfrm>
            <a:custGeom>
              <a:avLst/>
              <a:gdLst/>
              <a:ahLst/>
              <a:cxnLst/>
              <a:rect l="l" t="t" r="r" b="b"/>
              <a:pathLst>
                <a:path w="280" h="321" extrusionOk="0">
                  <a:moveTo>
                    <a:pt x="196" y="28"/>
                  </a:moveTo>
                  <a:cubicBezTo>
                    <a:pt x="168" y="14"/>
                    <a:pt x="98" y="0"/>
                    <a:pt x="71" y="0"/>
                  </a:cubicBezTo>
                  <a:cubicBezTo>
                    <a:pt x="29" y="14"/>
                    <a:pt x="1" y="70"/>
                    <a:pt x="1" y="98"/>
                  </a:cubicBezTo>
                  <a:cubicBezTo>
                    <a:pt x="15" y="181"/>
                    <a:pt x="71" y="251"/>
                    <a:pt x="98" y="321"/>
                  </a:cubicBezTo>
                  <a:lnTo>
                    <a:pt x="238" y="321"/>
                  </a:lnTo>
                  <a:cubicBezTo>
                    <a:pt x="280" y="223"/>
                    <a:pt x="280" y="112"/>
                    <a:pt x="196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47" name="Google Shape;1947;p56"/>
            <p:cNvSpPr/>
            <p:nvPr/>
          </p:nvSpPr>
          <p:spPr>
            <a:xfrm>
              <a:off x="5326725" y="3890200"/>
              <a:ext cx="725" cy="375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ubicBezTo>
                    <a:pt x="0" y="15"/>
                    <a:pt x="0" y="15"/>
                    <a:pt x="0" y="1"/>
                  </a:cubicBezTo>
                  <a:cubicBezTo>
                    <a:pt x="28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48" name="Google Shape;1948;p56"/>
            <p:cNvSpPr/>
            <p:nvPr/>
          </p:nvSpPr>
          <p:spPr>
            <a:xfrm>
              <a:off x="4126450" y="1788500"/>
              <a:ext cx="375" cy="725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0" y="1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49" name="Google Shape;1949;p56"/>
            <p:cNvSpPr/>
            <p:nvPr/>
          </p:nvSpPr>
          <p:spPr>
            <a:xfrm>
              <a:off x="4118425" y="1781525"/>
              <a:ext cx="8050" cy="7350"/>
            </a:xfrm>
            <a:custGeom>
              <a:avLst/>
              <a:gdLst/>
              <a:ahLst/>
              <a:cxnLst/>
              <a:rect l="l" t="t" r="r" b="b"/>
              <a:pathLst>
                <a:path w="322" h="294" extrusionOk="0">
                  <a:moveTo>
                    <a:pt x="112" y="28"/>
                  </a:moveTo>
                  <a:cubicBezTo>
                    <a:pt x="70" y="28"/>
                    <a:pt x="1" y="70"/>
                    <a:pt x="1" y="98"/>
                  </a:cubicBezTo>
                  <a:cubicBezTo>
                    <a:pt x="1" y="140"/>
                    <a:pt x="28" y="252"/>
                    <a:pt x="70" y="266"/>
                  </a:cubicBezTo>
                  <a:cubicBezTo>
                    <a:pt x="140" y="293"/>
                    <a:pt x="224" y="280"/>
                    <a:pt x="321" y="280"/>
                  </a:cubicBezTo>
                  <a:cubicBezTo>
                    <a:pt x="280" y="210"/>
                    <a:pt x="266" y="126"/>
                    <a:pt x="224" y="56"/>
                  </a:cubicBezTo>
                  <a:cubicBezTo>
                    <a:pt x="210" y="28"/>
                    <a:pt x="140" y="1"/>
                    <a:pt x="112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50" name="Google Shape;1950;p56"/>
            <p:cNvSpPr/>
            <p:nvPr/>
          </p:nvSpPr>
          <p:spPr>
            <a:xfrm>
              <a:off x="5443200" y="3275775"/>
              <a:ext cx="7000" cy="8050"/>
            </a:xfrm>
            <a:custGeom>
              <a:avLst/>
              <a:gdLst/>
              <a:ahLst/>
              <a:cxnLst/>
              <a:rect l="l" t="t" r="r" b="b"/>
              <a:pathLst>
                <a:path w="280" h="322" extrusionOk="0">
                  <a:moveTo>
                    <a:pt x="279" y="126"/>
                  </a:moveTo>
                  <a:cubicBezTo>
                    <a:pt x="224" y="98"/>
                    <a:pt x="196" y="56"/>
                    <a:pt x="126" y="28"/>
                  </a:cubicBezTo>
                  <a:cubicBezTo>
                    <a:pt x="56" y="0"/>
                    <a:pt x="0" y="56"/>
                    <a:pt x="0" y="168"/>
                  </a:cubicBezTo>
                  <a:cubicBezTo>
                    <a:pt x="0" y="196"/>
                    <a:pt x="14" y="265"/>
                    <a:pt x="56" y="279"/>
                  </a:cubicBezTo>
                  <a:cubicBezTo>
                    <a:pt x="126" y="321"/>
                    <a:pt x="265" y="210"/>
                    <a:pt x="279" y="1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51" name="Google Shape;1951;p56"/>
            <p:cNvSpPr/>
            <p:nvPr/>
          </p:nvSpPr>
          <p:spPr>
            <a:xfrm>
              <a:off x="5539450" y="3585775"/>
              <a:ext cx="9775" cy="5250"/>
            </a:xfrm>
            <a:custGeom>
              <a:avLst/>
              <a:gdLst/>
              <a:ahLst/>
              <a:cxnLst/>
              <a:rect l="l" t="t" r="r" b="b"/>
              <a:pathLst>
                <a:path w="391" h="210" extrusionOk="0">
                  <a:moveTo>
                    <a:pt x="168" y="210"/>
                  </a:moveTo>
                  <a:cubicBezTo>
                    <a:pt x="209" y="210"/>
                    <a:pt x="265" y="210"/>
                    <a:pt x="307" y="196"/>
                  </a:cubicBezTo>
                  <a:cubicBezTo>
                    <a:pt x="335" y="182"/>
                    <a:pt x="377" y="140"/>
                    <a:pt x="391" y="112"/>
                  </a:cubicBezTo>
                  <a:cubicBezTo>
                    <a:pt x="391" y="70"/>
                    <a:pt x="349" y="43"/>
                    <a:pt x="321" y="15"/>
                  </a:cubicBezTo>
                  <a:cubicBezTo>
                    <a:pt x="307" y="1"/>
                    <a:pt x="265" y="15"/>
                    <a:pt x="251" y="15"/>
                  </a:cubicBezTo>
                  <a:lnTo>
                    <a:pt x="181" y="15"/>
                  </a:lnTo>
                  <a:cubicBezTo>
                    <a:pt x="112" y="15"/>
                    <a:pt x="42" y="43"/>
                    <a:pt x="28" y="126"/>
                  </a:cubicBezTo>
                  <a:cubicBezTo>
                    <a:pt x="0" y="182"/>
                    <a:pt x="70" y="210"/>
                    <a:pt x="168" y="2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52" name="Google Shape;1952;p56"/>
            <p:cNvSpPr/>
            <p:nvPr/>
          </p:nvSpPr>
          <p:spPr>
            <a:xfrm>
              <a:off x="3488650" y="1728875"/>
              <a:ext cx="5250" cy="8750"/>
            </a:xfrm>
            <a:custGeom>
              <a:avLst/>
              <a:gdLst/>
              <a:ahLst/>
              <a:cxnLst/>
              <a:rect l="l" t="t" r="r" b="b"/>
              <a:pathLst>
                <a:path w="210" h="350" extrusionOk="0">
                  <a:moveTo>
                    <a:pt x="140" y="349"/>
                  </a:moveTo>
                  <a:cubicBezTo>
                    <a:pt x="154" y="293"/>
                    <a:pt x="196" y="223"/>
                    <a:pt x="210" y="182"/>
                  </a:cubicBezTo>
                  <a:cubicBezTo>
                    <a:pt x="210" y="140"/>
                    <a:pt x="196" y="84"/>
                    <a:pt x="154" y="56"/>
                  </a:cubicBezTo>
                  <a:cubicBezTo>
                    <a:pt x="126" y="0"/>
                    <a:pt x="14" y="70"/>
                    <a:pt x="0" y="140"/>
                  </a:cubicBezTo>
                  <a:cubicBezTo>
                    <a:pt x="14" y="251"/>
                    <a:pt x="42" y="335"/>
                    <a:pt x="140" y="3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53" name="Google Shape;1953;p56"/>
            <p:cNvSpPr/>
            <p:nvPr/>
          </p:nvSpPr>
          <p:spPr>
            <a:xfrm>
              <a:off x="4300450" y="3636350"/>
              <a:ext cx="5950" cy="7350"/>
            </a:xfrm>
            <a:custGeom>
              <a:avLst/>
              <a:gdLst/>
              <a:ahLst/>
              <a:cxnLst/>
              <a:rect l="l" t="t" r="r" b="b"/>
              <a:pathLst>
                <a:path w="238" h="294" extrusionOk="0">
                  <a:moveTo>
                    <a:pt x="210" y="209"/>
                  </a:moveTo>
                  <a:cubicBezTo>
                    <a:pt x="238" y="140"/>
                    <a:pt x="224" y="42"/>
                    <a:pt x="154" y="14"/>
                  </a:cubicBezTo>
                  <a:cubicBezTo>
                    <a:pt x="84" y="0"/>
                    <a:pt x="15" y="56"/>
                    <a:pt x="1" y="140"/>
                  </a:cubicBezTo>
                  <a:cubicBezTo>
                    <a:pt x="15" y="182"/>
                    <a:pt x="29" y="223"/>
                    <a:pt x="70" y="265"/>
                  </a:cubicBezTo>
                  <a:cubicBezTo>
                    <a:pt x="140" y="293"/>
                    <a:pt x="182" y="265"/>
                    <a:pt x="210" y="2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54" name="Google Shape;1954;p56"/>
            <p:cNvSpPr/>
            <p:nvPr/>
          </p:nvSpPr>
          <p:spPr>
            <a:xfrm>
              <a:off x="3482025" y="1856150"/>
              <a:ext cx="6300" cy="7000"/>
            </a:xfrm>
            <a:custGeom>
              <a:avLst/>
              <a:gdLst/>
              <a:ahLst/>
              <a:cxnLst/>
              <a:rect l="l" t="t" r="r" b="b"/>
              <a:pathLst>
                <a:path w="252" h="280" extrusionOk="0">
                  <a:moveTo>
                    <a:pt x="112" y="42"/>
                  </a:moveTo>
                  <a:cubicBezTo>
                    <a:pt x="42" y="70"/>
                    <a:pt x="0" y="140"/>
                    <a:pt x="14" y="210"/>
                  </a:cubicBezTo>
                  <a:cubicBezTo>
                    <a:pt x="14" y="224"/>
                    <a:pt x="42" y="266"/>
                    <a:pt x="56" y="266"/>
                  </a:cubicBezTo>
                  <a:cubicBezTo>
                    <a:pt x="98" y="266"/>
                    <a:pt x="168" y="280"/>
                    <a:pt x="182" y="266"/>
                  </a:cubicBezTo>
                  <a:cubicBezTo>
                    <a:pt x="210" y="210"/>
                    <a:pt x="237" y="140"/>
                    <a:pt x="251" y="112"/>
                  </a:cubicBezTo>
                  <a:cubicBezTo>
                    <a:pt x="210" y="15"/>
                    <a:pt x="168" y="1"/>
                    <a:pt x="112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55" name="Google Shape;1955;p56"/>
            <p:cNvSpPr/>
            <p:nvPr/>
          </p:nvSpPr>
          <p:spPr>
            <a:xfrm>
              <a:off x="3948950" y="2863250"/>
              <a:ext cx="8050" cy="7350"/>
            </a:xfrm>
            <a:custGeom>
              <a:avLst/>
              <a:gdLst/>
              <a:ahLst/>
              <a:cxnLst/>
              <a:rect l="l" t="t" r="r" b="b"/>
              <a:pathLst>
                <a:path w="322" h="294" extrusionOk="0">
                  <a:moveTo>
                    <a:pt x="224" y="84"/>
                  </a:moveTo>
                  <a:cubicBezTo>
                    <a:pt x="210" y="70"/>
                    <a:pt x="196" y="70"/>
                    <a:pt x="182" y="42"/>
                  </a:cubicBezTo>
                  <a:cubicBezTo>
                    <a:pt x="140" y="14"/>
                    <a:pt x="84" y="0"/>
                    <a:pt x="56" y="42"/>
                  </a:cubicBezTo>
                  <a:cubicBezTo>
                    <a:pt x="14" y="84"/>
                    <a:pt x="1" y="140"/>
                    <a:pt x="1" y="168"/>
                  </a:cubicBezTo>
                  <a:cubicBezTo>
                    <a:pt x="1" y="209"/>
                    <a:pt x="56" y="251"/>
                    <a:pt x="70" y="279"/>
                  </a:cubicBezTo>
                  <a:cubicBezTo>
                    <a:pt x="154" y="293"/>
                    <a:pt x="224" y="293"/>
                    <a:pt x="321" y="293"/>
                  </a:cubicBezTo>
                  <a:lnTo>
                    <a:pt x="321" y="154"/>
                  </a:lnTo>
                  <a:cubicBezTo>
                    <a:pt x="293" y="112"/>
                    <a:pt x="266" y="98"/>
                    <a:pt x="224" y="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56" name="Google Shape;1956;p56"/>
            <p:cNvSpPr/>
            <p:nvPr/>
          </p:nvSpPr>
          <p:spPr>
            <a:xfrm>
              <a:off x="3957325" y="2869875"/>
              <a:ext cx="375" cy="725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0" y="0"/>
                  </a:moveTo>
                  <a:lnTo>
                    <a:pt x="0" y="28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57" name="Google Shape;1957;p56"/>
            <p:cNvSpPr/>
            <p:nvPr/>
          </p:nvSpPr>
          <p:spPr>
            <a:xfrm>
              <a:off x="5714500" y="4176500"/>
              <a:ext cx="5950" cy="9100"/>
            </a:xfrm>
            <a:custGeom>
              <a:avLst/>
              <a:gdLst/>
              <a:ahLst/>
              <a:cxnLst/>
              <a:rect l="l" t="t" r="r" b="b"/>
              <a:pathLst>
                <a:path w="238" h="364" extrusionOk="0">
                  <a:moveTo>
                    <a:pt x="182" y="294"/>
                  </a:moveTo>
                  <a:cubicBezTo>
                    <a:pt x="210" y="266"/>
                    <a:pt x="224" y="210"/>
                    <a:pt x="237" y="168"/>
                  </a:cubicBezTo>
                  <a:cubicBezTo>
                    <a:pt x="237" y="154"/>
                    <a:pt x="237" y="126"/>
                    <a:pt x="224" y="98"/>
                  </a:cubicBezTo>
                  <a:cubicBezTo>
                    <a:pt x="210" y="70"/>
                    <a:pt x="182" y="15"/>
                    <a:pt x="154" y="1"/>
                  </a:cubicBezTo>
                  <a:cubicBezTo>
                    <a:pt x="112" y="1"/>
                    <a:pt x="70" y="15"/>
                    <a:pt x="42" y="56"/>
                  </a:cubicBezTo>
                  <a:cubicBezTo>
                    <a:pt x="14" y="98"/>
                    <a:pt x="0" y="168"/>
                    <a:pt x="0" y="238"/>
                  </a:cubicBezTo>
                  <a:cubicBezTo>
                    <a:pt x="0" y="280"/>
                    <a:pt x="42" y="308"/>
                    <a:pt x="84" y="335"/>
                  </a:cubicBezTo>
                  <a:cubicBezTo>
                    <a:pt x="126" y="363"/>
                    <a:pt x="168" y="349"/>
                    <a:pt x="182" y="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58" name="Google Shape;1958;p56"/>
            <p:cNvSpPr/>
            <p:nvPr/>
          </p:nvSpPr>
          <p:spPr>
            <a:xfrm>
              <a:off x="5565600" y="3490925"/>
              <a:ext cx="8050" cy="7000"/>
            </a:xfrm>
            <a:custGeom>
              <a:avLst/>
              <a:gdLst/>
              <a:ahLst/>
              <a:cxnLst/>
              <a:rect l="l" t="t" r="r" b="b"/>
              <a:pathLst>
                <a:path w="322" h="280" extrusionOk="0">
                  <a:moveTo>
                    <a:pt x="210" y="238"/>
                  </a:moveTo>
                  <a:cubicBezTo>
                    <a:pt x="251" y="224"/>
                    <a:pt x="279" y="182"/>
                    <a:pt x="321" y="168"/>
                  </a:cubicBezTo>
                  <a:cubicBezTo>
                    <a:pt x="321" y="154"/>
                    <a:pt x="321" y="112"/>
                    <a:pt x="307" y="98"/>
                  </a:cubicBezTo>
                  <a:cubicBezTo>
                    <a:pt x="265" y="29"/>
                    <a:pt x="196" y="1"/>
                    <a:pt x="126" y="15"/>
                  </a:cubicBezTo>
                  <a:cubicBezTo>
                    <a:pt x="56" y="29"/>
                    <a:pt x="0" y="140"/>
                    <a:pt x="28" y="168"/>
                  </a:cubicBezTo>
                  <a:cubicBezTo>
                    <a:pt x="70" y="238"/>
                    <a:pt x="140" y="280"/>
                    <a:pt x="210" y="2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59" name="Google Shape;1959;p56"/>
            <p:cNvSpPr/>
            <p:nvPr/>
          </p:nvSpPr>
          <p:spPr>
            <a:xfrm>
              <a:off x="2632550" y="4202300"/>
              <a:ext cx="6650" cy="7350"/>
            </a:xfrm>
            <a:custGeom>
              <a:avLst/>
              <a:gdLst/>
              <a:ahLst/>
              <a:cxnLst/>
              <a:rect l="l" t="t" r="r" b="b"/>
              <a:pathLst>
                <a:path w="266" h="294" extrusionOk="0">
                  <a:moveTo>
                    <a:pt x="224" y="280"/>
                  </a:moveTo>
                  <a:cubicBezTo>
                    <a:pt x="252" y="252"/>
                    <a:pt x="266" y="238"/>
                    <a:pt x="266" y="224"/>
                  </a:cubicBezTo>
                  <a:cubicBezTo>
                    <a:pt x="266" y="140"/>
                    <a:pt x="224" y="43"/>
                    <a:pt x="140" y="1"/>
                  </a:cubicBezTo>
                  <a:cubicBezTo>
                    <a:pt x="112" y="15"/>
                    <a:pt x="56" y="29"/>
                    <a:pt x="42" y="71"/>
                  </a:cubicBezTo>
                  <a:cubicBezTo>
                    <a:pt x="1" y="154"/>
                    <a:pt x="56" y="224"/>
                    <a:pt x="154" y="280"/>
                  </a:cubicBezTo>
                  <a:cubicBezTo>
                    <a:pt x="182" y="294"/>
                    <a:pt x="210" y="280"/>
                    <a:pt x="224" y="2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60" name="Google Shape;1960;p56"/>
            <p:cNvSpPr/>
            <p:nvPr/>
          </p:nvSpPr>
          <p:spPr>
            <a:xfrm>
              <a:off x="5689400" y="3685175"/>
              <a:ext cx="8025" cy="6650"/>
            </a:xfrm>
            <a:custGeom>
              <a:avLst/>
              <a:gdLst/>
              <a:ahLst/>
              <a:cxnLst/>
              <a:rect l="l" t="t" r="r" b="b"/>
              <a:pathLst>
                <a:path w="321" h="266" extrusionOk="0">
                  <a:moveTo>
                    <a:pt x="56" y="153"/>
                  </a:moveTo>
                  <a:cubicBezTo>
                    <a:pt x="98" y="209"/>
                    <a:pt x="140" y="223"/>
                    <a:pt x="181" y="265"/>
                  </a:cubicBezTo>
                  <a:cubicBezTo>
                    <a:pt x="237" y="223"/>
                    <a:pt x="279" y="209"/>
                    <a:pt x="307" y="181"/>
                  </a:cubicBezTo>
                  <a:cubicBezTo>
                    <a:pt x="321" y="140"/>
                    <a:pt x="279" y="84"/>
                    <a:pt x="265" y="56"/>
                  </a:cubicBezTo>
                  <a:cubicBezTo>
                    <a:pt x="237" y="14"/>
                    <a:pt x="195" y="14"/>
                    <a:pt x="140" y="0"/>
                  </a:cubicBezTo>
                  <a:cubicBezTo>
                    <a:pt x="70" y="0"/>
                    <a:pt x="0" y="84"/>
                    <a:pt x="56" y="1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61" name="Google Shape;1961;p56"/>
            <p:cNvSpPr/>
            <p:nvPr/>
          </p:nvSpPr>
          <p:spPr>
            <a:xfrm>
              <a:off x="3241050" y="1670975"/>
              <a:ext cx="6650" cy="6650"/>
            </a:xfrm>
            <a:custGeom>
              <a:avLst/>
              <a:gdLst/>
              <a:ahLst/>
              <a:cxnLst/>
              <a:rect l="l" t="t" r="r" b="b"/>
              <a:pathLst>
                <a:path w="266" h="266" extrusionOk="0">
                  <a:moveTo>
                    <a:pt x="182" y="266"/>
                  </a:moveTo>
                  <a:lnTo>
                    <a:pt x="224" y="210"/>
                  </a:lnTo>
                  <a:cubicBezTo>
                    <a:pt x="266" y="98"/>
                    <a:pt x="210" y="15"/>
                    <a:pt x="112" y="1"/>
                  </a:cubicBezTo>
                  <a:cubicBezTo>
                    <a:pt x="85" y="1"/>
                    <a:pt x="71" y="15"/>
                    <a:pt x="57" y="15"/>
                  </a:cubicBezTo>
                  <a:cubicBezTo>
                    <a:pt x="1" y="57"/>
                    <a:pt x="1" y="140"/>
                    <a:pt x="71" y="196"/>
                  </a:cubicBezTo>
                  <a:cubicBezTo>
                    <a:pt x="85" y="238"/>
                    <a:pt x="140" y="238"/>
                    <a:pt x="182" y="2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62" name="Google Shape;1962;p56"/>
            <p:cNvSpPr/>
            <p:nvPr/>
          </p:nvSpPr>
          <p:spPr>
            <a:xfrm>
              <a:off x="6145850" y="3726650"/>
              <a:ext cx="6300" cy="7700"/>
            </a:xfrm>
            <a:custGeom>
              <a:avLst/>
              <a:gdLst/>
              <a:ahLst/>
              <a:cxnLst/>
              <a:rect l="l" t="t" r="r" b="b"/>
              <a:pathLst>
                <a:path w="252" h="308" extrusionOk="0">
                  <a:moveTo>
                    <a:pt x="252" y="196"/>
                  </a:moveTo>
                  <a:cubicBezTo>
                    <a:pt x="210" y="140"/>
                    <a:pt x="182" y="71"/>
                    <a:pt x="140" y="15"/>
                  </a:cubicBezTo>
                  <a:cubicBezTo>
                    <a:pt x="126" y="1"/>
                    <a:pt x="112" y="1"/>
                    <a:pt x="71" y="1"/>
                  </a:cubicBezTo>
                  <a:cubicBezTo>
                    <a:pt x="57" y="1"/>
                    <a:pt x="43" y="15"/>
                    <a:pt x="43" y="29"/>
                  </a:cubicBezTo>
                  <a:cubicBezTo>
                    <a:pt x="1" y="196"/>
                    <a:pt x="43" y="280"/>
                    <a:pt x="140" y="308"/>
                  </a:cubicBezTo>
                  <a:lnTo>
                    <a:pt x="238" y="2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63" name="Google Shape;1963;p56"/>
            <p:cNvSpPr/>
            <p:nvPr/>
          </p:nvSpPr>
          <p:spPr>
            <a:xfrm>
              <a:off x="4253725" y="2109325"/>
              <a:ext cx="9450" cy="8400"/>
            </a:xfrm>
            <a:custGeom>
              <a:avLst/>
              <a:gdLst/>
              <a:ahLst/>
              <a:cxnLst/>
              <a:rect l="l" t="t" r="r" b="b"/>
              <a:pathLst>
                <a:path w="378" h="336" extrusionOk="0">
                  <a:moveTo>
                    <a:pt x="126" y="0"/>
                  </a:moveTo>
                  <a:cubicBezTo>
                    <a:pt x="84" y="28"/>
                    <a:pt x="29" y="42"/>
                    <a:pt x="1" y="56"/>
                  </a:cubicBezTo>
                  <a:cubicBezTo>
                    <a:pt x="1" y="56"/>
                    <a:pt x="1" y="112"/>
                    <a:pt x="15" y="126"/>
                  </a:cubicBezTo>
                  <a:cubicBezTo>
                    <a:pt x="84" y="196"/>
                    <a:pt x="140" y="265"/>
                    <a:pt x="210" y="321"/>
                  </a:cubicBezTo>
                  <a:cubicBezTo>
                    <a:pt x="238" y="335"/>
                    <a:pt x="294" y="335"/>
                    <a:pt x="335" y="321"/>
                  </a:cubicBezTo>
                  <a:cubicBezTo>
                    <a:pt x="377" y="307"/>
                    <a:pt x="377" y="196"/>
                    <a:pt x="349" y="140"/>
                  </a:cubicBezTo>
                  <a:cubicBezTo>
                    <a:pt x="294" y="70"/>
                    <a:pt x="224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64" name="Google Shape;1964;p56"/>
            <p:cNvSpPr/>
            <p:nvPr/>
          </p:nvSpPr>
          <p:spPr>
            <a:xfrm>
              <a:off x="5274425" y="3402350"/>
              <a:ext cx="7700" cy="7000"/>
            </a:xfrm>
            <a:custGeom>
              <a:avLst/>
              <a:gdLst/>
              <a:ahLst/>
              <a:cxnLst/>
              <a:rect l="l" t="t" r="r" b="b"/>
              <a:pathLst>
                <a:path w="308" h="280" extrusionOk="0">
                  <a:moveTo>
                    <a:pt x="265" y="126"/>
                  </a:moveTo>
                  <a:cubicBezTo>
                    <a:pt x="251" y="70"/>
                    <a:pt x="182" y="29"/>
                    <a:pt x="140" y="1"/>
                  </a:cubicBezTo>
                  <a:cubicBezTo>
                    <a:pt x="56" y="15"/>
                    <a:pt x="0" y="98"/>
                    <a:pt x="42" y="168"/>
                  </a:cubicBezTo>
                  <a:cubicBezTo>
                    <a:pt x="56" y="210"/>
                    <a:pt x="112" y="238"/>
                    <a:pt x="140" y="266"/>
                  </a:cubicBezTo>
                  <a:cubicBezTo>
                    <a:pt x="209" y="280"/>
                    <a:pt x="307" y="168"/>
                    <a:pt x="265" y="1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65" name="Google Shape;1965;p56"/>
            <p:cNvSpPr/>
            <p:nvPr/>
          </p:nvSpPr>
          <p:spPr>
            <a:xfrm>
              <a:off x="5507700" y="324962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57" y="56"/>
                  </a:moveTo>
                  <a:cubicBezTo>
                    <a:pt x="1" y="112"/>
                    <a:pt x="43" y="209"/>
                    <a:pt x="112" y="195"/>
                  </a:cubicBezTo>
                  <a:cubicBezTo>
                    <a:pt x="140" y="195"/>
                    <a:pt x="182" y="168"/>
                    <a:pt x="210" y="140"/>
                  </a:cubicBezTo>
                  <a:cubicBezTo>
                    <a:pt x="224" y="98"/>
                    <a:pt x="224" y="42"/>
                    <a:pt x="182" y="28"/>
                  </a:cubicBezTo>
                  <a:cubicBezTo>
                    <a:pt x="126" y="0"/>
                    <a:pt x="71" y="28"/>
                    <a:pt x="57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66" name="Google Shape;1966;p56"/>
            <p:cNvSpPr/>
            <p:nvPr/>
          </p:nvSpPr>
          <p:spPr>
            <a:xfrm>
              <a:off x="2768550" y="3254500"/>
              <a:ext cx="3850" cy="3500"/>
            </a:xfrm>
            <a:custGeom>
              <a:avLst/>
              <a:gdLst/>
              <a:ahLst/>
              <a:cxnLst/>
              <a:rect l="l" t="t" r="r" b="b"/>
              <a:pathLst>
                <a:path w="154" h="140" extrusionOk="0">
                  <a:moveTo>
                    <a:pt x="154" y="70"/>
                  </a:moveTo>
                  <a:cubicBezTo>
                    <a:pt x="154" y="14"/>
                    <a:pt x="126" y="0"/>
                    <a:pt x="70" y="0"/>
                  </a:cubicBezTo>
                  <a:cubicBezTo>
                    <a:pt x="56" y="0"/>
                    <a:pt x="42" y="42"/>
                    <a:pt x="14" y="56"/>
                  </a:cubicBezTo>
                  <a:cubicBezTo>
                    <a:pt x="0" y="98"/>
                    <a:pt x="14" y="140"/>
                    <a:pt x="70" y="140"/>
                  </a:cubicBezTo>
                  <a:cubicBezTo>
                    <a:pt x="112" y="140"/>
                    <a:pt x="140" y="84"/>
                    <a:pt x="154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67" name="Google Shape;1967;p56"/>
            <p:cNvSpPr/>
            <p:nvPr/>
          </p:nvSpPr>
          <p:spPr>
            <a:xfrm>
              <a:off x="6000800" y="3572875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4" y="15"/>
                  </a:moveTo>
                  <a:lnTo>
                    <a:pt x="14" y="15"/>
                  </a:lnTo>
                  <a:lnTo>
                    <a:pt x="0" y="1"/>
                  </a:lnTo>
                  <a:cubicBezTo>
                    <a:pt x="0" y="1"/>
                    <a:pt x="0" y="15"/>
                    <a:pt x="14" y="15"/>
                  </a:cubicBezTo>
                  <a:cubicBezTo>
                    <a:pt x="0" y="15"/>
                    <a:pt x="14" y="15"/>
                    <a:pt x="14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68" name="Google Shape;1968;p56"/>
            <p:cNvSpPr/>
            <p:nvPr/>
          </p:nvSpPr>
          <p:spPr>
            <a:xfrm>
              <a:off x="6000800" y="3571475"/>
              <a:ext cx="9425" cy="8400"/>
            </a:xfrm>
            <a:custGeom>
              <a:avLst/>
              <a:gdLst/>
              <a:ahLst/>
              <a:cxnLst/>
              <a:rect l="l" t="t" r="r" b="b"/>
              <a:pathLst>
                <a:path w="377" h="336" extrusionOk="0">
                  <a:moveTo>
                    <a:pt x="279" y="336"/>
                  </a:moveTo>
                  <a:cubicBezTo>
                    <a:pt x="307" y="336"/>
                    <a:pt x="349" y="294"/>
                    <a:pt x="377" y="266"/>
                  </a:cubicBezTo>
                  <a:lnTo>
                    <a:pt x="349" y="196"/>
                  </a:lnTo>
                  <a:cubicBezTo>
                    <a:pt x="251" y="57"/>
                    <a:pt x="154" y="1"/>
                    <a:pt x="0" y="57"/>
                  </a:cubicBezTo>
                  <a:cubicBezTo>
                    <a:pt x="28" y="224"/>
                    <a:pt x="140" y="308"/>
                    <a:pt x="279" y="33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69" name="Google Shape;1969;p56"/>
            <p:cNvSpPr/>
            <p:nvPr/>
          </p:nvSpPr>
          <p:spPr>
            <a:xfrm>
              <a:off x="2660100" y="1856150"/>
              <a:ext cx="7000" cy="7000"/>
            </a:xfrm>
            <a:custGeom>
              <a:avLst/>
              <a:gdLst/>
              <a:ahLst/>
              <a:cxnLst/>
              <a:rect l="l" t="t" r="r" b="b"/>
              <a:pathLst>
                <a:path w="280" h="280" extrusionOk="0">
                  <a:moveTo>
                    <a:pt x="168" y="15"/>
                  </a:moveTo>
                  <a:cubicBezTo>
                    <a:pt x="84" y="1"/>
                    <a:pt x="0" y="84"/>
                    <a:pt x="28" y="210"/>
                  </a:cubicBezTo>
                  <a:cubicBezTo>
                    <a:pt x="28" y="224"/>
                    <a:pt x="70" y="266"/>
                    <a:pt x="84" y="266"/>
                  </a:cubicBezTo>
                  <a:cubicBezTo>
                    <a:pt x="168" y="280"/>
                    <a:pt x="279" y="154"/>
                    <a:pt x="224" y="70"/>
                  </a:cubicBezTo>
                  <a:cubicBezTo>
                    <a:pt x="210" y="42"/>
                    <a:pt x="196" y="15"/>
                    <a:pt x="168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70" name="Google Shape;1970;p56"/>
            <p:cNvSpPr/>
            <p:nvPr/>
          </p:nvSpPr>
          <p:spPr>
            <a:xfrm>
              <a:off x="5552000" y="2996800"/>
              <a:ext cx="5950" cy="5250"/>
            </a:xfrm>
            <a:custGeom>
              <a:avLst/>
              <a:gdLst/>
              <a:ahLst/>
              <a:cxnLst/>
              <a:rect l="l" t="t" r="r" b="b"/>
              <a:pathLst>
                <a:path w="238" h="210" extrusionOk="0">
                  <a:moveTo>
                    <a:pt x="237" y="112"/>
                  </a:moveTo>
                  <a:cubicBezTo>
                    <a:pt x="237" y="98"/>
                    <a:pt x="237" y="56"/>
                    <a:pt x="223" y="42"/>
                  </a:cubicBezTo>
                  <a:cubicBezTo>
                    <a:pt x="182" y="0"/>
                    <a:pt x="126" y="0"/>
                    <a:pt x="98" y="42"/>
                  </a:cubicBezTo>
                  <a:cubicBezTo>
                    <a:pt x="28" y="112"/>
                    <a:pt x="0" y="210"/>
                    <a:pt x="70" y="210"/>
                  </a:cubicBezTo>
                  <a:cubicBezTo>
                    <a:pt x="112" y="210"/>
                    <a:pt x="168" y="196"/>
                    <a:pt x="196" y="168"/>
                  </a:cubicBezTo>
                  <a:cubicBezTo>
                    <a:pt x="237" y="154"/>
                    <a:pt x="237" y="126"/>
                    <a:pt x="237" y="1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71" name="Google Shape;1971;p56"/>
            <p:cNvSpPr/>
            <p:nvPr/>
          </p:nvSpPr>
          <p:spPr>
            <a:xfrm>
              <a:off x="2649625" y="2082825"/>
              <a:ext cx="10150" cy="5600"/>
            </a:xfrm>
            <a:custGeom>
              <a:avLst/>
              <a:gdLst/>
              <a:ahLst/>
              <a:cxnLst/>
              <a:rect l="l" t="t" r="r" b="b"/>
              <a:pathLst>
                <a:path w="406" h="224" extrusionOk="0">
                  <a:moveTo>
                    <a:pt x="29" y="70"/>
                  </a:moveTo>
                  <a:cubicBezTo>
                    <a:pt x="1" y="126"/>
                    <a:pt x="71" y="195"/>
                    <a:pt x="140" y="209"/>
                  </a:cubicBezTo>
                  <a:cubicBezTo>
                    <a:pt x="280" y="223"/>
                    <a:pt x="350" y="181"/>
                    <a:pt x="406" y="70"/>
                  </a:cubicBezTo>
                  <a:cubicBezTo>
                    <a:pt x="308" y="56"/>
                    <a:pt x="224" y="14"/>
                    <a:pt x="154" y="14"/>
                  </a:cubicBezTo>
                  <a:cubicBezTo>
                    <a:pt x="99" y="0"/>
                    <a:pt x="57" y="42"/>
                    <a:pt x="29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72" name="Google Shape;1972;p56"/>
            <p:cNvSpPr/>
            <p:nvPr/>
          </p:nvSpPr>
          <p:spPr>
            <a:xfrm>
              <a:off x="2659750" y="2084200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15"/>
                  </a:moveTo>
                  <a:lnTo>
                    <a:pt x="14" y="15"/>
                  </a:lnTo>
                  <a:lnTo>
                    <a:pt x="14" y="15"/>
                  </a:lnTo>
                  <a:cubicBezTo>
                    <a:pt x="1" y="15"/>
                    <a:pt x="1" y="1"/>
                    <a:pt x="1" y="15"/>
                  </a:cubicBezTo>
                  <a:cubicBezTo>
                    <a:pt x="1" y="1"/>
                    <a:pt x="1" y="15"/>
                    <a:pt x="1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73" name="Google Shape;1973;p56"/>
            <p:cNvSpPr/>
            <p:nvPr/>
          </p:nvSpPr>
          <p:spPr>
            <a:xfrm>
              <a:off x="2927225" y="1853025"/>
              <a:ext cx="7000" cy="5600"/>
            </a:xfrm>
            <a:custGeom>
              <a:avLst/>
              <a:gdLst/>
              <a:ahLst/>
              <a:cxnLst/>
              <a:rect l="l" t="t" r="r" b="b"/>
              <a:pathLst>
                <a:path w="280" h="224" extrusionOk="0">
                  <a:moveTo>
                    <a:pt x="265" y="70"/>
                  </a:moveTo>
                  <a:cubicBezTo>
                    <a:pt x="209" y="28"/>
                    <a:pt x="140" y="0"/>
                    <a:pt x="70" y="28"/>
                  </a:cubicBezTo>
                  <a:cubicBezTo>
                    <a:pt x="56" y="28"/>
                    <a:pt x="42" y="42"/>
                    <a:pt x="14" y="56"/>
                  </a:cubicBezTo>
                  <a:cubicBezTo>
                    <a:pt x="0" y="70"/>
                    <a:pt x="0" y="112"/>
                    <a:pt x="0" y="126"/>
                  </a:cubicBezTo>
                  <a:cubicBezTo>
                    <a:pt x="28" y="195"/>
                    <a:pt x="84" y="223"/>
                    <a:pt x="154" y="223"/>
                  </a:cubicBezTo>
                  <a:cubicBezTo>
                    <a:pt x="195" y="223"/>
                    <a:pt x="223" y="181"/>
                    <a:pt x="265" y="167"/>
                  </a:cubicBezTo>
                  <a:cubicBezTo>
                    <a:pt x="279" y="112"/>
                    <a:pt x="279" y="98"/>
                    <a:pt x="265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74" name="Google Shape;1974;p56"/>
            <p:cNvSpPr/>
            <p:nvPr/>
          </p:nvSpPr>
          <p:spPr>
            <a:xfrm>
              <a:off x="5691125" y="3493725"/>
              <a:ext cx="8050" cy="3500"/>
            </a:xfrm>
            <a:custGeom>
              <a:avLst/>
              <a:gdLst/>
              <a:ahLst/>
              <a:cxnLst/>
              <a:rect l="l" t="t" r="r" b="b"/>
              <a:pathLst>
                <a:path w="322" h="140" extrusionOk="0">
                  <a:moveTo>
                    <a:pt x="57" y="126"/>
                  </a:moveTo>
                  <a:cubicBezTo>
                    <a:pt x="71" y="140"/>
                    <a:pt x="112" y="140"/>
                    <a:pt x="126" y="140"/>
                  </a:cubicBezTo>
                  <a:cubicBezTo>
                    <a:pt x="196" y="140"/>
                    <a:pt x="266" y="140"/>
                    <a:pt x="322" y="70"/>
                  </a:cubicBezTo>
                  <a:cubicBezTo>
                    <a:pt x="266" y="42"/>
                    <a:pt x="196" y="28"/>
                    <a:pt x="154" y="0"/>
                  </a:cubicBezTo>
                  <a:cubicBezTo>
                    <a:pt x="112" y="28"/>
                    <a:pt x="84" y="28"/>
                    <a:pt x="71" y="28"/>
                  </a:cubicBezTo>
                  <a:cubicBezTo>
                    <a:pt x="57" y="42"/>
                    <a:pt x="43" y="56"/>
                    <a:pt x="43" y="70"/>
                  </a:cubicBezTo>
                  <a:cubicBezTo>
                    <a:pt x="1" y="98"/>
                    <a:pt x="43" y="112"/>
                    <a:pt x="57" y="1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75" name="Google Shape;1975;p56"/>
            <p:cNvSpPr/>
            <p:nvPr/>
          </p:nvSpPr>
          <p:spPr>
            <a:xfrm>
              <a:off x="4013125" y="2832550"/>
              <a:ext cx="3850" cy="3875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140" y="98"/>
                  </a:moveTo>
                  <a:cubicBezTo>
                    <a:pt x="154" y="56"/>
                    <a:pt x="154" y="15"/>
                    <a:pt x="98" y="1"/>
                  </a:cubicBezTo>
                  <a:cubicBezTo>
                    <a:pt x="84" y="1"/>
                    <a:pt x="42" y="1"/>
                    <a:pt x="42" y="15"/>
                  </a:cubicBezTo>
                  <a:cubicBezTo>
                    <a:pt x="0" y="56"/>
                    <a:pt x="0" y="84"/>
                    <a:pt x="28" y="126"/>
                  </a:cubicBezTo>
                  <a:cubicBezTo>
                    <a:pt x="70" y="154"/>
                    <a:pt x="98" y="140"/>
                    <a:pt x="140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76" name="Google Shape;1976;p56"/>
            <p:cNvSpPr/>
            <p:nvPr/>
          </p:nvSpPr>
          <p:spPr>
            <a:xfrm>
              <a:off x="4555375" y="1818150"/>
              <a:ext cx="6650" cy="6300"/>
            </a:xfrm>
            <a:custGeom>
              <a:avLst/>
              <a:gdLst/>
              <a:ahLst/>
              <a:cxnLst/>
              <a:rect l="l" t="t" r="r" b="b"/>
              <a:pathLst>
                <a:path w="266" h="252" extrusionOk="0">
                  <a:moveTo>
                    <a:pt x="209" y="181"/>
                  </a:moveTo>
                  <a:cubicBezTo>
                    <a:pt x="265" y="126"/>
                    <a:pt x="223" y="56"/>
                    <a:pt x="154" y="28"/>
                  </a:cubicBezTo>
                  <a:cubicBezTo>
                    <a:pt x="98" y="0"/>
                    <a:pt x="70" y="28"/>
                    <a:pt x="28" y="70"/>
                  </a:cubicBezTo>
                  <a:cubicBezTo>
                    <a:pt x="0" y="140"/>
                    <a:pt x="28" y="209"/>
                    <a:pt x="84" y="251"/>
                  </a:cubicBezTo>
                  <a:cubicBezTo>
                    <a:pt x="140" y="209"/>
                    <a:pt x="195" y="195"/>
                    <a:pt x="209" y="1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77" name="Google Shape;1977;p56"/>
            <p:cNvSpPr/>
            <p:nvPr/>
          </p:nvSpPr>
          <p:spPr>
            <a:xfrm>
              <a:off x="6008475" y="3591000"/>
              <a:ext cx="7675" cy="7000"/>
            </a:xfrm>
            <a:custGeom>
              <a:avLst/>
              <a:gdLst/>
              <a:ahLst/>
              <a:cxnLst/>
              <a:rect l="l" t="t" r="r" b="b"/>
              <a:pathLst>
                <a:path w="307" h="280" extrusionOk="0">
                  <a:moveTo>
                    <a:pt x="167" y="266"/>
                  </a:moveTo>
                  <a:cubicBezTo>
                    <a:pt x="195" y="280"/>
                    <a:pt x="251" y="266"/>
                    <a:pt x="279" y="252"/>
                  </a:cubicBezTo>
                  <a:cubicBezTo>
                    <a:pt x="307" y="224"/>
                    <a:pt x="307" y="154"/>
                    <a:pt x="279" y="126"/>
                  </a:cubicBezTo>
                  <a:cubicBezTo>
                    <a:pt x="237" y="15"/>
                    <a:pt x="112" y="1"/>
                    <a:pt x="0" y="1"/>
                  </a:cubicBezTo>
                  <a:cubicBezTo>
                    <a:pt x="0" y="126"/>
                    <a:pt x="56" y="210"/>
                    <a:pt x="167" y="2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78" name="Google Shape;1978;p56"/>
            <p:cNvSpPr/>
            <p:nvPr/>
          </p:nvSpPr>
          <p:spPr>
            <a:xfrm>
              <a:off x="1884550" y="2411650"/>
              <a:ext cx="4925" cy="6300"/>
            </a:xfrm>
            <a:custGeom>
              <a:avLst/>
              <a:gdLst/>
              <a:ahLst/>
              <a:cxnLst/>
              <a:rect l="l" t="t" r="r" b="b"/>
              <a:pathLst>
                <a:path w="197" h="252" extrusionOk="0">
                  <a:moveTo>
                    <a:pt x="196" y="154"/>
                  </a:moveTo>
                  <a:cubicBezTo>
                    <a:pt x="182" y="70"/>
                    <a:pt x="126" y="1"/>
                    <a:pt x="70" y="15"/>
                  </a:cubicBezTo>
                  <a:cubicBezTo>
                    <a:pt x="15" y="29"/>
                    <a:pt x="1" y="112"/>
                    <a:pt x="43" y="182"/>
                  </a:cubicBezTo>
                  <a:cubicBezTo>
                    <a:pt x="57" y="224"/>
                    <a:pt x="112" y="224"/>
                    <a:pt x="140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79" name="Google Shape;1979;p56"/>
            <p:cNvSpPr/>
            <p:nvPr/>
          </p:nvSpPr>
          <p:spPr>
            <a:xfrm>
              <a:off x="5118200" y="1795125"/>
              <a:ext cx="8725" cy="5600"/>
            </a:xfrm>
            <a:custGeom>
              <a:avLst/>
              <a:gdLst/>
              <a:ahLst/>
              <a:cxnLst/>
              <a:rect l="l" t="t" r="r" b="b"/>
              <a:pathLst>
                <a:path w="349" h="224" extrusionOk="0">
                  <a:moveTo>
                    <a:pt x="0" y="42"/>
                  </a:moveTo>
                  <a:cubicBezTo>
                    <a:pt x="28" y="196"/>
                    <a:pt x="168" y="224"/>
                    <a:pt x="307" y="210"/>
                  </a:cubicBezTo>
                  <a:cubicBezTo>
                    <a:pt x="321" y="210"/>
                    <a:pt x="349" y="182"/>
                    <a:pt x="349" y="154"/>
                  </a:cubicBezTo>
                  <a:cubicBezTo>
                    <a:pt x="349" y="140"/>
                    <a:pt x="321" y="98"/>
                    <a:pt x="307" y="84"/>
                  </a:cubicBezTo>
                  <a:cubicBezTo>
                    <a:pt x="223" y="1"/>
                    <a:pt x="112" y="1"/>
                    <a:pt x="0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80" name="Google Shape;1980;p56"/>
            <p:cNvSpPr/>
            <p:nvPr/>
          </p:nvSpPr>
          <p:spPr>
            <a:xfrm>
              <a:off x="5689400" y="3480475"/>
              <a:ext cx="6300" cy="5600"/>
            </a:xfrm>
            <a:custGeom>
              <a:avLst/>
              <a:gdLst/>
              <a:ahLst/>
              <a:cxnLst/>
              <a:rect l="l" t="t" r="r" b="b"/>
              <a:pathLst>
                <a:path w="252" h="224" extrusionOk="0">
                  <a:moveTo>
                    <a:pt x="209" y="209"/>
                  </a:moveTo>
                  <a:cubicBezTo>
                    <a:pt x="223" y="209"/>
                    <a:pt x="223" y="168"/>
                    <a:pt x="251" y="154"/>
                  </a:cubicBezTo>
                  <a:cubicBezTo>
                    <a:pt x="237" y="70"/>
                    <a:pt x="140" y="0"/>
                    <a:pt x="56" y="0"/>
                  </a:cubicBezTo>
                  <a:cubicBezTo>
                    <a:pt x="42" y="0"/>
                    <a:pt x="0" y="28"/>
                    <a:pt x="0" y="28"/>
                  </a:cubicBezTo>
                  <a:cubicBezTo>
                    <a:pt x="28" y="84"/>
                    <a:pt x="56" y="154"/>
                    <a:pt x="98" y="182"/>
                  </a:cubicBezTo>
                  <a:cubicBezTo>
                    <a:pt x="112" y="223"/>
                    <a:pt x="181" y="209"/>
                    <a:pt x="209" y="2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81" name="Google Shape;1981;p56"/>
            <p:cNvSpPr/>
            <p:nvPr/>
          </p:nvSpPr>
          <p:spPr>
            <a:xfrm>
              <a:off x="2832725" y="1893125"/>
              <a:ext cx="350" cy="725"/>
            </a:xfrm>
            <a:custGeom>
              <a:avLst/>
              <a:gdLst/>
              <a:ahLst/>
              <a:cxnLst/>
              <a:rect l="l" t="t" r="r" b="b"/>
              <a:pathLst>
                <a:path w="14" h="29" extrusionOk="0">
                  <a:moveTo>
                    <a:pt x="0" y="28"/>
                  </a:moveTo>
                  <a:lnTo>
                    <a:pt x="0" y="28"/>
                  </a:lnTo>
                  <a:cubicBezTo>
                    <a:pt x="14" y="28"/>
                    <a:pt x="14" y="0"/>
                    <a:pt x="14" y="0"/>
                  </a:cubicBezTo>
                  <a:cubicBezTo>
                    <a:pt x="0" y="0"/>
                    <a:pt x="0" y="0"/>
                    <a:pt x="0" y="28"/>
                  </a:cubicBezTo>
                  <a:cubicBezTo>
                    <a:pt x="0" y="0"/>
                    <a:pt x="0" y="0"/>
                    <a:pt x="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82" name="Google Shape;1982;p56"/>
            <p:cNvSpPr/>
            <p:nvPr/>
          </p:nvSpPr>
          <p:spPr>
            <a:xfrm>
              <a:off x="2827125" y="1893125"/>
              <a:ext cx="5625" cy="6300"/>
            </a:xfrm>
            <a:custGeom>
              <a:avLst/>
              <a:gdLst/>
              <a:ahLst/>
              <a:cxnLst/>
              <a:rect l="l" t="t" r="r" b="b"/>
              <a:pathLst>
                <a:path w="225" h="252" extrusionOk="0">
                  <a:moveTo>
                    <a:pt x="71" y="251"/>
                  </a:moveTo>
                  <a:cubicBezTo>
                    <a:pt x="98" y="251"/>
                    <a:pt x="168" y="237"/>
                    <a:pt x="182" y="195"/>
                  </a:cubicBezTo>
                  <a:cubicBezTo>
                    <a:pt x="210" y="140"/>
                    <a:pt x="210" y="70"/>
                    <a:pt x="224" y="28"/>
                  </a:cubicBezTo>
                  <a:cubicBezTo>
                    <a:pt x="154" y="0"/>
                    <a:pt x="98" y="28"/>
                    <a:pt x="43" y="70"/>
                  </a:cubicBezTo>
                  <a:cubicBezTo>
                    <a:pt x="1" y="126"/>
                    <a:pt x="1" y="237"/>
                    <a:pt x="71" y="2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83" name="Google Shape;1983;p56"/>
            <p:cNvSpPr/>
            <p:nvPr/>
          </p:nvSpPr>
          <p:spPr>
            <a:xfrm>
              <a:off x="5855025" y="3496850"/>
              <a:ext cx="6300" cy="6300"/>
            </a:xfrm>
            <a:custGeom>
              <a:avLst/>
              <a:gdLst/>
              <a:ahLst/>
              <a:cxnLst/>
              <a:rect l="l" t="t" r="r" b="b"/>
              <a:pathLst>
                <a:path w="252" h="252" extrusionOk="0">
                  <a:moveTo>
                    <a:pt x="252" y="140"/>
                  </a:moveTo>
                  <a:lnTo>
                    <a:pt x="252" y="71"/>
                  </a:lnTo>
                  <a:cubicBezTo>
                    <a:pt x="196" y="15"/>
                    <a:pt x="126" y="1"/>
                    <a:pt x="56" y="15"/>
                  </a:cubicBezTo>
                  <a:cubicBezTo>
                    <a:pt x="42" y="15"/>
                    <a:pt x="1" y="43"/>
                    <a:pt x="1" y="57"/>
                  </a:cubicBezTo>
                  <a:cubicBezTo>
                    <a:pt x="1" y="84"/>
                    <a:pt x="1" y="140"/>
                    <a:pt x="29" y="154"/>
                  </a:cubicBezTo>
                  <a:cubicBezTo>
                    <a:pt x="112" y="252"/>
                    <a:pt x="196" y="224"/>
                    <a:pt x="252" y="1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84" name="Google Shape;1984;p56"/>
            <p:cNvSpPr/>
            <p:nvPr/>
          </p:nvSpPr>
          <p:spPr>
            <a:xfrm>
              <a:off x="6134700" y="3810350"/>
              <a:ext cx="4200" cy="5950"/>
            </a:xfrm>
            <a:custGeom>
              <a:avLst/>
              <a:gdLst/>
              <a:ahLst/>
              <a:cxnLst/>
              <a:rect l="l" t="t" r="r" b="b"/>
              <a:pathLst>
                <a:path w="168" h="238" extrusionOk="0">
                  <a:moveTo>
                    <a:pt x="154" y="168"/>
                  </a:moveTo>
                  <a:cubicBezTo>
                    <a:pt x="168" y="140"/>
                    <a:pt x="154" y="84"/>
                    <a:pt x="140" y="56"/>
                  </a:cubicBezTo>
                  <a:cubicBezTo>
                    <a:pt x="112" y="1"/>
                    <a:pt x="56" y="1"/>
                    <a:pt x="28" y="15"/>
                  </a:cubicBezTo>
                  <a:cubicBezTo>
                    <a:pt x="14" y="28"/>
                    <a:pt x="0" y="56"/>
                    <a:pt x="0" y="70"/>
                  </a:cubicBezTo>
                  <a:cubicBezTo>
                    <a:pt x="14" y="98"/>
                    <a:pt x="14" y="154"/>
                    <a:pt x="42" y="182"/>
                  </a:cubicBezTo>
                  <a:cubicBezTo>
                    <a:pt x="84" y="238"/>
                    <a:pt x="140" y="224"/>
                    <a:pt x="154" y="1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85" name="Google Shape;1985;p56"/>
            <p:cNvSpPr/>
            <p:nvPr/>
          </p:nvSpPr>
          <p:spPr>
            <a:xfrm>
              <a:off x="3065300" y="2152900"/>
              <a:ext cx="4925" cy="6650"/>
            </a:xfrm>
            <a:custGeom>
              <a:avLst/>
              <a:gdLst/>
              <a:ahLst/>
              <a:cxnLst/>
              <a:rect l="l" t="t" r="r" b="b"/>
              <a:pathLst>
                <a:path w="197" h="266" extrusionOk="0">
                  <a:moveTo>
                    <a:pt x="182" y="98"/>
                  </a:moveTo>
                  <a:cubicBezTo>
                    <a:pt x="168" y="43"/>
                    <a:pt x="126" y="1"/>
                    <a:pt x="70" y="43"/>
                  </a:cubicBezTo>
                  <a:cubicBezTo>
                    <a:pt x="57" y="43"/>
                    <a:pt x="29" y="71"/>
                    <a:pt x="29" y="71"/>
                  </a:cubicBezTo>
                  <a:cubicBezTo>
                    <a:pt x="29" y="112"/>
                    <a:pt x="1" y="182"/>
                    <a:pt x="43" y="196"/>
                  </a:cubicBezTo>
                  <a:cubicBezTo>
                    <a:pt x="98" y="238"/>
                    <a:pt x="140" y="252"/>
                    <a:pt x="196" y="266"/>
                  </a:cubicBezTo>
                  <a:lnTo>
                    <a:pt x="196" y="154"/>
                  </a:lnTo>
                  <a:cubicBezTo>
                    <a:pt x="196" y="140"/>
                    <a:pt x="182" y="126"/>
                    <a:pt x="182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86" name="Google Shape;1986;p56"/>
            <p:cNvSpPr/>
            <p:nvPr/>
          </p:nvSpPr>
          <p:spPr>
            <a:xfrm>
              <a:off x="2640575" y="4216600"/>
              <a:ext cx="5250" cy="8750"/>
            </a:xfrm>
            <a:custGeom>
              <a:avLst/>
              <a:gdLst/>
              <a:ahLst/>
              <a:cxnLst/>
              <a:rect l="l" t="t" r="r" b="b"/>
              <a:pathLst>
                <a:path w="210" h="350" extrusionOk="0">
                  <a:moveTo>
                    <a:pt x="168" y="70"/>
                  </a:moveTo>
                  <a:cubicBezTo>
                    <a:pt x="154" y="29"/>
                    <a:pt x="98" y="1"/>
                    <a:pt x="70" y="1"/>
                  </a:cubicBezTo>
                  <a:cubicBezTo>
                    <a:pt x="14" y="1"/>
                    <a:pt x="0" y="57"/>
                    <a:pt x="0" y="98"/>
                  </a:cubicBezTo>
                  <a:cubicBezTo>
                    <a:pt x="14" y="196"/>
                    <a:pt x="28" y="266"/>
                    <a:pt x="70" y="349"/>
                  </a:cubicBezTo>
                  <a:cubicBezTo>
                    <a:pt x="98" y="294"/>
                    <a:pt x="154" y="266"/>
                    <a:pt x="182" y="210"/>
                  </a:cubicBezTo>
                  <a:cubicBezTo>
                    <a:pt x="210" y="168"/>
                    <a:pt x="182" y="98"/>
                    <a:pt x="168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87" name="Google Shape;1987;p56"/>
            <p:cNvSpPr/>
            <p:nvPr/>
          </p:nvSpPr>
          <p:spPr>
            <a:xfrm>
              <a:off x="2641625" y="4225325"/>
              <a:ext cx="1075" cy="725"/>
            </a:xfrm>
            <a:custGeom>
              <a:avLst/>
              <a:gdLst/>
              <a:ahLst/>
              <a:cxnLst/>
              <a:rect l="l" t="t" r="r" b="b"/>
              <a:pathLst>
                <a:path w="43" h="29" extrusionOk="0">
                  <a:moveTo>
                    <a:pt x="28" y="0"/>
                  </a:moveTo>
                  <a:cubicBezTo>
                    <a:pt x="0" y="0"/>
                    <a:pt x="0" y="0"/>
                    <a:pt x="28" y="0"/>
                  </a:cubicBezTo>
                  <a:cubicBezTo>
                    <a:pt x="0" y="14"/>
                    <a:pt x="0" y="14"/>
                    <a:pt x="28" y="28"/>
                  </a:cubicBezTo>
                  <a:lnTo>
                    <a:pt x="42" y="28"/>
                  </a:lnTo>
                  <a:cubicBezTo>
                    <a:pt x="28" y="14"/>
                    <a:pt x="28" y="0"/>
                    <a:pt x="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88" name="Google Shape;1988;p56"/>
            <p:cNvSpPr/>
            <p:nvPr/>
          </p:nvSpPr>
          <p:spPr>
            <a:xfrm>
              <a:off x="4734950" y="1761650"/>
              <a:ext cx="6300" cy="5950"/>
            </a:xfrm>
            <a:custGeom>
              <a:avLst/>
              <a:gdLst/>
              <a:ahLst/>
              <a:cxnLst/>
              <a:rect l="l" t="t" r="r" b="b"/>
              <a:pathLst>
                <a:path w="252" h="238" extrusionOk="0">
                  <a:moveTo>
                    <a:pt x="210" y="210"/>
                  </a:moveTo>
                  <a:cubicBezTo>
                    <a:pt x="252" y="154"/>
                    <a:pt x="224" y="70"/>
                    <a:pt x="154" y="28"/>
                  </a:cubicBezTo>
                  <a:cubicBezTo>
                    <a:pt x="98" y="0"/>
                    <a:pt x="70" y="14"/>
                    <a:pt x="29" y="70"/>
                  </a:cubicBezTo>
                  <a:cubicBezTo>
                    <a:pt x="1" y="140"/>
                    <a:pt x="29" y="224"/>
                    <a:pt x="84" y="238"/>
                  </a:cubicBezTo>
                  <a:cubicBezTo>
                    <a:pt x="140" y="238"/>
                    <a:pt x="196" y="238"/>
                    <a:pt x="210" y="2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89" name="Google Shape;1989;p56"/>
            <p:cNvSpPr/>
            <p:nvPr/>
          </p:nvSpPr>
          <p:spPr>
            <a:xfrm>
              <a:off x="3252925" y="164867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54" y="209"/>
                  </a:moveTo>
                  <a:cubicBezTo>
                    <a:pt x="209" y="209"/>
                    <a:pt x="223" y="181"/>
                    <a:pt x="209" y="126"/>
                  </a:cubicBezTo>
                  <a:cubicBezTo>
                    <a:pt x="167" y="84"/>
                    <a:pt x="154" y="56"/>
                    <a:pt x="126" y="14"/>
                  </a:cubicBezTo>
                  <a:cubicBezTo>
                    <a:pt x="98" y="0"/>
                    <a:pt x="70" y="14"/>
                    <a:pt x="56" y="42"/>
                  </a:cubicBezTo>
                  <a:cubicBezTo>
                    <a:pt x="0" y="70"/>
                    <a:pt x="0" y="112"/>
                    <a:pt x="28" y="154"/>
                  </a:cubicBezTo>
                  <a:cubicBezTo>
                    <a:pt x="70" y="181"/>
                    <a:pt x="98" y="209"/>
                    <a:pt x="154" y="2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90" name="Google Shape;1990;p56"/>
            <p:cNvSpPr/>
            <p:nvPr/>
          </p:nvSpPr>
          <p:spPr>
            <a:xfrm>
              <a:off x="4110750" y="1732700"/>
              <a:ext cx="4225" cy="4575"/>
            </a:xfrm>
            <a:custGeom>
              <a:avLst/>
              <a:gdLst/>
              <a:ahLst/>
              <a:cxnLst/>
              <a:rect l="l" t="t" r="r" b="b"/>
              <a:pathLst>
                <a:path w="169" h="183" extrusionOk="0">
                  <a:moveTo>
                    <a:pt x="98" y="168"/>
                  </a:moveTo>
                  <a:cubicBezTo>
                    <a:pt x="126" y="168"/>
                    <a:pt x="140" y="126"/>
                    <a:pt x="154" y="112"/>
                  </a:cubicBezTo>
                  <a:cubicBezTo>
                    <a:pt x="168" y="57"/>
                    <a:pt x="140" y="1"/>
                    <a:pt x="84" y="1"/>
                  </a:cubicBezTo>
                  <a:cubicBezTo>
                    <a:pt x="29" y="1"/>
                    <a:pt x="1" y="43"/>
                    <a:pt x="1" y="98"/>
                  </a:cubicBezTo>
                  <a:cubicBezTo>
                    <a:pt x="15" y="140"/>
                    <a:pt x="56" y="182"/>
                    <a:pt x="98" y="1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91" name="Google Shape;1991;p56"/>
            <p:cNvSpPr/>
            <p:nvPr/>
          </p:nvSpPr>
          <p:spPr>
            <a:xfrm>
              <a:off x="5772025" y="4186625"/>
              <a:ext cx="5625" cy="7000"/>
            </a:xfrm>
            <a:custGeom>
              <a:avLst/>
              <a:gdLst/>
              <a:ahLst/>
              <a:cxnLst/>
              <a:rect l="l" t="t" r="r" b="b"/>
              <a:pathLst>
                <a:path w="225" h="280" extrusionOk="0">
                  <a:moveTo>
                    <a:pt x="71" y="28"/>
                  </a:moveTo>
                  <a:cubicBezTo>
                    <a:pt x="29" y="42"/>
                    <a:pt x="15" y="98"/>
                    <a:pt x="1" y="140"/>
                  </a:cubicBezTo>
                  <a:cubicBezTo>
                    <a:pt x="29" y="168"/>
                    <a:pt x="43" y="209"/>
                    <a:pt x="85" y="237"/>
                  </a:cubicBezTo>
                  <a:cubicBezTo>
                    <a:pt x="140" y="279"/>
                    <a:pt x="182" y="251"/>
                    <a:pt x="210" y="209"/>
                  </a:cubicBezTo>
                  <a:cubicBezTo>
                    <a:pt x="224" y="168"/>
                    <a:pt x="210" y="112"/>
                    <a:pt x="182" y="84"/>
                  </a:cubicBezTo>
                  <a:cubicBezTo>
                    <a:pt x="154" y="14"/>
                    <a:pt x="99" y="0"/>
                    <a:pt x="71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92" name="Google Shape;1992;p56"/>
            <p:cNvSpPr/>
            <p:nvPr/>
          </p:nvSpPr>
          <p:spPr>
            <a:xfrm>
              <a:off x="2646150" y="4319475"/>
              <a:ext cx="5950" cy="7000"/>
            </a:xfrm>
            <a:custGeom>
              <a:avLst/>
              <a:gdLst/>
              <a:ahLst/>
              <a:cxnLst/>
              <a:rect l="l" t="t" r="r" b="b"/>
              <a:pathLst>
                <a:path w="238" h="280" extrusionOk="0">
                  <a:moveTo>
                    <a:pt x="70" y="56"/>
                  </a:moveTo>
                  <a:cubicBezTo>
                    <a:pt x="1" y="84"/>
                    <a:pt x="1" y="196"/>
                    <a:pt x="70" y="224"/>
                  </a:cubicBezTo>
                  <a:cubicBezTo>
                    <a:pt x="126" y="238"/>
                    <a:pt x="196" y="266"/>
                    <a:pt x="238" y="280"/>
                  </a:cubicBezTo>
                  <a:lnTo>
                    <a:pt x="238" y="1"/>
                  </a:lnTo>
                  <a:cubicBezTo>
                    <a:pt x="196" y="15"/>
                    <a:pt x="126" y="15"/>
                    <a:pt x="70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93" name="Google Shape;1993;p56"/>
            <p:cNvSpPr/>
            <p:nvPr/>
          </p:nvSpPr>
          <p:spPr>
            <a:xfrm>
              <a:off x="5900025" y="3612975"/>
              <a:ext cx="10125" cy="6300"/>
            </a:xfrm>
            <a:custGeom>
              <a:avLst/>
              <a:gdLst/>
              <a:ahLst/>
              <a:cxnLst/>
              <a:rect l="l" t="t" r="r" b="b"/>
              <a:pathLst>
                <a:path w="405" h="252" extrusionOk="0">
                  <a:moveTo>
                    <a:pt x="405" y="224"/>
                  </a:moveTo>
                  <a:cubicBezTo>
                    <a:pt x="335" y="29"/>
                    <a:pt x="279" y="1"/>
                    <a:pt x="112" y="43"/>
                  </a:cubicBezTo>
                  <a:lnTo>
                    <a:pt x="0" y="98"/>
                  </a:lnTo>
                  <a:cubicBezTo>
                    <a:pt x="153" y="98"/>
                    <a:pt x="279" y="168"/>
                    <a:pt x="405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94" name="Google Shape;1994;p56"/>
            <p:cNvSpPr/>
            <p:nvPr/>
          </p:nvSpPr>
          <p:spPr>
            <a:xfrm>
              <a:off x="5899325" y="3615775"/>
              <a:ext cx="700" cy="725"/>
            </a:xfrm>
            <a:custGeom>
              <a:avLst/>
              <a:gdLst/>
              <a:ahLst/>
              <a:cxnLst/>
              <a:rect l="l" t="t" r="r" b="b"/>
              <a:pathLst>
                <a:path w="28" h="29" extrusionOk="0">
                  <a:moveTo>
                    <a:pt x="28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14" y="28"/>
                  </a:lnTo>
                  <a:cubicBezTo>
                    <a:pt x="14" y="0"/>
                    <a:pt x="28" y="0"/>
                    <a:pt x="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95" name="Google Shape;1995;p56"/>
            <p:cNvSpPr/>
            <p:nvPr/>
          </p:nvSpPr>
          <p:spPr>
            <a:xfrm>
              <a:off x="2449125" y="2091875"/>
              <a:ext cx="3850" cy="4225"/>
            </a:xfrm>
            <a:custGeom>
              <a:avLst/>
              <a:gdLst/>
              <a:ahLst/>
              <a:cxnLst/>
              <a:rect l="l" t="t" r="r" b="b"/>
              <a:pathLst>
                <a:path w="154" h="169" extrusionOk="0">
                  <a:moveTo>
                    <a:pt x="14" y="112"/>
                  </a:moveTo>
                  <a:cubicBezTo>
                    <a:pt x="28" y="126"/>
                    <a:pt x="56" y="140"/>
                    <a:pt x="70" y="140"/>
                  </a:cubicBezTo>
                  <a:cubicBezTo>
                    <a:pt x="126" y="168"/>
                    <a:pt x="154" y="126"/>
                    <a:pt x="154" y="71"/>
                  </a:cubicBezTo>
                  <a:cubicBezTo>
                    <a:pt x="154" y="29"/>
                    <a:pt x="126" y="1"/>
                    <a:pt x="70" y="1"/>
                  </a:cubicBezTo>
                  <a:cubicBezTo>
                    <a:pt x="14" y="29"/>
                    <a:pt x="1" y="57"/>
                    <a:pt x="14" y="1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96" name="Google Shape;1996;p56"/>
            <p:cNvSpPr/>
            <p:nvPr/>
          </p:nvSpPr>
          <p:spPr>
            <a:xfrm>
              <a:off x="3457250" y="3029575"/>
              <a:ext cx="5625" cy="5250"/>
            </a:xfrm>
            <a:custGeom>
              <a:avLst/>
              <a:gdLst/>
              <a:ahLst/>
              <a:cxnLst/>
              <a:rect l="l" t="t" r="r" b="b"/>
              <a:pathLst>
                <a:path w="225" h="210" extrusionOk="0">
                  <a:moveTo>
                    <a:pt x="71" y="196"/>
                  </a:moveTo>
                  <a:cubicBezTo>
                    <a:pt x="85" y="196"/>
                    <a:pt x="127" y="210"/>
                    <a:pt x="140" y="196"/>
                  </a:cubicBezTo>
                  <a:cubicBezTo>
                    <a:pt x="182" y="154"/>
                    <a:pt x="196" y="126"/>
                    <a:pt x="224" y="84"/>
                  </a:cubicBezTo>
                  <a:cubicBezTo>
                    <a:pt x="210" y="56"/>
                    <a:pt x="196" y="15"/>
                    <a:pt x="154" y="1"/>
                  </a:cubicBezTo>
                  <a:cubicBezTo>
                    <a:pt x="127" y="15"/>
                    <a:pt x="85" y="56"/>
                    <a:pt x="57" y="70"/>
                  </a:cubicBezTo>
                  <a:cubicBezTo>
                    <a:pt x="1" y="126"/>
                    <a:pt x="15" y="182"/>
                    <a:pt x="71" y="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97" name="Google Shape;1997;p56"/>
            <p:cNvSpPr/>
            <p:nvPr/>
          </p:nvSpPr>
          <p:spPr>
            <a:xfrm>
              <a:off x="5536650" y="3030275"/>
              <a:ext cx="4200" cy="4550"/>
            </a:xfrm>
            <a:custGeom>
              <a:avLst/>
              <a:gdLst/>
              <a:ahLst/>
              <a:cxnLst/>
              <a:rect l="l" t="t" r="r" b="b"/>
              <a:pathLst>
                <a:path w="168" h="182" extrusionOk="0">
                  <a:moveTo>
                    <a:pt x="168" y="42"/>
                  </a:moveTo>
                  <a:cubicBezTo>
                    <a:pt x="168" y="42"/>
                    <a:pt x="140" y="1"/>
                    <a:pt x="112" y="1"/>
                  </a:cubicBezTo>
                  <a:cubicBezTo>
                    <a:pt x="42" y="1"/>
                    <a:pt x="1" y="42"/>
                    <a:pt x="15" y="126"/>
                  </a:cubicBezTo>
                  <a:cubicBezTo>
                    <a:pt x="15" y="154"/>
                    <a:pt x="28" y="168"/>
                    <a:pt x="42" y="182"/>
                  </a:cubicBezTo>
                  <a:cubicBezTo>
                    <a:pt x="70" y="182"/>
                    <a:pt x="98" y="182"/>
                    <a:pt x="112" y="168"/>
                  </a:cubicBezTo>
                  <a:cubicBezTo>
                    <a:pt x="140" y="112"/>
                    <a:pt x="154" y="84"/>
                    <a:pt x="168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98" name="Google Shape;1998;p56"/>
            <p:cNvSpPr/>
            <p:nvPr/>
          </p:nvSpPr>
          <p:spPr>
            <a:xfrm>
              <a:off x="2567350" y="3088500"/>
              <a:ext cx="2800" cy="4225"/>
            </a:xfrm>
            <a:custGeom>
              <a:avLst/>
              <a:gdLst/>
              <a:ahLst/>
              <a:cxnLst/>
              <a:rect l="l" t="t" r="r" b="b"/>
              <a:pathLst>
                <a:path w="112" h="169" extrusionOk="0">
                  <a:moveTo>
                    <a:pt x="112" y="85"/>
                  </a:moveTo>
                  <a:cubicBezTo>
                    <a:pt x="84" y="43"/>
                    <a:pt x="42" y="29"/>
                    <a:pt x="28" y="1"/>
                  </a:cubicBezTo>
                  <a:cubicBezTo>
                    <a:pt x="14" y="29"/>
                    <a:pt x="0" y="71"/>
                    <a:pt x="0" y="99"/>
                  </a:cubicBezTo>
                  <a:cubicBezTo>
                    <a:pt x="0" y="126"/>
                    <a:pt x="28" y="140"/>
                    <a:pt x="28" y="140"/>
                  </a:cubicBezTo>
                  <a:cubicBezTo>
                    <a:pt x="84" y="168"/>
                    <a:pt x="112" y="140"/>
                    <a:pt x="112" y="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99" name="Google Shape;1999;p56"/>
            <p:cNvSpPr/>
            <p:nvPr/>
          </p:nvSpPr>
          <p:spPr>
            <a:xfrm>
              <a:off x="2532825" y="3092350"/>
              <a:ext cx="4200" cy="6300"/>
            </a:xfrm>
            <a:custGeom>
              <a:avLst/>
              <a:gdLst/>
              <a:ahLst/>
              <a:cxnLst/>
              <a:rect l="l" t="t" r="r" b="b"/>
              <a:pathLst>
                <a:path w="168" h="252" extrusionOk="0">
                  <a:moveTo>
                    <a:pt x="126" y="210"/>
                  </a:moveTo>
                  <a:cubicBezTo>
                    <a:pt x="154" y="196"/>
                    <a:pt x="154" y="140"/>
                    <a:pt x="168" y="112"/>
                  </a:cubicBezTo>
                  <a:cubicBezTo>
                    <a:pt x="154" y="70"/>
                    <a:pt x="126" y="42"/>
                    <a:pt x="98" y="0"/>
                  </a:cubicBezTo>
                  <a:cubicBezTo>
                    <a:pt x="70" y="42"/>
                    <a:pt x="28" y="56"/>
                    <a:pt x="14" y="84"/>
                  </a:cubicBezTo>
                  <a:cubicBezTo>
                    <a:pt x="0" y="182"/>
                    <a:pt x="70" y="251"/>
                    <a:pt x="126" y="2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00" name="Google Shape;2000;p56"/>
            <p:cNvSpPr/>
            <p:nvPr/>
          </p:nvSpPr>
          <p:spPr>
            <a:xfrm>
              <a:off x="2583375" y="3115025"/>
              <a:ext cx="725" cy="1050"/>
            </a:xfrm>
            <a:custGeom>
              <a:avLst/>
              <a:gdLst/>
              <a:ahLst/>
              <a:cxnLst/>
              <a:rect l="l" t="t" r="r" b="b"/>
              <a:pathLst>
                <a:path w="29" h="42" extrusionOk="0">
                  <a:moveTo>
                    <a:pt x="29" y="42"/>
                  </a:moveTo>
                  <a:cubicBezTo>
                    <a:pt x="29" y="14"/>
                    <a:pt x="29" y="14"/>
                    <a:pt x="29" y="42"/>
                  </a:cubicBezTo>
                  <a:cubicBezTo>
                    <a:pt x="15" y="14"/>
                    <a:pt x="15" y="0"/>
                    <a:pt x="1" y="0"/>
                  </a:cubicBezTo>
                  <a:lnTo>
                    <a:pt x="1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01" name="Google Shape;2001;p56"/>
            <p:cNvSpPr/>
            <p:nvPr/>
          </p:nvSpPr>
          <p:spPr>
            <a:xfrm>
              <a:off x="2584075" y="3115375"/>
              <a:ext cx="4900" cy="4550"/>
            </a:xfrm>
            <a:custGeom>
              <a:avLst/>
              <a:gdLst/>
              <a:ahLst/>
              <a:cxnLst/>
              <a:rect l="l" t="t" r="r" b="b"/>
              <a:pathLst>
                <a:path w="196" h="182" extrusionOk="0">
                  <a:moveTo>
                    <a:pt x="140" y="139"/>
                  </a:moveTo>
                  <a:cubicBezTo>
                    <a:pt x="168" y="126"/>
                    <a:pt x="182" y="112"/>
                    <a:pt x="182" y="98"/>
                  </a:cubicBezTo>
                  <a:cubicBezTo>
                    <a:pt x="196" y="42"/>
                    <a:pt x="154" y="0"/>
                    <a:pt x="112" y="0"/>
                  </a:cubicBezTo>
                  <a:lnTo>
                    <a:pt x="1" y="0"/>
                  </a:lnTo>
                  <a:cubicBezTo>
                    <a:pt x="1" y="42"/>
                    <a:pt x="29" y="98"/>
                    <a:pt x="29" y="126"/>
                  </a:cubicBezTo>
                  <a:cubicBezTo>
                    <a:pt x="56" y="181"/>
                    <a:pt x="98" y="181"/>
                    <a:pt x="140" y="1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02" name="Google Shape;2002;p56"/>
            <p:cNvSpPr/>
            <p:nvPr/>
          </p:nvSpPr>
          <p:spPr>
            <a:xfrm>
              <a:off x="3047175" y="2107575"/>
              <a:ext cx="4200" cy="4900"/>
            </a:xfrm>
            <a:custGeom>
              <a:avLst/>
              <a:gdLst/>
              <a:ahLst/>
              <a:cxnLst/>
              <a:rect l="l" t="t" r="r" b="b"/>
              <a:pathLst>
                <a:path w="168" h="196" extrusionOk="0">
                  <a:moveTo>
                    <a:pt x="168" y="126"/>
                  </a:moveTo>
                  <a:cubicBezTo>
                    <a:pt x="168" y="98"/>
                    <a:pt x="154" y="42"/>
                    <a:pt x="140" y="1"/>
                  </a:cubicBezTo>
                  <a:cubicBezTo>
                    <a:pt x="98" y="28"/>
                    <a:pt x="56" y="42"/>
                    <a:pt x="28" y="56"/>
                  </a:cubicBezTo>
                  <a:cubicBezTo>
                    <a:pt x="0" y="98"/>
                    <a:pt x="14" y="140"/>
                    <a:pt x="70" y="168"/>
                  </a:cubicBezTo>
                  <a:cubicBezTo>
                    <a:pt x="126" y="196"/>
                    <a:pt x="168" y="182"/>
                    <a:pt x="168" y="1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03" name="Google Shape;2003;p56"/>
            <p:cNvSpPr/>
            <p:nvPr/>
          </p:nvSpPr>
          <p:spPr>
            <a:xfrm>
              <a:off x="2452950" y="3128275"/>
              <a:ext cx="4925" cy="5250"/>
            </a:xfrm>
            <a:custGeom>
              <a:avLst/>
              <a:gdLst/>
              <a:ahLst/>
              <a:cxnLst/>
              <a:rect l="l" t="t" r="r" b="b"/>
              <a:pathLst>
                <a:path w="197" h="210" extrusionOk="0">
                  <a:moveTo>
                    <a:pt x="15" y="70"/>
                  </a:moveTo>
                  <a:cubicBezTo>
                    <a:pt x="1" y="112"/>
                    <a:pt x="15" y="154"/>
                    <a:pt x="71" y="181"/>
                  </a:cubicBezTo>
                  <a:cubicBezTo>
                    <a:pt x="127" y="209"/>
                    <a:pt x="154" y="181"/>
                    <a:pt x="196" y="140"/>
                  </a:cubicBezTo>
                  <a:cubicBezTo>
                    <a:pt x="168" y="98"/>
                    <a:pt x="168" y="28"/>
                    <a:pt x="140" y="14"/>
                  </a:cubicBezTo>
                  <a:cubicBezTo>
                    <a:pt x="85" y="0"/>
                    <a:pt x="43" y="14"/>
                    <a:pt x="15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04" name="Google Shape;2004;p56"/>
            <p:cNvSpPr/>
            <p:nvPr/>
          </p:nvSpPr>
          <p:spPr>
            <a:xfrm>
              <a:off x="2792250" y="3264275"/>
              <a:ext cx="3525" cy="2800"/>
            </a:xfrm>
            <a:custGeom>
              <a:avLst/>
              <a:gdLst/>
              <a:ahLst/>
              <a:cxnLst/>
              <a:rect l="l" t="t" r="r" b="b"/>
              <a:pathLst>
                <a:path w="141" h="112" extrusionOk="0">
                  <a:moveTo>
                    <a:pt x="1" y="28"/>
                  </a:moveTo>
                  <a:cubicBezTo>
                    <a:pt x="1" y="84"/>
                    <a:pt x="15" y="112"/>
                    <a:pt x="57" y="112"/>
                  </a:cubicBezTo>
                  <a:cubicBezTo>
                    <a:pt x="85" y="112"/>
                    <a:pt x="99" y="98"/>
                    <a:pt x="113" y="84"/>
                  </a:cubicBezTo>
                  <a:cubicBezTo>
                    <a:pt x="140" y="28"/>
                    <a:pt x="99" y="0"/>
                    <a:pt x="43" y="0"/>
                  </a:cubicBezTo>
                  <a:cubicBezTo>
                    <a:pt x="29" y="0"/>
                    <a:pt x="1" y="14"/>
                    <a:pt x="1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05" name="Google Shape;2005;p56"/>
            <p:cNvSpPr/>
            <p:nvPr/>
          </p:nvSpPr>
          <p:spPr>
            <a:xfrm>
              <a:off x="2748675" y="2116300"/>
              <a:ext cx="3850" cy="3500"/>
            </a:xfrm>
            <a:custGeom>
              <a:avLst/>
              <a:gdLst/>
              <a:ahLst/>
              <a:cxnLst/>
              <a:rect l="l" t="t" r="r" b="b"/>
              <a:pathLst>
                <a:path w="154" h="140" extrusionOk="0">
                  <a:moveTo>
                    <a:pt x="140" y="42"/>
                  </a:moveTo>
                  <a:cubicBezTo>
                    <a:pt x="112" y="0"/>
                    <a:pt x="70" y="0"/>
                    <a:pt x="28" y="42"/>
                  </a:cubicBezTo>
                  <a:cubicBezTo>
                    <a:pt x="14" y="56"/>
                    <a:pt x="14" y="70"/>
                    <a:pt x="0" y="98"/>
                  </a:cubicBezTo>
                  <a:cubicBezTo>
                    <a:pt x="28" y="112"/>
                    <a:pt x="56" y="126"/>
                    <a:pt x="84" y="140"/>
                  </a:cubicBezTo>
                  <a:cubicBezTo>
                    <a:pt x="140" y="112"/>
                    <a:pt x="154" y="70"/>
                    <a:pt x="140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06" name="Google Shape;2006;p56"/>
            <p:cNvSpPr/>
            <p:nvPr/>
          </p:nvSpPr>
          <p:spPr>
            <a:xfrm>
              <a:off x="5477725" y="3272975"/>
              <a:ext cx="3500" cy="3875"/>
            </a:xfrm>
            <a:custGeom>
              <a:avLst/>
              <a:gdLst/>
              <a:ahLst/>
              <a:cxnLst/>
              <a:rect l="l" t="t" r="r" b="b"/>
              <a:pathLst>
                <a:path w="140" h="155" extrusionOk="0">
                  <a:moveTo>
                    <a:pt x="140" y="98"/>
                  </a:moveTo>
                  <a:lnTo>
                    <a:pt x="84" y="1"/>
                  </a:lnTo>
                  <a:lnTo>
                    <a:pt x="0" y="84"/>
                  </a:lnTo>
                  <a:lnTo>
                    <a:pt x="98" y="126"/>
                  </a:lnTo>
                  <a:cubicBezTo>
                    <a:pt x="98" y="154"/>
                    <a:pt x="140" y="112"/>
                    <a:pt x="140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07" name="Google Shape;2007;p56"/>
            <p:cNvSpPr/>
            <p:nvPr/>
          </p:nvSpPr>
          <p:spPr>
            <a:xfrm>
              <a:off x="5038675" y="3284500"/>
              <a:ext cx="3175" cy="4550"/>
            </a:xfrm>
            <a:custGeom>
              <a:avLst/>
              <a:gdLst/>
              <a:ahLst/>
              <a:cxnLst/>
              <a:rect l="l" t="t" r="r" b="b"/>
              <a:pathLst>
                <a:path w="127" h="182" extrusionOk="0">
                  <a:moveTo>
                    <a:pt x="57" y="0"/>
                  </a:moveTo>
                  <a:cubicBezTo>
                    <a:pt x="1" y="56"/>
                    <a:pt x="43" y="181"/>
                    <a:pt x="85" y="167"/>
                  </a:cubicBezTo>
                  <a:cubicBezTo>
                    <a:pt x="113" y="167"/>
                    <a:pt x="126" y="126"/>
                    <a:pt x="126" y="126"/>
                  </a:cubicBezTo>
                  <a:cubicBezTo>
                    <a:pt x="126" y="84"/>
                    <a:pt x="113" y="42"/>
                    <a:pt x="1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08" name="Google Shape;2008;p56"/>
            <p:cNvSpPr/>
            <p:nvPr/>
          </p:nvSpPr>
          <p:spPr>
            <a:xfrm>
              <a:off x="5480150" y="3364350"/>
              <a:ext cx="4925" cy="4550"/>
            </a:xfrm>
            <a:custGeom>
              <a:avLst/>
              <a:gdLst/>
              <a:ahLst/>
              <a:cxnLst/>
              <a:rect l="l" t="t" r="r" b="b"/>
              <a:pathLst>
                <a:path w="197" h="182" extrusionOk="0">
                  <a:moveTo>
                    <a:pt x="182" y="70"/>
                  </a:moveTo>
                  <a:cubicBezTo>
                    <a:pt x="182" y="14"/>
                    <a:pt x="126" y="0"/>
                    <a:pt x="71" y="14"/>
                  </a:cubicBezTo>
                  <a:cubicBezTo>
                    <a:pt x="29" y="42"/>
                    <a:pt x="1" y="84"/>
                    <a:pt x="29" y="126"/>
                  </a:cubicBezTo>
                  <a:cubicBezTo>
                    <a:pt x="43" y="154"/>
                    <a:pt x="99" y="154"/>
                    <a:pt x="126" y="182"/>
                  </a:cubicBezTo>
                  <a:cubicBezTo>
                    <a:pt x="168" y="140"/>
                    <a:pt x="196" y="112"/>
                    <a:pt x="182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09" name="Google Shape;2009;p56"/>
            <p:cNvSpPr/>
            <p:nvPr/>
          </p:nvSpPr>
          <p:spPr>
            <a:xfrm>
              <a:off x="5601525" y="3496500"/>
              <a:ext cx="5950" cy="4225"/>
            </a:xfrm>
            <a:custGeom>
              <a:avLst/>
              <a:gdLst/>
              <a:ahLst/>
              <a:cxnLst/>
              <a:rect l="l" t="t" r="r" b="b"/>
              <a:pathLst>
                <a:path w="238" h="169" extrusionOk="0">
                  <a:moveTo>
                    <a:pt x="139" y="1"/>
                  </a:moveTo>
                  <a:cubicBezTo>
                    <a:pt x="98" y="15"/>
                    <a:pt x="70" y="29"/>
                    <a:pt x="28" y="71"/>
                  </a:cubicBezTo>
                  <a:cubicBezTo>
                    <a:pt x="0" y="98"/>
                    <a:pt x="28" y="154"/>
                    <a:pt x="84" y="154"/>
                  </a:cubicBezTo>
                  <a:cubicBezTo>
                    <a:pt x="167" y="168"/>
                    <a:pt x="237" y="126"/>
                    <a:pt x="209" y="71"/>
                  </a:cubicBezTo>
                  <a:cubicBezTo>
                    <a:pt x="209" y="57"/>
                    <a:pt x="167" y="15"/>
                    <a:pt x="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10" name="Google Shape;2010;p56"/>
            <p:cNvSpPr/>
            <p:nvPr/>
          </p:nvSpPr>
          <p:spPr>
            <a:xfrm>
              <a:off x="3477500" y="1917525"/>
              <a:ext cx="2100" cy="3175"/>
            </a:xfrm>
            <a:custGeom>
              <a:avLst/>
              <a:gdLst/>
              <a:ahLst/>
              <a:cxnLst/>
              <a:rect l="l" t="t" r="r" b="b"/>
              <a:pathLst>
                <a:path w="84" h="127" extrusionOk="0">
                  <a:moveTo>
                    <a:pt x="14" y="126"/>
                  </a:moveTo>
                  <a:cubicBezTo>
                    <a:pt x="42" y="112"/>
                    <a:pt x="70" y="70"/>
                    <a:pt x="84" y="56"/>
                  </a:cubicBezTo>
                  <a:cubicBezTo>
                    <a:pt x="84" y="56"/>
                    <a:pt x="70" y="28"/>
                    <a:pt x="70" y="1"/>
                  </a:cubicBezTo>
                  <a:cubicBezTo>
                    <a:pt x="28" y="28"/>
                    <a:pt x="14" y="56"/>
                    <a:pt x="0" y="70"/>
                  </a:cubicBezTo>
                  <a:cubicBezTo>
                    <a:pt x="0" y="70"/>
                    <a:pt x="14" y="112"/>
                    <a:pt x="14" y="1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11" name="Google Shape;2011;p56"/>
            <p:cNvSpPr/>
            <p:nvPr/>
          </p:nvSpPr>
          <p:spPr>
            <a:xfrm>
              <a:off x="5519225" y="3595550"/>
              <a:ext cx="5250" cy="4200"/>
            </a:xfrm>
            <a:custGeom>
              <a:avLst/>
              <a:gdLst/>
              <a:ahLst/>
              <a:cxnLst/>
              <a:rect l="l" t="t" r="r" b="b"/>
              <a:pathLst>
                <a:path w="210" h="168" extrusionOk="0">
                  <a:moveTo>
                    <a:pt x="181" y="42"/>
                  </a:moveTo>
                  <a:cubicBezTo>
                    <a:pt x="181" y="28"/>
                    <a:pt x="154" y="14"/>
                    <a:pt x="140" y="14"/>
                  </a:cubicBezTo>
                  <a:cubicBezTo>
                    <a:pt x="70" y="0"/>
                    <a:pt x="0" y="14"/>
                    <a:pt x="0" y="84"/>
                  </a:cubicBezTo>
                  <a:cubicBezTo>
                    <a:pt x="0" y="112"/>
                    <a:pt x="28" y="154"/>
                    <a:pt x="70" y="168"/>
                  </a:cubicBezTo>
                  <a:cubicBezTo>
                    <a:pt x="112" y="168"/>
                    <a:pt x="209" y="98"/>
                    <a:pt x="181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12" name="Google Shape;2012;p56"/>
            <p:cNvSpPr/>
            <p:nvPr/>
          </p:nvSpPr>
          <p:spPr>
            <a:xfrm>
              <a:off x="5910825" y="3620650"/>
              <a:ext cx="4900" cy="3850"/>
            </a:xfrm>
            <a:custGeom>
              <a:avLst/>
              <a:gdLst/>
              <a:ahLst/>
              <a:cxnLst/>
              <a:rect l="l" t="t" r="r" b="b"/>
              <a:pathLst>
                <a:path w="196" h="154" extrusionOk="0">
                  <a:moveTo>
                    <a:pt x="196" y="84"/>
                  </a:moveTo>
                  <a:cubicBezTo>
                    <a:pt x="196" y="70"/>
                    <a:pt x="182" y="42"/>
                    <a:pt x="168" y="42"/>
                  </a:cubicBezTo>
                  <a:cubicBezTo>
                    <a:pt x="112" y="14"/>
                    <a:pt x="56" y="14"/>
                    <a:pt x="0" y="1"/>
                  </a:cubicBezTo>
                  <a:cubicBezTo>
                    <a:pt x="42" y="56"/>
                    <a:pt x="70" y="84"/>
                    <a:pt x="112" y="126"/>
                  </a:cubicBezTo>
                  <a:cubicBezTo>
                    <a:pt x="168" y="154"/>
                    <a:pt x="196" y="140"/>
                    <a:pt x="196" y="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13" name="Google Shape;2013;p56"/>
            <p:cNvSpPr/>
            <p:nvPr/>
          </p:nvSpPr>
          <p:spPr>
            <a:xfrm>
              <a:off x="5910475" y="3619250"/>
              <a:ext cx="1075" cy="1425"/>
            </a:xfrm>
            <a:custGeom>
              <a:avLst/>
              <a:gdLst/>
              <a:ahLst/>
              <a:cxnLst/>
              <a:rect l="l" t="t" r="r" b="b"/>
              <a:pathLst>
                <a:path w="43" h="57" extrusionOk="0">
                  <a:moveTo>
                    <a:pt x="42" y="57"/>
                  </a:moveTo>
                  <a:cubicBezTo>
                    <a:pt x="42" y="43"/>
                    <a:pt x="14" y="43"/>
                    <a:pt x="14" y="29"/>
                  </a:cubicBezTo>
                  <a:lnTo>
                    <a:pt x="0" y="1"/>
                  </a:lnTo>
                  <a:lnTo>
                    <a:pt x="0" y="43"/>
                  </a:lnTo>
                  <a:cubicBezTo>
                    <a:pt x="0" y="43"/>
                    <a:pt x="14" y="57"/>
                    <a:pt x="42" y="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14" name="Google Shape;2014;p56"/>
            <p:cNvSpPr/>
            <p:nvPr/>
          </p:nvSpPr>
          <p:spPr>
            <a:xfrm>
              <a:off x="5726350" y="3734325"/>
              <a:ext cx="1075" cy="1075"/>
            </a:xfrm>
            <a:custGeom>
              <a:avLst/>
              <a:gdLst/>
              <a:ahLst/>
              <a:cxnLst/>
              <a:rect l="l" t="t" r="r" b="b"/>
              <a:pathLst>
                <a:path w="43" h="43" extrusionOk="0">
                  <a:moveTo>
                    <a:pt x="42" y="1"/>
                  </a:moveTo>
                  <a:cubicBezTo>
                    <a:pt x="29" y="1"/>
                    <a:pt x="1" y="1"/>
                    <a:pt x="1" y="29"/>
                  </a:cubicBezTo>
                  <a:lnTo>
                    <a:pt x="1" y="43"/>
                  </a:lnTo>
                  <a:lnTo>
                    <a:pt x="29" y="43"/>
                  </a:lnTo>
                  <a:cubicBezTo>
                    <a:pt x="29" y="43"/>
                    <a:pt x="42" y="29"/>
                    <a:pt x="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15" name="Google Shape;2015;p56"/>
            <p:cNvSpPr/>
            <p:nvPr/>
          </p:nvSpPr>
          <p:spPr>
            <a:xfrm>
              <a:off x="5727400" y="3730850"/>
              <a:ext cx="5250" cy="3500"/>
            </a:xfrm>
            <a:custGeom>
              <a:avLst/>
              <a:gdLst/>
              <a:ahLst/>
              <a:cxnLst/>
              <a:rect l="l" t="t" r="r" b="b"/>
              <a:pathLst>
                <a:path w="210" h="140" extrusionOk="0">
                  <a:moveTo>
                    <a:pt x="154" y="0"/>
                  </a:moveTo>
                  <a:cubicBezTo>
                    <a:pt x="140" y="0"/>
                    <a:pt x="112" y="0"/>
                    <a:pt x="112" y="28"/>
                  </a:cubicBezTo>
                  <a:cubicBezTo>
                    <a:pt x="70" y="56"/>
                    <a:pt x="42" y="112"/>
                    <a:pt x="0" y="140"/>
                  </a:cubicBezTo>
                  <a:cubicBezTo>
                    <a:pt x="56" y="126"/>
                    <a:pt x="112" y="126"/>
                    <a:pt x="154" y="98"/>
                  </a:cubicBezTo>
                  <a:cubicBezTo>
                    <a:pt x="210" y="98"/>
                    <a:pt x="210" y="42"/>
                    <a:pt x="1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16" name="Google Shape;2016;p56"/>
            <p:cNvSpPr/>
            <p:nvPr/>
          </p:nvSpPr>
          <p:spPr>
            <a:xfrm>
              <a:off x="5321500" y="3890200"/>
              <a:ext cx="5250" cy="7000"/>
            </a:xfrm>
            <a:custGeom>
              <a:avLst/>
              <a:gdLst/>
              <a:ahLst/>
              <a:cxnLst/>
              <a:rect l="l" t="t" r="r" b="b"/>
              <a:pathLst>
                <a:path w="210" h="280" extrusionOk="0">
                  <a:moveTo>
                    <a:pt x="168" y="15"/>
                  </a:moveTo>
                  <a:cubicBezTo>
                    <a:pt x="28" y="71"/>
                    <a:pt x="0" y="140"/>
                    <a:pt x="112" y="238"/>
                  </a:cubicBezTo>
                  <a:cubicBezTo>
                    <a:pt x="126" y="252"/>
                    <a:pt x="182" y="280"/>
                    <a:pt x="209" y="280"/>
                  </a:cubicBezTo>
                  <a:lnTo>
                    <a:pt x="209" y="1"/>
                  </a:lnTo>
                  <a:cubicBezTo>
                    <a:pt x="196" y="15"/>
                    <a:pt x="182" y="15"/>
                    <a:pt x="168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17" name="Google Shape;2017;p56"/>
            <p:cNvSpPr/>
            <p:nvPr/>
          </p:nvSpPr>
          <p:spPr>
            <a:xfrm>
              <a:off x="3503650" y="1727125"/>
              <a:ext cx="2450" cy="5250"/>
            </a:xfrm>
            <a:custGeom>
              <a:avLst/>
              <a:gdLst/>
              <a:ahLst/>
              <a:cxnLst/>
              <a:rect l="l" t="t" r="r" b="b"/>
              <a:pathLst>
                <a:path w="98" h="210" extrusionOk="0">
                  <a:moveTo>
                    <a:pt x="98" y="112"/>
                  </a:moveTo>
                  <a:cubicBezTo>
                    <a:pt x="98" y="70"/>
                    <a:pt x="70" y="42"/>
                    <a:pt x="42" y="1"/>
                  </a:cubicBezTo>
                  <a:cubicBezTo>
                    <a:pt x="28" y="28"/>
                    <a:pt x="0" y="70"/>
                    <a:pt x="0" y="112"/>
                  </a:cubicBezTo>
                  <a:cubicBezTo>
                    <a:pt x="0" y="140"/>
                    <a:pt x="28" y="182"/>
                    <a:pt x="42" y="210"/>
                  </a:cubicBezTo>
                  <a:cubicBezTo>
                    <a:pt x="70" y="182"/>
                    <a:pt x="98" y="140"/>
                    <a:pt x="98" y="1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18" name="Google Shape;2018;p56"/>
            <p:cNvSpPr/>
            <p:nvPr/>
          </p:nvSpPr>
          <p:spPr>
            <a:xfrm>
              <a:off x="4177350" y="1724675"/>
              <a:ext cx="7000" cy="6325"/>
            </a:xfrm>
            <a:custGeom>
              <a:avLst/>
              <a:gdLst/>
              <a:ahLst/>
              <a:cxnLst/>
              <a:rect l="l" t="t" r="r" b="b"/>
              <a:pathLst>
                <a:path w="280" h="253" extrusionOk="0">
                  <a:moveTo>
                    <a:pt x="210" y="15"/>
                  </a:moveTo>
                  <a:cubicBezTo>
                    <a:pt x="182" y="1"/>
                    <a:pt x="126" y="1"/>
                    <a:pt x="85" y="1"/>
                  </a:cubicBezTo>
                  <a:cubicBezTo>
                    <a:pt x="15" y="1"/>
                    <a:pt x="1" y="43"/>
                    <a:pt x="43" y="99"/>
                  </a:cubicBezTo>
                  <a:cubicBezTo>
                    <a:pt x="71" y="154"/>
                    <a:pt x="112" y="210"/>
                    <a:pt x="126" y="252"/>
                  </a:cubicBezTo>
                  <a:lnTo>
                    <a:pt x="266" y="252"/>
                  </a:lnTo>
                  <a:cubicBezTo>
                    <a:pt x="266" y="168"/>
                    <a:pt x="280" y="85"/>
                    <a:pt x="210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19" name="Google Shape;2019;p56"/>
            <p:cNvSpPr/>
            <p:nvPr/>
          </p:nvSpPr>
          <p:spPr>
            <a:xfrm>
              <a:off x="2588275" y="1955175"/>
              <a:ext cx="4200" cy="5625"/>
            </a:xfrm>
            <a:custGeom>
              <a:avLst/>
              <a:gdLst/>
              <a:ahLst/>
              <a:cxnLst/>
              <a:rect l="l" t="t" r="r" b="b"/>
              <a:pathLst>
                <a:path w="168" h="225" extrusionOk="0">
                  <a:moveTo>
                    <a:pt x="84" y="1"/>
                  </a:moveTo>
                  <a:cubicBezTo>
                    <a:pt x="42" y="15"/>
                    <a:pt x="0" y="29"/>
                    <a:pt x="0" y="71"/>
                  </a:cubicBezTo>
                  <a:cubicBezTo>
                    <a:pt x="0" y="99"/>
                    <a:pt x="14" y="154"/>
                    <a:pt x="28" y="182"/>
                  </a:cubicBezTo>
                  <a:cubicBezTo>
                    <a:pt x="70" y="224"/>
                    <a:pt x="167" y="154"/>
                    <a:pt x="153" y="85"/>
                  </a:cubicBezTo>
                  <a:cubicBezTo>
                    <a:pt x="153" y="57"/>
                    <a:pt x="98" y="15"/>
                    <a:pt x="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20" name="Google Shape;2020;p56"/>
            <p:cNvSpPr/>
            <p:nvPr/>
          </p:nvSpPr>
          <p:spPr>
            <a:xfrm>
              <a:off x="4478650" y="1994950"/>
              <a:ext cx="4900" cy="4550"/>
            </a:xfrm>
            <a:custGeom>
              <a:avLst/>
              <a:gdLst/>
              <a:ahLst/>
              <a:cxnLst/>
              <a:rect l="l" t="t" r="r" b="b"/>
              <a:pathLst>
                <a:path w="196" h="182" extrusionOk="0">
                  <a:moveTo>
                    <a:pt x="168" y="112"/>
                  </a:moveTo>
                  <a:cubicBezTo>
                    <a:pt x="196" y="98"/>
                    <a:pt x="168" y="84"/>
                    <a:pt x="168" y="42"/>
                  </a:cubicBezTo>
                  <a:cubicBezTo>
                    <a:pt x="154" y="28"/>
                    <a:pt x="140" y="0"/>
                    <a:pt x="140" y="0"/>
                  </a:cubicBezTo>
                  <a:cubicBezTo>
                    <a:pt x="98" y="14"/>
                    <a:pt x="42" y="28"/>
                    <a:pt x="28" y="70"/>
                  </a:cubicBezTo>
                  <a:cubicBezTo>
                    <a:pt x="0" y="112"/>
                    <a:pt x="14" y="167"/>
                    <a:pt x="70" y="167"/>
                  </a:cubicBezTo>
                  <a:cubicBezTo>
                    <a:pt x="98" y="181"/>
                    <a:pt x="140" y="154"/>
                    <a:pt x="168" y="1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21" name="Google Shape;2021;p56"/>
            <p:cNvSpPr/>
            <p:nvPr/>
          </p:nvSpPr>
          <p:spPr>
            <a:xfrm>
              <a:off x="1773325" y="2221950"/>
              <a:ext cx="4550" cy="5600"/>
            </a:xfrm>
            <a:custGeom>
              <a:avLst/>
              <a:gdLst/>
              <a:ahLst/>
              <a:cxnLst/>
              <a:rect l="l" t="t" r="r" b="b"/>
              <a:pathLst>
                <a:path w="182" h="224" extrusionOk="0">
                  <a:moveTo>
                    <a:pt x="56" y="15"/>
                  </a:moveTo>
                  <a:cubicBezTo>
                    <a:pt x="42" y="15"/>
                    <a:pt x="28" y="56"/>
                    <a:pt x="28" y="70"/>
                  </a:cubicBezTo>
                  <a:cubicBezTo>
                    <a:pt x="0" y="154"/>
                    <a:pt x="56" y="224"/>
                    <a:pt x="126" y="196"/>
                  </a:cubicBezTo>
                  <a:cubicBezTo>
                    <a:pt x="140" y="196"/>
                    <a:pt x="168" y="154"/>
                    <a:pt x="181" y="140"/>
                  </a:cubicBezTo>
                  <a:cubicBezTo>
                    <a:pt x="181" y="84"/>
                    <a:pt x="112" y="1"/>
                    <a:pt x="56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22" name="Google Shape;2022;p56"/>
            <p:cNvSpPr/>
            <p:nvPr/>
          </p:nvSpPr>
          <p:spPr>
            <a:xfrm>
              <a:off x="3817825" y="2228925"/>
              <a:ext cx="5275" cy="3875"/>
            </a:xfrm>
            <a:custGeom>
              <a:avLst/>
              <a:gdLst/>
              <a:ahLst/>
              <a:cxnLst/>
              <a:rect l="l" t="t" r="r" b="b"/>
              <a:pathLst>
                <a:path w="211" h="155" extrusionOk="0">
                  <a:moveTo>
                    <a:pt x="57" y="154"/>
                  </a:moveTo>
                  <a:cubicBezTo>
                    <a:pt x="71" y="154"/>
                    <a:pt x="98" y="154"/>
                    <a:pt x="98" y="140"/>
                  </a:cubicBezTo>
                  <a:cubicBezTo>
                    <a:pt x="140" y="98"/>
                    <a:pt x="168" y="56"/>
                    <a:pt x="210" y="1"/>
                  </a:cubicBezTo>
                  <a:lnTo>
                    <a:pt x="57" y="56"/>
                  </a:lnTo>
                  <a:cubicBezTo>
                    <a:pt x="1" y="84"/>
                    <a:pt x="1" y="126"/>
                    <a:pt x="57" y="1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23" name="Google Shape;2023;p56"/>
            <p:cNvSpPr/>
            <p:nvPr/>
          </p:nvSpPr>
          <p:spPr>
            <a:xfrm>
              <a:off x="3823425" y="2227875"/>
              <a:ext cx="1400" cy="1075"/>
            </a:xfrm>
            <a:custGeom>
              <a:avLst/>
              <a:gdLst/>
              <a:ahLst/>
              <a:cxnLst/>
              <a:rect l="l" t="t" r="r" b="b"/>
              <a:pathLst>
                <a:path w="56" h="43" extrusionOk="0">
                  <a:moveTo>
                    <a:pt x="0" y="43"/>
                  </a:moveTo>
                  <a:cubicBezTo>
                    <a:pt x="14" y="43"/>
                    <a:pt x="42" y="43"/>
                    <a:pt x="42" y="29"/>
                  </a:cubicBezTo>
                  <a:cubicBezTo>
                    <a:pt x="42" y="29"/>
                    <a:pt x="42" y="1"/>
                    <a:pt x="56" y="1"/>
                  </a:cubicBezTo>
                  <a:lnTo>
                    <a:pt x="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24" name="Google Shape;2024;p56"/>
            <p:cNvSpPr/>
            <p:nvPr/>
          </p:nvSpPr>
          <p:spPr>
            <a:xfrm>
              <a:off x="4088775" y="2301800"/>
              <a:ext cx="3525" cy="2825"/>
            </a:xfrm>
            <a:custGeom>
              <a:avLst/>
              <a:gdLst/>
              <a:ahLst/>
              <a:cxnLst/>
              <a:rect l="l" t="t" r="r" b="b"/>
              <a:pathLst>
                <a:path w="141" h="113" extrusionOk="0">
                  <a:moveTo>
                    <a:pt x="1" y="29"/>
                  </a:moveTo>
                  <a:lnTo>
                    <a:pt x="99" y="112"/>
                  </a:lnTo>
                  <a:cubicBezTo>
                    <a:pt x="113" y="99"/>
                    <a:pt x="140" y="99"/>
                    <a:pt x="140" y="85"/>
                  </a:cubicBezTo>
                  <a:cubicBezTo>
                    <a:pt x="140" y="29"/>
                    <a:pt x="126" y="1"/>
                    <a:pt x="71" y="1"/>
                  </a:cubicBezTo>
                  <a:cubicBezTo>
                    <a:pt x="43" y="15"/>
                    <a:pt x="29" y="29"/>
                    <a:pt x="1" y="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25" name="Google Shape;2025;p56"/>
            <p:cNvSpPr/>
            <p:nvPr/>
          </p:nvSpPr>
          <p:spPr>
            <a:xfrm>
              <a:off x="2776925" y="2322025"/>
              <a:ext cx="4900" cy="5975"/>
            </a:xfrm>
            <a:custGeom>
              <a:avLst/>
              <a:gdLst/>
              <a:ahLst/>
              <a:cxnLst/>
              <a:rect l="l" t="t" r="r" b="b"/>
              <a:pathLst>
                <a:path w="196" h="239" extrusionOk="0">
                  <a:moveTo>
                    <a:pt x="84" y="1"/>
                  </a:moveTo>
                  <a:cubicBezTo>
                    <a:pt x="56" y="29"/>
                    <a:pt x="0" y="57"/>
                    <a:pt x="0" y="99"/>
                  </a:cubicBezTo>
                  <a:cubicBezTo>
                    <a:pt x="0" y="126"/>
                    <a:pt x="28" y="168"/>
                    <a:pt x="70" y="196"/>
                  </a:cubicBezTo>
                  <a:cubicBezTo>
                    <a:pt x="98" y="238"/>
                    <a:pt x="154" y="196"/>
                    <a:pt x="168" y="140"/>
                  </a:cubicBezTo>
                  <a:cubicBezTo>
                    <a:pt x="196" y="112"/>
                    <a:pt x="196" y="57"/>
                    <a:pt x="196" y="29"/>
                  </a:cubicBezTo>
                  <a:cubicBezTo>
                    <a:pt x="168" y="1"/>
                    <a:pt x="126" y="1"/>
                    <a:pt x="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26" name="Google Shape;2026;p56"/>
            <p:cNvSpPr/>
            <p:nvPr/>
          </p:nvSpPr>
          <p:spPr>
            <a:xfrm>
              <a:off x="4641150" y="1827550"/>
              <a:ext cx="3850" cy="3875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56" y="15"/>
                  </a:moveTo>
                  <a:cubicBezTo>
                    <a:pt x="42" y="29"/>
                    <a:pt x="14" y="43"/>
                    <a:pt x="14" y="71"/>
                  </a:cubicBezTo>
                  <a:cubicBezTo>
                    <a:pt x="1" y="112"/>
                    <a:pt x="42" y="154"/>
                    <a:pt x="84" y="154"/>
                  </a:cubicBezTo>
                  <a:cubicBezTo>
                    <a:pt x="140" y="154"/>
                    <a:pt x="154" y="112"/>
                    <a:pt x="154" y="71"/>
                  </a:cubicBezTo>
                  <a:cubicBezTo>
                    <a:pt x="140" y="15"/>
                    <a:pt x="112" y="1"/>
                    <a:pt x="56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27" name="Google Shape;2027;p56"/>
            <p:cNvSpPr/>
            <p:nvPr/>
          </p:nvSpPr>
          <p:spPr>
            <a:xfrm>
              <a:off x="5786675" y="2469900"/>
              <a:ext cx="2125" cy="2100"/>
            </a:xfrm>
            <a:custGeom>
              <a:avLst/>
              <a:gdLst/>
              <a:ahLst/>
              <a:cxnLst/>
              <a:rect l="l" t="t" r="r" b="b"/>
              <a:pathLst>
                <a:path w="85" h="84" extrusionOk="0">
                  <a:moveTo>
                    <a:pt x="84" y="42"/>
                  </a:moveTo>
                  <a:cubicBezTo>
                    <a:pt x="84" y="14"/>
                    <a:pt x="70" y="0"/>
                    <a:pt x="57" y="0"/>
                  </a:cubicBezTo>
                  <a:cubicBezTo>
                    <a:pt x="43" y="0"/>
                    <a:pt x="15" y="0"/>
                    <a:pt x="1" y="14"/>
                  </a:cubicBezTo>
                  <a:lnTo>
                    <a:pt x="1" y="70"/>
                  </a:lnTo>
                  <a:cubicBezTo>
                    <a:pt x="57" y="84"/>
                    <a:pt x="84" y="84"/>
                    <a:pt x="84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28" name="Google Shape;2028;p56"/>
            <p:cNvSpPr/>
            <p:nvPr/>
          </p:nvSpPr>
          <p:spPr>
            <a:xfrm>
              <a:off x="5644050" y="2797325"/>
              <a:ext cx="3525" cy="5275"/>
            </a:xfrm>
            <a:custGeom>
              <a:avLst/>
              <a:gdLst/>
              <a:ahLst/>
              <a:cxnLst/>
              <a:rect l="l" t="t" r="r" b="b"/>
              <a:pathLst>
                <a:path w="141" h="211" extrusionOk="0">
                  <a:moveTo>
                    <a:pt x="70" y="210"/>
                  </a:moveTo>
                  <a:cubicBezTo>
                    <a:pt x="98" y="168"/>
                    <a:pt x="126" y="140"/>
                    <a:pt x="140" y="99"/>
                  </a:cubicBezTo>
                  <a:cubicBezTo>
                    <a:pt x="126" y="71"/>
                    <a:pt x="98" y="29"/>
                    <a:pt x="70" y="1"/>
                  </a:cubicBezTo>
                  <a:cubicBezTo>
                    <a:pt x="57" y="29"/>
                    <a:pt x="1" y="71"/>
                    <a:pt x="1" y="99"/>
                  </a:cubicBezTo>
                  <a:cubicBezTo>
                    <a:pt x="1" y="140"/>
                    <a:pt x="57" y="168"/>
                    <a:pt x="70" y="2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29" name="Google Shape;2029;p56"/>
            <p:cNvSpPr/>
            <p:nvPr/>
          </p:nvSpPr>
          <p:spPr>
            <a:xfrm>
              <a:off x="3698225" y="2840575"/>
              <a:ext cx="5950" cy="4550"/>
            </a:xfrm>
            <a:custGeom>
              <a:avLst/>
              <a:gdLst/>
              <a:ahLst/>
              <a:cxnLst/>
              <a:rect l="l" t="t" r="r" b="b"/>
              <a:pathLst>
                <a:path w="238" h="182" extrusionOk="0">
                  <a:moveTo>
                    <a:pt x="238" y="70"/>
                  </a:moveTo>
                  <a:cubicBezTo>
                    <a:pt x="238" y="28"/>
                    <a:pt x="182" y="14"/>
                    <a:pt x="140" y="0"/>
                  </a:cubicBezTo>
                  <a:cubicBezTo>
                    <a:pt x="70" y="0"/>
                    <a:pt x="0" y="84"/>
                    <a:pt x="42" y="126"/>
                  </a:cubicBezTo>
                  <a:cubicBezTo>
                    <a:pt x="56" y="168"/>
                    <a:pt x="126" y="182"/>
                    <a:pt x="168" y="168"/>
                  </a:cubicBezTo>
                  <a:cubicBezTo>
                    <a:pt x="196" y="154"/>
                    <a:pt x="238" y="98"/>
                    <a:pt x="238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30" name="Google Shape;2030;p56"/>
            <p:cNvSpPr/>
            <p:nvPr/>
          </p:nvSpPr>
          <p:spPr>
            <a:xfrm>
              <a:off x="4055300" y="2899850"/>
              <a:ext cx="5625" cy="4575"/>
            </a:xfrm>
            <a:custGeom>
              <a:avLst/>
              <a:gdLst/>
              <a:ahLst/>
              <a:cxnLst/>
              <a:rect l="l" t="t" r="r" b="b"/>
              <a:pathLst>
                <a:path w="225" h="183" extrusionOk="0">
                  <a:moveTo>
                    <a:pt x="71" y="182"/>
                  </a:moveTo>
                  <a:cubicBezTo>
                    <a:pt x="85" y="182"/>
                    <a:pt x="126" y="182"/>
                    <a:pt x="140" y="168"/>
                  </a:cubicBezTo>
                  <a:cubicBezTo>
                    <a:pt x="182" y="140"/>
                    <a:pt x="196" y="98"/>
                    <a:pt x="224" y="71"/>
                  </a:cubicBezTo>
                  <a:cubicBezTo>
                    <a:pt x="196" y="43"/>
                    <a:pt x="154" y="1"/>
                    <a:pt x="126" y="15"/>
                  </a:cubicBezTo>
                  <a:cubicBezTo>
                    <a:pt x="57" y="15"/>
                    <a:pt x="1" y="84"/>
                    <a:pt x="15" y="154"/>
                  </a:cubicBezTo>
                  <a:cubicBezTo>
                    <a:pt x="43" y="168"/>
                    <a:pt x="57" y="168"/>
                    <a:pt x="71" y="1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31" name="Google Shape;2031;p56"/>
            <p:cNvSpPr/>
            <p:nvPr/>
          </p:nvSpPr>
          <p:spPr>
            <a:xfrm>
              <a:off x="2367525" y="3003425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5" y="14"/>
                  </a:moveTo>
                  <a:lnTo>
                    <a:pt x="15" y="0"/>
                  </a:lnTo>
                  <a:cubicBezTo>
                    <a:pt x="15" y="0"/>
                    <a:pt x="1" y="0"/>
                    <a:pt x="15" y="14"/>
                  </a:cubicBezTo>
                  <a:cubicBezTo>
                    <a:pt x="1" y="0"/>
                    <a:pt x="1" y="14"/>
                    <a:pt x="1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32" name="Google Shape;2032;p56"/>
            <p:cNvSpPr/>
            <p:nvPr/>
          </p:nvSpPr>
          <p:spPr>
            <a:xfrm>
              <a:off x="2367525" y="3003425"/>
              <a:ext cx="5250" cy="4900"/>
            </a:xfrm>
            <a:custGeom>
              <a:avLst/>
              <a:gdLst/>
              <a:ahLst/>
              <a:cxnLst/>
              <a:rect l="l" t="t" r="r" b="b"/>
              <a:pathLst>
                <a:path w="210" h="196" extrusionOk="0">
                  <a:moveTo>
                    <a:pt x="112" y="154"/>
                  </a:moveTo>
                  <a:cubicBezTo>
                    <a:pt x="154" y="196"/>
                    <a:pt x="210" y="182"/>
                    <a:pt x="210" y="112"/>
                  </a:cubicBezTo>
                  <a:cubicBezTo>
                    <a:pt x="210" y="84"/>
                    <a:pt x="196" y="56"/>
                    <a:pt x="196" y="42"/>
                  </a:cubicBezTo>
                  <a:cubicBezTo>
                    <a:pt x="140" y="14"/>
                    <a:pt x="70" y="0"/>
                    <a:pt x="1" y="0"/>
                  </a:cubicBezTo>
                  <a:cubicBezTo>
                    <a:pt x="15" y="84"/>
                    <a:pt x="56" y="126"/>
                    <a:pt x="112" y="1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33" name="Google Shape;2033;p56"/>
            <p:cNvSpPr/>
            <p:nvPr/>
          </p:nvSpPr>
          <p:spPr>
            <a:xfrm>
              <a:off x="2631850" y="1902875"/>
              <a:ext cx="1775" cy="2125"/>
            </a:xfrm>
            <a:custGeom>
              <a:avLst/>
              <a:gdLst/>
              <a:ahLst/>
              <a:cxnLst/>
              <a:rect l="l" t="t" r="r" b="b"/>
              <a:pathLst>
                <a:path w="71" h="85" extrusionOk="0">
                  <a:moveTo>
                    <a:pt x="42" y="70"/>
                  </a:moveTo>
                  <a:cubicBezTo>
                    <a:pt x="42" y="70"/>
                    <a:pt x="70" y="29"/>
                    <a:pt x="70" y="15"/>
                  </a:cubicBezTo>
                  <a:cubicBezTo>
                    <a:pt x="70" y="15"/>
                    <a:pt x="42" y="1"/>
                    <a:pt x="29" y="1"/>
                  </a:cubicBezTo>
                  <a:cubicBezTo>
                    <a:pt x="1" y="56"/>
                    <a:pt x="15" y="84"/>
                    <a:pt x="42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34" name="Google Shape;2034;p56"/>
            <p:cNvSpPr/>
            <p:nvPr/>
          </p:nvSpPr>
          <p:spPr>
            <a:xfrm>
              <a:off x="2474925" y="1904975"/>
              <a:ext cx="2125" cy="1425"/>
            </a:xfrm>
            <a:custGeom>
              <a:avLst/>
              <a:gdLst/>
              <a:ahLst/>
              <a:cxnLst/>
              <a:rect l="l" t="t" r="r" b="b"/>
              <a:pathLst>
                <a:path w="85" h="57" extrusionOk="0">
                  <a:moveTo>
                    <a:pt x="29" y="56"/>
                  </a:moveTo>
                  <a:cubicBezTo>
                    <a:pt x="29" y="56"/>
                    <a:pt x="70" y="56"/>
                    <a:pt x="84" y="42"/>
                  </a:cubicBezTo>
                  <a:cubicBezTo>
                    <a:pt x="84" y="14"/>
                    <a:pt x="70" y="0"/>
                    <a:pt x="70" y="0"/>
                  </a:cubicBezTo>
                  <a:cubicBezTo>
                    <a:pt x="15" y="14"/>
                    <a:pt x="1" y="42"/>
                    <a:pt x="29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35" name="Google Shape;2035;p56"/>
            <p:cNvSpPr/>
            <p:nvPr/>
          </p:nvSpPr>
          <p:spPr>
            <a:xfrm>
              <a:off x="5486425" y="2399800"/>
              <a:ext cx="2475" cy="3500"/>
            </a:xfrm>
            <a:custGeom>
              <a:avLst/>
              <a:gdLst/>
              <a:ahLst/>
              <a:cxnLst/>
              <a:rect l="l" t="t" r="r" b="b"/>
              <a:pathLst>
                <a:path w="99" h="140" extrusionOk="0">
                  <a:moveTo>
                    <a:pt x="1" y="98"/>
                  </a:moveTo>
                  <a:lnTo>
                    <a:pt x="29" y="140"/>
                  </a:lnTo>
                  <a:cubicBezTo>
                    <a:pt x="85" y="126"/>
                    <a:pt x="99" y="84"/>
                    <a:pt x="85" y="28"/>
                  </a:cubicBezTo>
                  <a:cubicBezTo>
                    <a:pt x="85" y="14"/>
                    <a:pt x="57" y="0"/>
                    <a:pt x="29" y="0"/>
                  </a:cubicBezTo>
                  <a:cubicBezTo>
                    <a:pt x="29" y="56"/>
                    <a:pt x="1" y="70"/>
                    <a:pt x="1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36" name="Google Shape;2036;p56"/>
            <p:cNvSpPr/>
            <p:nvPr/>
          </p:nvSpPr>
          <p:spPr>
            <a:xfrm>
              <a:off x="4567575" y="1928675"/>
              <a:ext cx="1775" cy="1775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28" y="71"/>
                  </a:moveTo>
                  <a:cubicBezTo>
                    <a:pt x="70" y="29"/>
                    <a:pt x="56" y="1"/>
                    <a:pt x="14" y="1"/>
                  </a:cubicBezTo>
                  <a:cubicBezTo>
                    <a:pt x="14" y="1"/>
                    <a:pt x="0" y="29"/>
                    <a:pt x="0" y="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37" name="Google Shape;2037;p56"/>
            <p:cNvSpPr/>
            <p:nvPr/>
          </p:nvSpPr>
          <p:spPr>
            <a:xfrm>
              <a:off x="4565825" y="1941575"/>
              <a:ext cx="1775" cy="1075"/>
            </a:xfrm>
            <a:custGeom>
              <a:avLst/>
              <a:gdLst/>
              <a:ahLst/>
              <a:cxnLst/>
              <a:rect l="l" t="t" r="r" b="b"/>
              <a:pathLst>
                <a:path w="71" h="43" extrusionOk="0">
                  <a:moveTo>
                    <a:pt x="70" y="15"/>
                  </a:moveTo>
                  <a:lnTo>
                    <a:pt x="15" y="1"/>
                  </a:lnTo>
                  <a:lnTo>
                    <a:pt x="1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38" name="Google Shape;2038;p56"/>
            <p:cNvSpPr/>
            <p:nvPr/>
          </p:nvSpPr>
          <p:spPr>
            <a:xfrm>
              <a:off x="2035900" y="1947175"/>
              <a:ext cx="375" cy="25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4" y="0"/>
                  </a:moveTo>
                  <a:lnTo>
                    <a:pt x="0" y="0"/>
                  </a:lnTo>
                  <a:lnTo>
                    <a:pt x="14" y="0"/>
                  </a:lnTo>
                  <a:cubicBezTo>
                    <a:pt x="0" y="0"/>
                    <a:pt x="14" y="0"/>
                    <a:pt x="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39" name="Google Shape;2039;p56"/>
            <p:cNvSpPr/>
            <p:nvPr/>
          </p:nvSpPr>
          <p:spPr>
            <a:xfrm>
              <a:off x="2036250" y="1944725"/>
              <a:ext cx="4900" cy="2475"/>
            </a:xfrm>
            <a:custGeom>
              <a:avLst/>
              <a:gdLst/>
              <a:ahLst/>
              <a:cxnLst/>
              <a:rect l="l" t="t" r="r" b="b"/>
              <a:pathLst>
                <a:path w="196" h="99" extrusionOk="0">
                  <a:moveTo>
                    <a:pt x="182" y="84"/>
                  </a:moveTo>
                  <a:cubicBezTo>
                    <a:pt x="196" y="70"/>
                    <a:pt x="196" y="28"/>
                    <a:pt x="182" y="28"/>
                  </a:cubicBezTo>
                  <a:cubicBezTo>
                    <a:pt x="140" y="14"/>
                    <a:pt x="84" y="1"/>
                    <a:pt x="70" y="14"/>
                  </a:cubicBezTo>
                  <a:cubicBezTo>
                    <a:pt x="42" y="28"/>
                    <a:pt x="14" y="70"/>
                    <a:pt x="0" y="98"/>
                  </a:cubicBezTo>
                  <a:lnTo>
                    <a:pt x="126" y="98"/>
                  </a:lnTo>
                  <a:cubicBezTo>
                    <a:pt x="140" y="98"/>
                    <a:pt x="154" y="84"/>
                    <a:pt x="182" y="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40" name="Google Shape;2040;p56"/>
            <p:cNvSpPr/>
            <p:nvPr/>
          </p:nvSpPr>
          <p:spPr>
            <a:xfrm>
              <a:off x="4505150" y="1945425"/>
              <a:ext cx="3525" cy="4200"/>
            </a:xfrm>
            <a:custGeom>
              <a:avLst/>
              <a:gdLst/>
              <a:ahLst/>
              <a:cxnLst/>
              <a:rect l="l" t="t" r="r" b="b"/>
              <a:pathLst>
                <a:path w="141" h="168" extrusionOk="0">
                  <a:moveTo>
                    <a:pt x="15" y="56"/>
                  </a:moveTo>
                  <a:cubicBezTo>
                    <a:pt x="1" y="112"/>
                    <a:pt x="15" y="140"/>
                    <a:pt x="70" y="168"/>
                  </a:cubicBezTo>
                  <a:lnTo>
                    <a:pt x="126" y="112"/>
                  </a:lnTo>
                  <a:cubicBezTo>
                    <a:pt x="140" y="56"/>
                    <a:pt x="126" y="28"/>
                    <a:pt x="70" y="0"/>
                  </a:cubicBezTo>
                  <a:cubicBezTo>
                    <a:pt x="56" y="0"/>
                    <a:pt x="15" y="42"/>
                    <a:pt x="15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41" name="Google Shape;2041;p56"/>
            <p:cNvSpPr/>
            <p:nvPr/>
          </p:nvSpPr>
          <p:spPr>
            <a:xfrm>
              <a:off x="3713225" y="2834650"/>
              <a:ext cx="3500" cy="2475"/>
            </a:xfrm>
            <a:custGeom>
              <a:avLst/>
              <a:gdLst/>
              <a:ahLst/>
              <a:cxnLst/>
              <a:rect l="l" t="t" r="r" b="b"/>
              <a:pathLst>
                <a:path w="140" h="99" extrusionOk="0">
                  <a:moveTo>
                    <a:pt x="140" y="70"/>
                  </a:moveTo>
                  <a:cubicBezTo>
                    <a:pt x="140" y="56"/>
                    <a:pt x="140" y="42"/>
                    <a:pt x="126" y="28"/>
                  </a:cubicBezTo>
                  <a:cubicBezTo>
                    <a:pt x="98" y="0"/>
                    <a:pt x="70" y="0"/>
                    <a:pt x="56" y="0"/>
                  </a:cubicBezTo>
                  <a:cubicBezTo>
                    <a:pt x="0" y="42"/>
                    <a:pt x="0" y="70"/>
                    <a:pt x="70" y="70"/>
                  </a:cubicBezTo>
                  <a:cubicBezTo>
                    <a:pt x="98" y="98"/>
                    <a:pt x="126" y="70"/>
                    <a:pt x="140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42" name="Google Shape;2042;p56"/>
            <p:cNvSpPr/>
            <p:nvPr/>
          </p:nvSpPr>
          <p:spPr>
            <a:xfrm>
              <a:off x="2729500" y="2155700"/>
              <a:ext cx="725" cy="725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8" y="28"/>
                  </a:moveTo>
                  <a:lnTo>
                    <a:pt x="14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43" name="Google Shape;2043;p56"/>
            <p:cNvSpPr/>
            <p:nvPr/>
          </p:nvSpPr>
          <p:spPr>
            <a:xfrm>
              <a:off x="4177000" y="1704100"/>
              <a:ext cx="3525" cy="3525"/>
            </a:xfrm>
            <a:custGeom>
              <a:avLst/>
              <a:gdLst/>
              <a:ahLst/>
              <a:cxnLst/>
              <a:rect l="l" t="t" r="r" b="b"/>
              <a:pathLst>
                <a:path w="141" h="141" extrusionOk="0">
                  <a:moveTo>
                    <a:pt x="126" y="99"/>
                  </a:moveTo>
                  <a:cubicBezTo>
                    <a:pt x="140" y="57"/>
                    <a:pt x="126" y="15"/>
                    <a:pt x="71" y="1"/>
                  </a:cubicBezTo>
                  <a:cubicBezTo>
                    <a:pt x="57" y="15"/>
                    <a:pt x="15" y="15"/>
                    <a:pt x="15" y="29"/>
                  </a:cubicBezTo>
                  <a:cubicBezTo>
                    <a:pt x="1" y="85"/>
                    <a:pt x="15" y="113"/>
                    <a:pt x="71" y="140"/>
                  </a:cubicBezTo>
                  <a:cubicBezTo>
                    <a:pt x="85" y="140"/>
                    <a:pt x="99" y="127"/>
                    <a:pt x="126" y="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44" name="Google Shape;2044;p56"/>
            <p:cNvSpPr/>
            <p:nvPr/>
          </p:nvSpPr>
          <p:spPr>
            <a:xfrm>
              <a:off x="5529675" y="2915550"/>
              <a:ext cx="1775" cy="1775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0" y="42"/>
                  </a:moveTo>
                  <a:cubicBezTo>
                    <a:pt x="70" y="28"/>
                    <a:pt x="42" y="14"/>
                    <a:pt x="42" y="0"/>
                  </a:cubicBezTo>
                  <a:cubicBezTo>
                    <a:pt x="28" y="0"/>
                    <a:pt x="1" y="14"/>
                    <a:pt x="1" y="14"/>
                  </a:cubicBezTo>
                  <a:cubicBezTo>
                    <a:pt x="1" y="28"/>
                    <a:pt x="1" y="42"/>
                    <a:pt x="15" y="70"/>
                  </a:cubicBezTo>
                  <a:cubicBezTo>
                    <a:pt x="28" y="70"/>
                    <a:pt x="42" y="42"/>
                    <a:pt x="70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45" name="Google Shape;2045;p56"/>
            <p:cNvSpPr/>
            <p:nvPr/>
          </p:nvSpPr>
          <p:spPr>
            <a:xfrm>
              <a:off x="4555025" y="1958675"/>
              <a:ext cx="1750" cy="2125"/>
            </a:xfrm>
            <a:custGeom>
              <a:avLst/>
              <a:gdLst/>
              <a:ahLst/>
              <a:cxnLst/>
              <a:rect l="l" t="t" r="r" b="b"/>
              <a:pathLst>
                <a:path w="70" h="85" extrusionOk="0">
                  <a:moveTo>
                    <a:pt x="0" y="70"/>
                  </a:moveTo>
                  <a:cubicBezTo>
                    <a:pt x="0" y="70"/>
                    <a:pt x="28" y="84"/>
                    <a:pt x="42" y="84"/>
                  </a:cubicBezTo>
                  <a:cubicBezTo>
                    <a:pt x="42" y="84"/>
                    <a:pt x="70" y="70"/>
                    <a:pt x="70" y="56"/>
                  </a:cubicBezTo>
                  <a:cubicBezTo>
                    <a:pt x="28" y="0"/>
                    <a:pt x="0" y="14"/>
                    <a:pt x="0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46" name="Google Shape;2046;p56"/>
            <p:cNvSpPr/>
            <p:nvPr/>
          </p:nvSpPr>
          <p:spPr>
            <a:xfrm>
              <a:off x="3441925" y="1962500"/>
              <a:ext cx="2800" cy="6300"/>
            </a:xfrm>
            <a:custGeom>
              <a:avLst/>
              <a:gdLst/>
              <a:ahLst/>
              <a:cxnLst/>
              <a:rect l="l" t="t" r="r" b="b"/>
              <a:pathLst>
                <a:path w="112" h="252" extrusionOk="0">
                  <a:moveTo>
                    <a:pt x="0" y="1"/>
                  </a:moveTo>
                  <a:lnTo>
                    <a:pt x="0" y="252"/>
                  </a:lnTo>
                  <a:cubicBezTo>
                    <a:pt x="112" y="112"/>
                    <a:pt x="112" y="8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47" name="Google Shape;2047;p56"/>
            <p:cNvSpPr/>
            <p:nvPr/>
          </p:nvSpPr>
          <p:spPr>
            <a:xfrm>
              <a:off x="2642675" y="1735150"/>
              <a:ext cx="3150" cy="2800"/>
            </a:xfrm>
            <a:custGeom>
              <a:avLst/>
              <a:gdLst/>
              <a:ahLst/>
              <a:cxnLst/>
              <a:rect l="l" t="t" r="r" b="b"/>
              <a:pathLst>
                <a:path w="126" h="112" extrusionOk="0">
                  <a:moveTo>
                    <a:pt x="28" y="112"/>
                  </a:moveTo>
                  <a:cubicBezTo>
                    <a:pt x="126" y="98"/>
                    <a:pt x="98" y="42"/>
                    <a:pt x="98" y="0"/>
                  </a:cubicBezTo>
                  <a:cubicBezTo>
                    <a:pt x="70" y="14"/>
                    <a:pt x="56" y="42"/>
                    <a:pt x="14" y="70"/>
                  </a:cubicBezTo>
                  <a:cubicBezTo>
                    <a:pt x="0" y="84"/>
                    <a:pt x="28" y="112"/>
                    <a:pt x="28" y="1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48" name="Google Shape;2048;p56"/>
            <p:cNvSpPr/>
            <p:nvPr/>
          </p:nvSpPr>
          <p:spPr>
            <a:xfrm>
              <a:off x="4493300" y="2006100"/>
              <a:ext cx="3150" cy="1775"/>
            </a:xfrm>
            <a:custGeom>
              <a:avLst/>
              <a:gdLst/>
              <a:ahLst/>
              <a:cxnLst/>
              <a:rect l="l" t="t" r="r" b="b"/>
              <a:pathLst>
                <a:path w="126" h="71" extrusionOk="0">
                  <a:moveTo>
                    <a:pt x="112" y="14"/>
                  </a:moveTo>
                  <a:cubicBezTo>
                    <a:pt x="112" y="0"/>
                    <a:pt x="70" y="0"/>
                    <a:pt x="56" y="0"/>
                  </a:cubicBezTo>
                  <a:cubicBezTo>
                    <a:pt x="42" y="14"/>
                    <a:pt x="28" y="14"/>
                    <a:pt x="0" y="28"/>
                  </a:cubicBezTo>
                  <a:lnTo>
                    <a:pt x="28" y="70"/>
                  </a:lnTo>
                  <a:cubicBezTo>
                    <a:pt x="98" y="70"/>
                    <a:pt x="126" y="56"/>
                    <a:pt x="1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49" name="Google Shape;2049;p56"/>
            <p:cNvSpPr/>
            <p:nvPr/>
          </p:nvSpPr>
          <p:spPr>
            <a:xfrm>
              <a:off x="3492475" y="1738975"/>
              <a:ext cx="2475" cy="4225"/>
            </a:xfrm>
            <a:custGeom>
              <a:avLst/>
              <a:gdLst/>
              <a:ahLst/>
              <a:cxnLst/>
              <a:rect l="l" t="t" r="r" b="b"/>
              <a:pathLst>
                <a:path w="99" h="169" extrusionOk="0">
                  <a:moveTo>
                    <a:pt x="98" y="126"/>
                  </a:moveTo>
                  <a:cubicBezTo>
                    <a:pt x="98" y="98"/>
                    <a:pt x="98" y="71"/>
                    <a:pt x="71" y="71"/>
                  </a:cubicBezTo>
                  <a:lnTo>
                    <a:pt x="1" y="1"/>
                  </a:lnTo>
                  <a:cubicBezTo>
                    <a:pt x="1" y="29"/>
                    <a:pt x="29" y="71"/>
                    <a:pt x="29" y="85"/>
                  </a:cubicBezTo>
                  <a:cubicBezTo>
                    <a:pt x="29" y="154"/>
                    <a:pt x="57" y="168"/>
                    <a:pt x="98" y="1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50" name="Google Shape;2050;p56"/>
            <p:cNvSpPr/>
            <p:nvPr/>
          </p:nvSpPr>
          <p:spPr>
            <a:xfrm>
              <a:off x="3491775" y="1737925"/>
              <a:ext cx="725" cy="1075"/>
            </a:xfrm>
            <a:custGeom>
              <a:avLst/>
              <a:gdLst/>
              <a:ahLst/>
              <a:cxnLst/>
              <a:rect l="l" t="t" r="r" b="b"/>
              <a:pathLst>
                <a:path w="29" h="43" extrusionOk="0">
                  <a:moveTo>
                    <a:pt x="29" y="43"/>
                  </a:moveTo>
                  <a:lnTo>
                    <a:pt x="29" y="1"/>
                  </a:lnTo>
                  <a:lnTo>
                    <a:pt x="15" y="1"/>
                  </a:lnTo>
                  <a:cubicBezTo>
                    <a:pt x="15" y="1"/>
                    <a:pt x="15" y="29"/>
                    <a:pt x="1" y="29"/>
                  </a:cubicBezTo>
                  <a:cubicBezTo>
                    <a:pt x="15" y="29"/>
                    <a:pt x="29" y="29"/>
                    <a:pt x="29" y="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51" name="Google Shape;2051;p56"/>
            <p:cNvSpPr/>
            <p:nvPr/>
          </p:nvSpPr>
          <p:spPr>
            <a:xfrm>
              <a:off x="4346475" y="2161275"/>
              <a:ext cx="1425" cy="1425"/>
            </a:xfrm>
            <a:custGeom>
              <a:avLst/>
              <a:gdLst/>
              <a:ahLst/>
              <a:cxnLst/>
              <a:rect l="l" t="t" r="r" b="b"/>
              <a:pathLst>
                <a:path w="57" h="57" extrusionOk="0">
                  <a:moveTo>
                    <a:pt x="1" y="56"/>
                  </a:moveTo>
                  <a:lnTo>
                    <a:pt x="57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52" name="Google Shape;2052;p56"/>
            <p:cNvSpPr/>
            <p:nvPr/>
          </p:nvSpPr>
          <p:spPr>
            <a:xfrm>
              <a:off x="2501775" y="2032600"/>
              <a:ext cx="2125" cy="2475"/>
            </a:xfrm>
            <a:custGeom>
              <a:avLst/>
              <a:gdLst/>
              <a:ahLst/>
              <a:cxnLst/>
              <a:rect l="l" t="t" r="r" b="b"/>
              <a:pathLst>
                <a:path w="85" h="99" extrusionOk="0">
                  <a:moveTo>
                    <a:pt x="71" y="98"/>
                  </a:moveTo>
                  <a:cubicBezTo>
                    <a:pt x="84" y="98"/>
                    <a:pt x="84" y="56"/>
                    <a:pt x="84" y="42"/>
                  </a:cubicBezTo>
                  <a:cubicBezTo>
                    <a:pt x="71" y="15"/>
                    <a:pt x="71" y="1"/>
                    <a:pt x="57" y="1"/>
                  </a:cubicBezTo>
                  <a:cubicBezTo>
                    <a:pt x="43" y="1"/>
                    <a:pt x="15" y="28"/>
                    <a:pt x="15" y="28"/>
                  </a:cubicBezTo>
                  <a:cubicBezTo>
                    <a:pt x="1" y="70"/>
                    <a:pt x="43" y="98"/>
                    <a:pt x="71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53" name="Google Shape;2053;p56"/>
            <p:cNvSpPr/>
            <p:nvPr/>
          </p:nvSpPr>
          <p:spPr>
            <a:xfrm>
              <a:off x="2724950" y="1763750"/>
              <a:ext cx="2825" cy="4900"/>
            </a:xfrm>
            <a:custGeom>
              <a:avLst/>
              <a:gdLst/>
              <a:ahLst/>
              <a:cxnLst/>
              <a:rect l="l" t="t" r="r" b="b"/>
              <a:pathLst>
                <a:path w="113" h="196" extrusionOk="0">
                  <a:moveTo>
                    <a:pt x="85" y="140"/>
                  </a:moveTo>
                  <a:cubicBezTo>
                    <a:pt x="112" y="126"/>
                    <a:pt x="85" y="84"/>
                    <a:pt x="85" y="70"/>
                  </a:cubicBezTo>
                  <a:cubicBezTo>
                    <a:pt x="71" y="56"/>
                    <a:pt x="43" y="14"/>
                    <a:pt x="1" y="0"/>
                  </a:cubicBezTo>
                  <a:lnTo>
                    <a:pt x="1" y="112"/>
                  </a:lnTo>
                  <a:cubicBezTo>
                    <a:pt x="1" y="182"/>
                    <a:pt x="43" y="195"/>
                    <a:pt x="85" y="1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54" name="Google Shape;2054;p56"/>
            <p:cNvSpPr/>
            <p:nvPr/>
          </p:nvSpPr>
          <p:spPr>
            <a:xfrm>
              <a:off x="4162725" y="1770725"/>
              <a:ext cx="5950" cy="3500"/>
            </a:xfrm>
            <a:custGeom>
              <a:avLst/>
              <a:gdLst/>
              <a:ahLst/>
              <a:cxnLst/>
              <a:rect l="l" t="t" r="r" b="b"/>
              <a:pathLst>
                <a:path w="238" h="140" extrusionOk="0">
                  <a:moveTo>
                    <a:pt x="237" y="70"/>
                  </a:moveTo>
                  <a:cubicBezTo>
                    <a:pt x="209" y="56"/>
                    <a:pt x="167" y="14"/>
                    <a:pt x="112" y="14"/>
                  </a:cubicBezTo>
                  <a:cubicBezTo>
                    <a:pt x="84" y="0"/>
                    <a:pt x="42" y="14"/>
                    <a:pt x="0" y="14"/>
                  </a:cubicBezTo>
                  <a:lnTo>
                    <a:pt x="0" y="140"/>
                  </a:lnTo>
                  <a:lnTo>
                    <a:pt x="112" y="140"/>
                  </a:lnTo>
                  <a:cubicBezTo>
                    <a:pt x="167" y="126"/>
                    <a:pt x="209" y="84"/>
                    <a:pt x="237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55" name="Google Shape;2055;p56"/>
            <p:cNvSpPr/>
            <p:nvPr/>
          </p:nvSpPr>
          <p:spPr>
            <a:xfrm>
              <a:off x="4162025" y="1774200"/>
              <a:ext cx="1400" cy="375"/>
            </a:xfrm>
            <a:custGeom>
              <a:avLst/>
              <a:gdLst/>
              <a:ahLst/>
              <a:cxnLst/>
              <a:rect l="l" t="t" r="r" b="b"/>
              <a:pathLst>
                <a:path w="56" h="15" extrusionOk="0">
                  <a:moveTo>
                    <a:pt x="42" y="1"/>
                  </a:moveTo>
                  <a:lnTo>
                    <a:pt x="28" y="1"/>
                  </a:lnTo>
                  <a:lnTo>
                    <a:pt x="0" y="15"/>
                  </a:lnTo>
                  <a:lnTo>
                    <a:pt x="56" y="15"/>
                  </a:lnTo>
                  <a:cubicBezTo>
                    <a:pt x="42" y="15"/>
                    <a:pt x="42" y="1"/>
                    <a:pt x="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56" name="Google Shape;2056;p56"/>
            <p:cNvSpPr/>
            <p:nvPr/>
          </p:nvSpPr>
          <p:spPr>
            <a:xfrm>
              <a:off x="5547125" y="2917650"/>
              <a:ext cx="2800" cy="6650"/>
            </a:xfrm>
            <a:custGeom>
              <a:avLst/>
              <a:gdLst/>
              <a:ahLst/>
              <a:cxnLst/>
              <a:rect l="l" t="t" r="r" b="b"/>
              <a:pathLst>
                <a:path w="112" h="266" extrusionOk="0">
                  <a:moveTo>
                    <a:pt x="0" y="0"/>
                  </a:moveTo>
                  <a:cubicBezTo>
                    <a:pt x="14" y="98"/>
                    <a:pt x="42" y="195"/>
                    <a:pt x="112" y="265"/>
                  </a:cubicBezTo>
                  <a:cubicBezTo>
                    <a:pt x="112" y="140"/>
                    <a:pt x="98" y="56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57" name="Google Shape;2057;p56"/>
            <p:cNvSpPr/>
            <p:nvPr/>
          </p:nvSpPr>
          <p:spPr>
            <a:xfrm>
              <a:off x="2785975" y="1778725"/>
              <a:ext cx="2125" cy="2825"/>
            </a:xfrm>
            <a:custGeom>
              <a:avLst/>
              <a:gdLst/>
              <a:ahLst/>
              <a:cxnLst/>
              <a:rect l="l" t="t" r="r" b="b"/>
              <a:pathLst>
                <a:path w="85" h="113" extrusionOk="0">
                  <a:moveTo>
                    <a:pt x="71" y="113"/>
                  </a:moveTo>
                  <a:cubicBezTo>
                    <a:pt x="71" y="99"/>
                    <a:pt x="85" y="71"/>
                    <a:pt x="85" y="71"/>
                  </a:cubicBezTo>
                  <a:cubicBezTo>
                    <a:pt x="71" y="43"/>
                    <a:pt x="43" y="15"/>
                    <a:pt x="1" y="1"/>
                  </a:cubicBezTo>
                  <a:cubicBezTo>
                    <a:pt x="1" y="43"/>
                    <a:pt x="1" y="99"/>
                    <a:pt x="71" y="1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58" name="Google Shape;2058;p56"/>
            <p:cNvSpPr/>
            <p:nvPr/>
          </p:nvSpPr>
          <p:spPr>
            <a:xfrm>
              <a:off x="5932800" y="3519175"/>
              <a:ext cx="6650" cy="3175"/>
            </a:xfrm>
            <a:custGeom>
              <a:avLst/>
              <a:gdLst/>
              <a:ahLst/>
              <a:cxnLst/>
              <a:rect l="l" t="t" r="r" b="b"/>
              <a:pathLst>
                <a:path w="266" h="127" extrusionOk="0">
                  <a:moveTo>
                    <a:pt x="265" y="98"/>
                  </a:moveTo>
                  <a:cubicBezTo>
                    <a:pt x="168" y="56"/>
                    <a:pt x="98" y="0"/>
                    <a:pt x="0" y="0"/>
                  </a:cubicBezTo>
                  <a:cubicBezTo>
                    <a:pt x="70" y="98"/>
                    <a:pt x="168" y="126"/>
                    <a:pt x="265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59" name="Google Shape;2059;p56"/>
            <p:cNvSpPr/>
            <p:nvPr/>
          </p:nvSpPr>
          <p:spPr>
            <a:xfrm>
              <a:off x="5939425" y="3521625"/>
              <a:ext cx="1075" cy="1050"/>
            </a:xfrm>
            <a:custGeom>
              <a:avLst/>
              <a:gdLst/>
              <a:ahLst/>
              <a:cxnLst/>
              <a:rect l="l" t="t" r="r" b="b"/>
              <a:pathLst>
                <a:path w="43" h="42" extrusionOk="0">
                  <a:moveTo>
                    <a:pt x="0" y="0"/>
                  </a:moveTo>
                  <a:cubicBezTo>
                    <a:pt x="14" y="0"/>
                    <a:pt x="14" y="28"/>
                    <a:pt x="28" y="28"/>
                  </a:cubicBezTo>
                  <a:lnTo>
                    <a:pt x="42" y="4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60" name="Google Shape;2060;p56"/>
            <p:cNvSpPr/>
            <p:nvPr/>
          </p:nvSpPr>
          <p:spPr>
            <a:xfrm>
              <a:off x="3846075" y="1789200"/>
              <a:ext cx="3875" cy="2825"/>
            </a:xfrm>
            <a:custGeom>
              <a:avLst/>
              <a:gdLst/>
              <a:ahLst/>
              <a:cxnLst/>
              <a:rect l="l" t="t" r="r" b="b"/>
              <a:pathLst>
                <a:path w="155" h="113" extrusionOk="0">
                  <a:moveTo>
                    <a:pt x="154" y="28"/>
                  </a:moveTo>
                  <a:cubicBezTo>
                    <a:pt x="154" y="14"/>
                    <a:pt x="126" y="0"/>
                    <a:pt x="112" y="0"/>
                  </a:cubicBezTo>
                  <a:lnTo>
                    <a:pt x="1" y="0"/>
                  </a:lnTo>
                  <a:cubicBezTo>
                    <a:pt x="15" y="28"/>
                    <a:pt x="43" y="70"/>
                    <a:pt x="70" y="84"/>
                  </a:cubicBezTo>
                  <a:cubicBezTo>
                    <a:pt x="98" y="112"/>
                    <a:pt x="154" y="98"/>
                    <a:pt x="154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61" name="Google Shape;2061;p56"/>
            <p:cNvSpPr/>
            <p:nvPr/>
          </p:nvSpPr>
          <p:spPr>
            <a:xfrm>
              <a:off x="3844675" y="1787800"/>
              <a:ext cx="1425" cy="1425"/>
            </a:xfrm>
            <a:custGeom>
              <a:avLst/>
              <a:gdLst/>
              <a:ahLst/>
              <a:cxnLst/>
              <a:rect l="l" t="t" r="r" b="b"/>
              <a:pathLst>
                <a:path w="57" h="57" extrusionOk="0">
                  <a:moveTo>
                    <a:pt x="57" y="56"/>
                  </a:moveTo>
                  <a:cubicBezTo>
                    <a:pt x="43" y="56"/>
                    <a:pt x="43" y="56"/>
                    <a:pt x="57" y="56"/>
                  </a:cubicBezTo>
                  <a:lnTo>
                    <a:pt x="1" y="1"/>
                  </a:lnTo>
                  <a:lnTo>
                    <a:pt x="29" y="5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62" name="Google Shape;2062;p56"/>
            <p:cNvSpPr/>
            <p:nvPr/>
          </p:nvSpPr>
          <p:spPr>
            <a:xfrm>
              <a:off x="5113650" y="1793025"/>
              <a:ext cx="4575" cy="3175"/>
            </a:xfrm>
            <a:custGeom>
              <a:avLst/>
              <a:gdLst/>
              <a:ahLst/>
              <a:cxnLst/>
              <a:rect l="l" t="t" r="r" b="b"/>
              <a:pathLst>
                <a:path w="183" h="127" extrusionOk="0">
                  <a:moveTo>
                    <a:pt x="112" y="15"/>
                  </a:moveTo>
                  <a:cubicBezTo>
                    <a:pt x="57" y="1"/>
                    <a:pt x="1" y="15"/>
                    <a:pt x="1" y="71"/>
                  </a:cubicBezTo>
                  <a:cubicBezTo>
                    <a:pt x="1" y="85"/>
                    <a:pt x="43" y="126"/>
                    <a:pt x="57" y="126"/>
                  </a:cubicBezTo>
                  <a:lnTo>
                    <a:pt x="182" y="126"/>
                  </a:lnTo>
                  <a:cubicBezTo>
                    <a:pt x="154" y="71"/>
                    <a:pt x="140" y="29"/>
                    <a:pt x="112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63" name="Google Shape;2063;p56"/>
            <p:cNvSpPr/>
            <p:nvPr/>
          </p:nvSpPr>
          <p:spPr>
            <a:xfrm>
              <a:off x="5117500" y="1795475"/>
              <a:ext cx="725" cy="725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0" y="1"/>
                  </a:moveTo>
                  <a:cubicBezTo>
                    <a:pt x="0" y="28"/>
                    <a:pt x="0" y="28"/>
                    <a:pt x="0" y="1"/>
                  </a:cubicBezTo>
                  <a:cubicBezTo>
                    <a:pt x="0" y="28"/>
                    <a:pt x="28" y="28"/>
                    <a:pt x="28" y="28"/>
                  </a:cubicBezTo>
                  <a:lnTo>
                    <a:pt x="0" y="1"/>
                  </a:lnTo>
                  <a:cubicBezTo>
                    <a:pt x="28" y="1"/>
                    <a:pt x="28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64" name="Google Shape;2064;p56"/>
            <p:cNvSpPr/>
            <p:nvPr/>
          </p:nvSpPr>
          <p:spPr>
            <a:xfrm>
              <a:off x="2478775" y="2065725"/>
              <a:ext cx="375" cy="1075"/>
            </a:xfrm>
            <a:custGeom>
              <a:avLst/>
              <a:gdLst/>
              <a:ahLst/>
              <a:cxnLst/>
              <a:rect l="l" t="t" r="r" b="b"/>
              <a:pathLst>
                <a:path w="15" h="43" extrusionOk="0">
                  <a:moveTo>
                    <a:pt x="0" y="43"/>
                  </a:moveTo>
                  <a:lnTo>
                    <a:pt x="14" y="2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65" name="Google Shape;2065;p56"/>
            <p:cNvSpPr/>
            <p:nvPr/>
          </p:nvSpPr>
          <p:spPr>
            <a:xfrm>
              <a:off x="2476675" y="2066425"/>
              <a:ext cx="2475" cy="4550"/>
            </a:xfrm>
            <a:custGeom>
              <a:avLst/>
              <a:gdLst/>
              <a:ahLst/>
              <a:cxnLst/>
              <a:rect l="l" t="t" r="r" b="b"/>
              <a:pathLst>
                <a:path w="99" h="182" extrusionOk="0">
                  <a:moveTo>
                    <a:pt x="84" y="168"/>
                  </a:moveTo>
                  <a:cubicBezTo>
                    <a:pt x="98" y="168"/>
                    <a:pt x="98" y="140"/>
                    <a:pt x="98" y="98"/>
                  </a:cubicBezTo>
                  <a:lnTo>
                    <a:pt x="98" y="1"/>
                  </a:lnTo>
                  <a:cubicBezTo>
                    <a:pt x="84" y="28"/>
                    <a:pt x="42" y="42"/>
                    <a:pt x="28" y="84"/>
                  </a:cubicBezTo>
                  <a:cubicBezTo>
                    <a:pt x="0" y="154"/>
                    <a:pt x="28" y="182"/>
                    <a:pt x="84" y="1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66" name="Google Shape;2066;p56"/>
            <p:cNvSpPr/>
            <p:nvPr/>
          </p:nvSpPr>
          <p:spPr>
            <a:xfrm>
              <a:off x="3615575" y="2464300"/>
              <a:ext cx="1775" cy="3175"/>
            </a:xfrm>
            <a:custGeom>
              <a:avLst/>
              <a:gdLst/>
              <a:ahLst/>
              <a:cxnLst/>
              <a:rect l="l" t="t" r="r" b="b"/>
              <a:pathLst>
                <a:path w="71" h="127" extrusionOk="0">
                  <a:moveTo>
                    <a:pt x="70" y="71"/>
                  </a:moveTo>
                  <a:cubicBezTo>
                    <a:pt x="56" y="1"/>
                    <a:pt x="29" y="1"/>
                    <a:pt x="1" y="71"/>
                  </a:cubicBezTo>
                  <a:cubicBezTo>
                    <a:pt x="1" y="85"/>
                    <a:pt x="15" y="99"/>
                    <a:pt x="29" y="126"/>
                  </a:cubicBezTo>
                  <a:cubicBezTo>
                    <a:pt x="56" y="99"/>
                    <a:pt x="70" y="85"/>
                    <a:pt x="70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67" name="Google Shape;2067;p56"/>
            <p:cNvSpPr/>
            <p:nvPr/>
          </p:nvSpPr>
          <p:spPr>
            <a:xfrm>
              <a:off x="2764725" y="3229750"/>
              <a:ext cx="2100" cy="3150"/>
            </a:xfrm>
            <a:custGeom>
              <a:avLst/>
              <a:gdLst/>
              <a:ahLst/>
              <a:cxnLst/>
              <a:rect l="l" t="t" r="r" b="b"/>
              <a:pathLst>
                <a:path w="84" h="126" extrusionOk="0">
                  <a:moveTo>
                    <a:pt x="70" y="98"/>
                  </a:moveTo>
                  <a:cubicBezTo>
                    <a:pt x="84" y="98"/>
                    <a:pt x="84" y="70"/>
                    <a:pt x="84" y="56"/>
                  </a:cubicBezTo>
                  <a:cubicBezTo>
                    <a:pt x="70" y="28"/>
                    <a:pt x="70" y="14"/>
                    <a:pt x="56" y="0"/>
                  </a:cubicBezTo>
                  <a:cubicBezTo>
                    <a:pt x="28" y="0"/>
                    <a:pt x="14" y="14"/>
                    <a:pt x="0" y="14"/>
                  </a:cubicBezTo>
                  <a:cubicBezTo>
                    <a:pt x="14" y="84"/>
                    <a:pt x="28" y="126"/>
                    <a:pt x="70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68" name="Google Shape;2068;p56"/>
            <p:cNvSpPr/>
            <p:nvPr/>
          </p:nvSpPr>
          <p:spPr>
            <a:xfrm>
              <a:off x="3956975" y="2873700"/>
              <a:ext cx="725" cy="375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0" y="15"/>
                  </a:moveTo>
                  <a:lnTo>
                    <a:pt x="28" y="15"/>
                  </a:lnTo>
                  <a:lnTo>
                    <a:pt x="28" y="15"/>
                  </a:lnTo>
                  <a:cubicBezTo>
                    <a:pt x="28" y="15"/>
                    <a:pt x="14" y="15"/>
                    <a:pt x="14" y="1"/>
                  </a:cubicBezTo>
                  <a:cubicBezTo>
                    <a:pt x="14" y="15"/>
                    <a:pt x="14" y="15"/>
                    <a:pt x="0" y="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69" name="Google Shape;2069;p56"/>
            <p:cNvSpPr/>
            <p:nvPr/>
          </p:nvSpPr>
          <p:spPr>
            <a:xfrm>
              <a:off x="3954175" y="2873700"/>
              <a:ext cx="3175" cy="2125"/>
            </a:xfrm>
            <a:custGeom>
              <a:avLst/>
              <a:gdLst/>
              <a:ahLst/>
              <a:cxnLst/>
              <a:rect l="l" t="t" r="r" b="b"/>
              <a:pathLst>
                <a:path w="127" h="85" extrusionOk="0">
                  <a:moveTo>
                    <a:pt x="1" y="70"/>
                  </a:moveTo>
                  <a:cubicBezTo>
                    <a:pt x="1" y="70"/>
                    <a:pt x="43" y="84"/>
                    <a:pt x="57" y="84"/>
                  </a:cubicBezTo>
                  <a:lnTo>
                    <a:pt x="126" y="15"/>
                  </a:lnTo>
                  <a:cubicBezTo>
                    <a:pt x="57" y="15"/>
                    <a:pt x="15" y="1"/>
                    <a:pt x="1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70" name="Google Shape;2070;p56"/>
            <p:cNvSpPr/>
            <p:nvPr/>
          </p:nvSpPr>
          <p:spPr>
            <a:xfrm>
              <a:off x="5565600" y="2959150"/>
              <a:ext cx="1775" cy="2800"/>
            </a:xfrm>
            <a:custGeom>
              <a:avLst/>
              <a:gdLst/>
              <a:ahLst/>
              <a:cxnLst/>
              <a:rect l="l" t="t" r="r" b="b"/>
              <a:pathLst>
                <a:path w="71" h="112" extrusionOk="0">
                  <a:moveTo>
                    <a:pt x="0" y="70"/>
                  </a:moveTo>
                  <a:cubicBezTo>
                    <a:pt x="0" y="84"/>
                    <a:pt x="28" y="98"/>
                    <a:pt x="42" y="112"/>
                  </a:cubicBezTo>
                  <a:cubicBezTo>
                    <a:pt x="56" y="98"/>
                    <a:pt x="70" y="84"/>
                    <a:pt x="70" y="70"/>
                  </a:cubicBezTo>
                  <a:cubicBezTo>
                    <a:pt x="56" y="0"/>
                    <a:pt x="42" y="0"/>
                    <a:pt x="0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71" name="Google Shape;2071;p56"/>
            <p:cNvSpPr/>
            <p:nvPr/>
          </p:nvSpPr>
          <p:spPr>
            <a:xfrm>
              <a:off x="3063225" y="2098500"/>
              <a:ext cx="350" cy="375"/>
            </a:xfrm>
            <a:custGeom>
              <a:avLst/>
              <a:gdLst/>
              <a:ahLst/>
              <a:cxnLst/>
              <a:rect l="l" t="t" r="r" b="b"/>
              <a:pathLst>
                <a:path w="14" h="15" extrusionOk="0">
                  <a:moveTo>
                    <a:pt x="0" y="1"/>
                  </a:moveTo>
                  <a:cubicBezTo>
                    <a:pt x="0" y="15"/>
                    <a:pt x="0" y="15"/>
                    <a:pt x="0" y="1"/>
                  </a:cubicBezTo>
                  <a:cubicBezTo>
                    <a:pt x="0" y="15"/>
                    <a:pt x="0" y="15"/>
                    <a:pt x="0" y="1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72" name="Google Shape;2072;p56"/>
            <p:cNvSpPr/>
            <p:nvPr/>
          </p:nvSpPr>
          <p:spPr>
            <a:xfrm>
              <a:off x="3057625" y="2095025"/>
              <a:ext cx="5625" cy="4550"/>
            </a:xfrm>
            <a:custGeom>
              <a:avLst/>
              <a:gdLst/>
              <a:ahLst/>
              <a:cxnLst/>
              <a:rect l="l" t="t" r="r" b="b"/>
              <a:pathLst>
                <a:path w="225" h="182" extrusionOk="0">
                  <a:moveTo>
                    <a:pt x="99" y="14"/>
                  </a:moveTo>
                  <a:cubicBezTo>
                    <a:pt x="71" y="42"/>
                    <a:pt x="29" y="56"/>
                    <a:pt x="1" y="84"/>
                  </a:cubicBezTo>
                  <a:cubicBezTo>
                    <a:pt x="29" y="112"/>
                    <a:pt x="71" y="140"/>
                    <a:pt x="99" y="154"/>
                  </a:cubicBezTo>
                  <a:cubicBezTo>
                    <a:pt x="140" y="182"/>
                    <a:pt x="168" y="154"/>
                    <a:pt x="224" y="154"/>
                  </a:cubicBezTo>
                  <a:lnTo>
                    <a:pt x="224" y="42"/>
                  </a:lnTo>
                  <a:cubicBezTo>
                    <a:pt x="196" y="14"/>
                    <a:pt x="140" y="0"/>
                    <a:pt x="99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73" name="Google Shape;2073;p56"/>
            <p:cNvSpPr/>
            <p:nvPr/>
          </p:nvSpPr>
          <p:spPr>
            <a:xfrm>
              <a:off x="2941850" y="1854400"/>
              <a:ext cx="4225" cy="2825"/>
            </a:xfrm>
            <a:custGeom>
              <a:avLst/>
              <a:gdLst/>
              <a:ahLst/>
              <a:cxnLst/>
              <a:rect l="l" t="t" r="r" b="b"/>
              <a:pathLst>
                <a:path w="169" h="113" extrusionOk="0">
                  <a:moveTo>
                    <a:pt x="168" y="57"/>
                  </a:moveTo>
                  <a:lnTo>
                    <a:pt x="57" y="1"/>
                  </a:lnTo>
                  <a:cubicBezTo>
                    <a:pt x="43" y="1"/>
                    <a:pt x="1" y="43"/>
                    <a:pt x="29" y="43"/>
                  </a:cubicBezTo>
                  <a:cubicBezTo>
                    <a:pt x="43" y="85"/>
                    <a:pt x="85" y="112"/>
                    <a:pt x="126" y="85"/>
                  </a:cubicBezTo>
                  <a:cubicBezTo>
                    <a:pt x="126" y="71"/>
                    <a:pt x="154" y="57"/>
                    <a:pt x="168" y="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74" name="Google Shape;2074;p56"/>
            <p:cNvSpPr/>
            <p:nvPr/>
          </p:nvSpPr>
          <p:spPr>
            <a:xfrm>
              <a:off x="4021475" y="2885900"/>
              <a:ext cx="1075" cy="1075"/>
            </a:xfrm>
            <a:custGeom>
              <a:avLst/>
              <a:gdLst/>
              <a:ahLst/>
              <a:cxnLst/>
              <a:rect l="l" t="t" r="r" b="b"/>
              <a:pathLst>
                <a:path w="43" h="43" extrusionOk="0">
                  <a:moveTo>
                    <a:pt x="43" y="43"/>
                  </a:moveTo>
                  <a:lnTo>
                    <a:pt x="43" y="1"/>
                  </a:lnTo>
                  <a:lnTo>
                    <a:pt x="1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75" name="Google Shape;2075;p56"/>
            <p:cNvSpPr/>
            <p:nvPr/>
          </p:nvSpPr>
          <p:spPr>
            <a:xfrm>
              <a:off x="2570825" y="3106300"/>
              <a:ext cx="1075" cy="2450"/>
            </a:xfrm>
            <a:custGeom>
              <a:avLst/>
              <a:gdLst/>
              <a:ahLst/>
              <a:cxnLst/>
              <a:rect l="l" t="t" r="r" b="b"/>
              <a:pathLst>
                <a:path w="43" h="98" extrusionOk="0">
                  <a:moveTo>
                    <a:pt x="29" y="0"/>
                  </a:moveTo>
                  <a:cubicBezTo>
                    <a:pt x="15" y="14"/>
                    <a:pt x="1" y="42"/>
                    <a:pt x="1" y="56"/>
                  </a:cubicBezTo>
                  <a:cubicBezTo>
                    <a:pt x="1" y="70"/>
                    <a:pt x="15" y="84"/>
                    <a:pt x="15" y="98"/>
                  </a:cubicBezTo>
                  <a:cubicBezTo>
                    <a:pt x="29" y="84"/>
                    <a:pt x="42" y="70"/>
                    <a:pt x="42" y="56"/>
                  </a:cubicBezTo>
                  <a:cubicBezTo>
                    <a:pt x="42" y="42"/>
                    <a:pt x="29" y="14"/>
                    <a:pt x="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76" name="Google Shape;2076;p56"/>
            <p:cNvSpPr/>
            <p:nvPr/>
          </p:nvSpPr>
          <p:spPr>
            <a:xfrm>
              <a:off x="3805625" y="2779900"/>
              <a:ext cx="725" cy="375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1" y="14"/>
                  </a:moveTo>
                  <a:lnTo>
                    <a:pt x="29" y="14"/>
                  </a:lnTo>
                  <a:lnTo>
                    <a:pt x="29" y="14"/>
                  </a:lnTo>
                  <a:lnTo>
                    <a:pt x="15" y="0"/>
                  </a:lnTo>
                  <a:cubicBezTo>
                    <a:pt x="15" y="14"/>
                    <a:pt x="1" y="14"/>
                    <a:pt x="1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77" name="Google Shape;2077;p56"/>
            <p:cNvSpPr/>
            <p:nvPr/>
          </p:nvSpPr>
          <p:spPr>
            <a:xfrm>
              <a:off x="3802500" y="2780250"/>
              <a:ext cx="3150" cy="2125"/>
            </a:xfrm>
            <a:custGeom>
              <a:avLst/>
              <a:gdLst/>
              <a:ahLst/>
              <a:cxnLst/>
              <a:rect l="l" t="t" r="r" b="b"/>
              <a:pathLst>
                <a:path w="126" h="85" extrusionOk="0">
                  <a:moveTo>
                    <a:pt x="56" y="70"/>
                  </a:moveTo>
                  <a:cubicBezTo>
                    <a:pt x="84" y="56"/>
                    <a:pt x="98" y="14"/>
                    <a:pt x="126" y="0"/>
                  </a:cubicBezTo>
                  <a:cubicBezTo>
                    <a:pt x="70" y="0"/>
                    <a:pt x="42" y="0"/>
                    <a:pt x="0" y="56"/>
                  </a:cubicBezTo>
                  <a:cubicBezTo>
                    <a:pt x="14" y="70"/>
                    <a:pt x="42" y="84"/>
                    <a:pt x="56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78" name="Google Shape;2078;p56"/>
            <p:cNvSpPr/>
            <p:nvPr/>
          </p:nvSpPr>
          <p:spPr>
            <a:xfrm>
              <a:off x="3914425" y="1873250"/>
              <a:ext cx="2825" cy="4200"/>
            </a:xfrm>
            <a:custGeom>
              <a:avLst/>
              <a:gdLst/>
              <a:ahLst/>
              <a:cxnLst/>
              <a:rect l="l" t="t" r="r" b="b"/>
              <a:pathLst>
                <a:path w="113" h="168" extrusionOk="0">
                  <a:moveTo>
                    <a:pt x="1" y="56"/>
                  </a:moveTo>
                  <a:cubicBezTo>
                    <a:pt x="1" y="84"/>
                    <a:pt x="42" y="140"/>
                    <a:pt x="42" y="167"/>
                  </a:cubicBezTo>
                  <a:cubicBezTo>
                    <a:pt x="56" y="153"/>
                    <a:pt x="98" y="153"/>
                    <a:pt x="98" y="112"/>
                  </a:cubicBezTo>
                  <a:cubicBezTo>
                    <a:pt x="112" y="70"/>
                    <a:pt x="98" y="28"/>
                    <a:pt x="42" y="0"/>
                  </a:cubicBezTo>
                  <a:cubicBezTo>
                    <a:pt x="42" y="14"/>
                    <a:pt x="1" y="28"/>
                    <a:pt x="1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79" name="Google Shape;2079;p56"/>
            <p:cNvSpPr/>
            <p:nvPr/>
          </p:nvSpPr>
          <p:spPr>
            <a:xfrm>
              <a:off x="4517000" y="1889975"/>
              <a:ext cx="3525" cy="2475"/>
            </a:xfrm>
            <a:custGeom>
              <a:avLst/>
              <a:gdLst/>
              <a:ahLst/>
              <a:cxnLst/>
              <a:rect l="l" t="t" r="r" b="b"/>
              <a:pathLst>
                <a:path w="141" h="99" extrusionOk="0">
                  <a:moveTo>
                    <a:pt x="140" y="84"/>
                  </a:moveTo>
                  <a:cubicBezTo>
                    <a:pt x="140" y="56"/>
                    <a:pt x="140" y="28"/>
                    <a:pt x="126" y="28"/>
                  </a:cubicBezTo>
                  <a:cubicBezTo>
                    <a:pt x="98" y="1"/>
                    <a:pt x="71" y="1"/>
                    <a:pt x="57" y="1"/>
                  </a:cubicBezTo>
                  <a:cubicBezTo>
                    <a:pt x="1" y="42"/>
                    <a:pt x="1" y="70"/>
                    <a:pt x="71" y="98"/>
                  </a:cubicBezTo>
                  <a:cubicBezTo>
                    <a:pt x="98" y="98"/>
                    <a:pt x="126" y="84"/>
                    <a:pt x="140" y="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80" name="Google Shape;2080;p56"/>
            <p:cNvSpPr/>
            <p:nvPr/>
          </p:nvSpPr>
          <p:spPr>
            <a:xfrm>
              <a:off x="4508300" y="1893825"/>
              <a:ext cx="1750" cy="2100"/>
            </a:xfrm>
            <a:custGeom>
              <a:avLst/>
              <a:gdLst/>
              <a:ahLst/>
              <a:cxnLst/>
              <a:rect l="l" t="t" r="r" b="b"/>
              <a:pathLst>
                <a:path w="70" h="84" extrusionOk="0">
                  <a:moveTo>
                    <a:pt x="0" y="70"/>
                  </a:moveTo>
                  <a:cubicBezTo>
                    <a:pt x="0" y="70"/>
                    <a:pt x="28" y="84"/>
                    <a:pt x="56" y="84"/>
                  </a:cubicBezTo>
                  <a:lnTo>
                    <a:pt x="70" y="42"/>
                  </a:lnTo>
                  <a:cubicBezTo>
                    <a:pt x="28" y="0"/>
                    <a:pt x="0" y="14"/>
                    <a:pt x="0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81" name="Google Shape;2081;p56"/>
            <p:cNvSpPr/>
            <p:nvPr/>
          </p:nvSpPr>
          <p:spPr>
            <a:xfrm>
              <a:off x="5812475" y="3256600"/>
              <a:ext cx="3175" cy="1750"/>
            </a:xfrm>
            <a:custGeom>
              <a:avLst/>
              <a:gdLst/>
              <a:ahLst/>
              <a:cxnLst/>
              <a:rect l="l" t="t" r="r" b="b"/>
              <a:pathLst>
                <a:path w="127" h="70" extrusionOk="0">
                  <a:moveTo>
                    <a:pt x="71" y="0"/>
                  </a:moveTo>
                  <a:cubicBezTo>
                    <a:pt x="15" y="0"/>
                    <a:pt x="1" y="28"/>
                    <a:pt x="15" y="56"/>
                  </a:cubicBezTo>
                  <a:cubicBezTo>
                    <a:pt x="15" y="70"/>
                    <a:pt x="57" y="70"/>
                    <a:pt x="71" y="70"/>
                  </a:cubicBezTo>
                  <a:cubicBezTo>
                    <a:pt x="85" y="56"/>
                    <a:pt x="99" y="56"/>
                    <a:pt x="126" y="42"/>
                  </a:cubicBezTo>
                  <a:cubicBezTo>
                    <a:pt x="99" y="28"/>
                    <a:pt x="85" y="0"/>
                    <a:pt x="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82" name="Google Shape;2082;p56"/>
            <p:cNvSpPr/>
            <p:nvPr/>
          </p:nvSpPr>
          <p:spPr>
            <a:xfrm>
              <a:off x="3582450" y="2531275"/>
              <a:ext cx="375" cy="700"/>
            </a:xfrm>
            <a:custGeom>
              <a:avLst/>
              <a:gdLst/>
              <a:ahLst/>
              <a:cxnLst/>
              <a:rect l="l" t="t" r="r" b="b"/>
              <a:pathLst>
                <a:path w="15" h="28" extrusionOk="0">
                  <a:moveTo>
                    <a:pt x="1" y="28"/>
                  </a:moveTo>
                  <a:lnTo>
                    <a:pt x="14" y="28"/>
                  </a:lnTo>
                  <a:lnTo>
                    <a:pt x="14" y="28"/>
                  </a:lnTo>
                  <a:cubicBezTo>
                    <a:pt x="1" y="0"/>
                    <a:pt x="1" y="0"/>
                    <a:pt x="1" y="28"/>
                  </a:cubicBezTo>
                  <a:cubicBezTo>
                    <a:pt x="1" y="0"/>
                    <a:pt x="1" y="0"/>
                    <a:pt x="1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83" name="Google Shape;2083;p56"/>
            <p:cNvSpPr/>
            <p:nvPr/>
          </p:nvSpPr>
          <p:spPr>
            <a:xfrm>
              <a:off x="3577925" y="2530925"/>
              <a:ext cx="4550" cy="3850"/>
            </a:xfrm>
            <a:custGeom>
              <a:avLst/>
              <a:gdLst/>
              <a:ahLst/>
              <a:cxnLst/>
              <a:rect l="l" t="t" r="r" b="b"/>
              <a:pathLst>
                <a:path w="182" h="154" extrusionOk="0">
                  <a:moveTo>
                    <a:pt x="14" y="70"/>
                  </a:moveTo>
                  <a:cubicBezTo>
                    <a:pt x="42" y="126"/>
                    <a:pt x="70" y="154"/>
                    <a:pt x="126" y="126"/>
                  </a:cubicBezTo>
                  <a:cubicBezTo>
                    <a:pt x="168" y="98"/>
                    <a:pt x="168" y="56"/>
                    <a:pt x="182" y="14"/>
                  </a:cubicBezTo>
                  <a:cubicBezTo>
                    <a:pt x="140" y="14"/>
                    <a:pt x="112" y="0"/>
                    <a:pt x="56" y="14"/>
                  </a:cubicBezTo>
                  <a:cubicBezTo>
                    <a:pt x="42" y="14"/>
                    <a:pt x="0" y="56"/>
                    <a:pt x="14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84" name="Google Shape;2084;p56"/>
            <p:cNvSpPr/>
            <p:nvPr/>
          </p:nvSpPr>
          <p:spPr>
            <a:xfrm>
              <a:off x="2760175" y="3282050"/>
              <a:ext cx="2475" cy="2125"/>
            </a:xfrm>
            <a:custGeom>
              <a:avLst/>
              <a:gdLst/>
              <a:ahLst/>
              <a:cxnLst/>
              <a:rect l="l" t="t" r="r" b="b"/>
              <a:pathLst>
                <a:path w="99" h="85" extrusionOk="0">
                  <a:moveTo>
                    <a:pt x="1" y="56"/>
                  </a:moveTo>
                  <a:cubicBezTo>
                    <a:pt x="57" y="84"/>
                    <a:pt x="98" y="84"/>
                    <a:pt x="70" y="14"/>
                  </a:cubicBezTo>
                  <a:cubicBezTo>
                    <a:pt x="70" y="14"/>
                    <a:pt x="43" y="0"/>
                    <a:pt x="29" y="0"/>
                  </a:cubicBezTo>
                  <a:cubicBezTo>
                    <a:pt x="29" y="0"/>
                    <a:pt x="29" y="28"/>
                    <a:pt x="1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85" name="Google Shape;2085;p56"/>
            <p:cNvSpPr/>
            <p:nvPr/>
          </p:nvSpPr>
          <p:spPr>
            <a:xfrm>
              <a:off x="1431575" y="2352725"/>
              <a:ext cx="1775" cy="2475"/>
            </a:xfrm>
            <a:custGeom>
              <a:avLst/>
              <a:gdLst/>
              <a:ahLst/>
              <a:cxnLst/>
              <a:rect l="l" t="t" r="r" b="b"/>
              <a:pathLst>
                <a:path w="71" h="99" extrusionOk="0">
                  <a:moveTo>
                    <a:pt x="0" y="56"/>
                  </a:moveTo>
                  <a:cubicBezTo>
                    <a:pt x="0" y="70"/>
                    <a:pt x="28" y="84"/>
                    <a:pt x="42" y="98"/>
                  </a:cubicBezTo>
                  <a:cubicBezTo>
                    <a:pt x="56" y="84"/>
                    <a:pt x="70" y="70"/>
                    <a:pt x="70" y="56"/>
                  </a:cubicBezTo>
                  <a:cubicBezTo>
                    <a:pt x="56" y="28"/>
                    <a:pt x="56" y="14"/>
                    <a:pt x="42" y="0"/>
                  </a:cubicBezTo>
                  <a:cubicBezTo>
                    <a:pt x="28" y="14"/>
                    <a:pt x="0" y="28"/>
                    <a:pt x="0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86" name="Google Shape;2086;p56"/>
            <p:cNvSpPr/>
            <p:nvPr/>
          </p:nvSpPr>
          <p:spPr>
            <a:xfrm>
              <a:off x="5039025" y="3301925"/>
              <a:ext cx="2825" cy="3500"/>
            </a:xfrm>
            <a:custGeom>
              <a:avLst/>
              <a:gdLst/>
              <a:ahLst/>
              <a:cxnLst/>
              <a:rect l="l" t="t" r="r" b="b"/>
              <a:pathLst>
                <a:path w="113" h="140" extrusionOk="0">
                  <a:moveTo>
                    <a:pt x="1" y="112"/>
                  </a:moveTo>
                  <a:cubicBezTo>
                    <a:pt x="1" y="112"/>
                    <a:pt x="43" y="140"/>
                    <a:pt x="57" y="140"/>
                  </a:cubicBezTo>
                  <a:cubicBezTo>
                    <a:pt x="71" y="140"/>
                    <a:pt x="112" y="126"/>
                    <a:pt x="112" y="112"/>
                  </a:cubicBezTo>
                  <a:cubicBezTo>
                    <a:pt x="85" y="70"/>
                    <a:pt x="71" y="42"/>
                    <a:pt x="71" y="1"/>
                  </a:cubicBezTo>
                  <a:cubicBezTo>
                    <a:pt x="43" y="42"/>
                    <a:pt x="29" y="70"/>
                    <a:pt x="1" y="1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87" name="Google Shape;2087;p56"/>
            <p:cNvSpPr/>
            <p:nvPr/>
          </p:nvSpPr>
          <p:spPr>
            <a:xfrm>
              <a:off x="1875150" y="2344350"/>
              <a:ext cx="2100" cy="3875"/>
            </a:xfrm>
            <a:custGeom>
              <a:avLst/>
              <a:gdLst/>
              <a:ahLst/>
              <a:cxnLst/>
              <a:rect l="l" t="t" r="r" b="b"/>
              <a:pathLst>
                <a:path w="84" h="155" extrusionOk="0">
                  <a:moveTo>
                    <a:pt x="70" y="140"/>
                  </a:moveTo>
                  <a:cubicBezTo>
                    <a:pt x="84" y="140"/>
                    <a:pt x="84" y="112"/>
                    <a:pt x="84" y="84"/>
                  </a:cubicBezTo>
                  <a:lnTo>
                    <a:pt x="84" y="1"/>
                  </a:lnTo>
                  <a:cubicBezTo>
                    <a:pt x="70" y="42"/>
                    <a:pt x="42" y="56"/>
                    <a:pt x="28" y="84"/>
                  </a:cubicBezTo>
                  <a:cubicBezTo>
                    <a:pt x="0" y="126"/>
                    <a:pt x="14" y="154"/>
                    <a:pt x="70" y="1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88" name="Google Shape;2088;p56"/>
            <p:cNvSpPr/>
            <p:nvPr/>
          </p:nvSpPr>
          <p:spPr>
            <a:xfrm>
              <a:off x="5405175" y="3343775"/>
              <a:ext cx="1425" cy="1075"/>
            </a:xfrm>
            <a:custGeom>
              <a:avLst/>
              <a:gdLst/>
              <a:ahLst/>
              <a:cxnLst/>
              <a:rect l="l" t="t" r="r" b="b"/>
              <a:pathLst>
                <a:path w="57" h="43" extrusionOk="0">
                  <a:moveTo>
                    <a:pt x="1" y="28"/>
                  </a:moveTo>
                  <a:lnTo>
                    <a:pt x="57" y="42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89" name="Google Shape;2089;p56"/>
            <p:cNvSpPr/>
            <p:nvPr/>
          </p:nvSpPr>
          <p:spPr>
            <a:xfrm>
              <a:off x="5060650" y="3358425"/>
              <a:ext cx="2475" cy="3150"/>
            </a:xfrm>
            <a:custGeom>
              <a:avLst/>
              <a:gdLst/>
              <a:ahLst/>
              <a:cxnLst/>
              <a:rect l="l" t="t" r="r" b="b"/>
              <a:pathLst>
                <a:path w="99" h="126" extrusionOk="0">
                  <a:moveTo>
                    <a:pt x="70" y="0"/>
                  </a:moveTo>
                  <a:cubicBezTo>
                    <a:pt x="15" y="14"/>
                    <a:pt x="1" y="42"/>
                    <a:pt x="15" y="84"/>
                  </a:cubicBezTo>
                  <a:cubicBezTo>
                    <a:pt x="15" y="98"/>
                    <a:pt x="29" y="112"/>
                    <a:pt x="43" y="126"/>
                  </a:cubicBezTo>
                  <a:lnTo>
                    <a:pt x="98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0" name="Google Shape;2090;p56"/>
            <p:cNvSpPr/>
            <p:nvPr/>
          </p:nvSpPr>
          <p:spPr>
            <a:xfrm>
              <a:off x="5467250" y="3375850"/>
              <a:ext cx="2475" cy="1075"/>
            </a:xfrm>
            <a:custGeom>
              <a:avLst/>
              <a:gdLst/>
              <a:ahLst/>
              <a:cxnLst/>
              <a:rect l="l" t="t" r="r" b="b"/>
              <a:pathLst>
                <a:path w="99" h="43" extrusionOk="0">
                  <a:moveTo>
                    <a:pt x="57" y="1"/>
                  </a:moveTo>
                  <a:cubicBezTo>
                    <a:pt x="29" y="1"/>
                    <a:pt x="15" y="15"/>
                    <a:pt x="1" y="15"/>
                  </a:cubicBezTo>
                  <a:cubicBezTo>
                    <a:pt x="15" y="29"/>
                    <a:pt x="29" y="42"/>
                    <a:pt x="57" y="42"/>
                  </a:cubicBezTo>
                  <a:cubicBezTo>
                    <a:pt x="71" y="42"/>
                    <a:pt x="84" y="29"/>
                    <a:pt x="98" y="29"/>
                  </a:cubicBezTo>
                  <a:cubicBezTo>
                    <a:pt x="71" y="15"/>
                    <a:pt x="71" y="1"/>
                    <a:pt x="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1" name="Google Shape;2091;p56"/>
            <p:cNvSpPr/>
            <p:nvPr/>
          </p:nvSpPr>
          <p:spPr>
            <a:xfrm>
              <a:off x="5451925" y="3386325"/>
              <a:ext cx="1750" cy="2100"/>
            </a:xfrm>
            <a:custGeom>
              <a:avLst/>
              <a:gdLst/>
              <a:ahLst/>
              <a:cxnLst/>
              <a:rect l="l" t="t" r="r" b="b"/>
              <a:pathLst>
                <a:path w="70" h="84" extrusionOk="0">
                  <a:moveTo>
                    <a:pt x="0" y="70"/>
                  </a:moveTo>
                  <a:cubicBezTo>
                    <a:pt x="0" y="70"/>
                    <a:pt x="42" y="84"/>
                    <a:pt x="56" y="84"/>
                  </a:cubicBezTo>
                  <a:cubicBezTo>
                    <a:pt x="56" y="84"/>
                    <a:pt x="70" y="42"/>
                    <a:pt x="70" y="28"/>
                  </a:cubicBezTo>
                  <a:cubicBezTo>
                    <a:pt x="42" y="0"/>
                    <a:pt x="0" y="14"/>
                    <a:pt x="0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2" name="Google Shape;2092;p56"/>
            <p:cNvSpPr/>
            <p:nvPr/>
          </p:nvSpPr>
          <p:spPr>
            <a:xfrm>
              <a:off x="5554775" y="3400950"/>
              <a:ext cx="1775" cy="3175"/>
            </a:xfrm>
            <a:custGeom>
              <a:avLst/>
              <a:gdLst/>
              <a:ahLst/>
              <a:cxnLst/>
              <a:rect l="l" t="t" r="r" b="b"/>
              <a:pathLst>
                <a:path w="71" h="127" extrusionOk="0">
                  <a:moveTo>
                    <a:pt x="1" y="71"/>
                  </a:moveTo>
                  <a:cubicBezTo>
                    <a:pt x="1" y="85"/>
                    <a:pt x="15" y="113"/>
                    <a:pt x="43" y="126"/>
                  </a:cubicBezTo>
                  <a:cubicBezTo>
                    <a:pt x="57" y="113"/>
                    <a:pt x="57" y="85"/>
                    <a:pt x="71" y="71"/>
                  </a:cubicBezTo>
                  <a:cubicBezTo>
                    <a:pt x="57" y="1"/>
                    <a:pt x="15" y="1"/>
                    <a:pt x="1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3" name="Google Shape;2093;p56"/>
            <p:cNvSpPr/>
            <p:nvPr/>
          </p:nvSpPr>
          <p:spPr>
            <a:xfrm>
              <a:off x="2930000" y="3461300"/>
              <a:ext cx="375" cy="350"/>
            </a:xfrm>
            <a:custGeom>
              <a:avLst/>
              <a:gdLst/>
              <a:ahLst/>
              <a:cxnLst/>
              <a:rect l="l" t="t" r="r" b="b"/>
              <a:pathLst>
                <a:path w="15" h="14" extrusionOk="0">
                  <a:moveTo>
                    <a:pt x="15" y="14"/>
                  </a:moveTo>
                  <a:cubicBezTo>
                    <a:pt x="15" y="0"/>
                    <a:pt x="15" y="0"/>
                    <a:pt x="15" y="14"/>
                  </a:cubicBezTo>
                  <a:lnTo>
                    <a:pt x="1" y="0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4" name="Google Shape;2094;p56"/>
            <p:cNvSpPr/>
            <p:nvPr/>
          </p:nvSpPr>
          <p:spPr>
            <a:xfrm>
              <a:off x="2930350" y="3461300"/>
              <a:ext cx="6650" cy="3850"/>
            </a:xfrm>
            <a:custGeom>
              <a:avLst/>
              <a:gdLst/>
              <a:ahLst/>
              <a:cxnLst/>
              <a:rect l="l" t="t" r="r" b="b"/>
              <a:pathLst>
                <a:path w="266" h="154" extrusionOk="0">
                  <a:moveTo>
                    <a:pt x="266" y="140"/>
                  </a:moveTo>
                  <a:cubicBezTo>
                    <a:pt x="210" y="28"/>
                    <a:pt x="98" y="0"/>
                    <a:pt x="1" y="14"/>
                  </a:cubicBezTo>
                  <a:cubicBezTo>
                    <a:pt x="56" y="140"/>
                    <a:pt x="154" y="153"/>
                    <a:pt x="266" y="1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5" name="Google Shape;2095;p56"/>
            <p:cNvSpPr/>
            <p:nvPr/>
          </p:nvSpPr>
          <p:spPr>
            <a:xfrm>
              <a:off x="5226300" y="34721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2" y="28"/>
                  </a:moveTo>
                  <a:cubicBezTo>
                    <a:pt x="14" y="56"/>
                    <a:pt x="14" y="98"/>
                    <a:pt x="0" y="140"/>
                  </a:cubicBezTo>
                  <a:lnTo>
                    <a:pt x="98" y="140"/>
                  </a:lnTo>
                  <a:cubicBezTo>
                    <a:pt x="112" y="140"/>
                    <a:pt x="140" y="98"/>
                    <a:pt x="140" y="84"/>
                  </a:cubicBezTo>
                  <a:cubicBezTo>
                    <a:pt x="140" y="28"/>
                    <a:pt x="84" y="0"/>
                    <a:pt x="42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6" name="Google Shape;2096;p56"/>
            <p:cNvSpPr/>
            <p:nvPr/>
          </p:nvSpPr>
          <p:spPr>
            <a:xfrm>
              <a:off x="5225250" y="3474900"/>
              <a:ext cx="1075" cy="1400"/>
            </a:xfrm>
            <a:custGeom>
              <a:avLst/>
              <a:gdLst/>
              <a:ahLst/>
              <a:cxnLst/>
              <a:rect l="l" t="t" r="r" b="b"/>
              <a:pathLst>
                <a:path w="43" h="56" extrusionOk="0">
                  <a:moveTo>
                    <a:pt x="0" y="56"/>
                  </a:moveTo>
                  <a:lnTo>
                    <a:pt x="42" y="28"/>
                  </a:lnTo>
                  <a:lnTo>
                    <a:pt x="42" y="0"/>
                  </a:lnTo>
                  <a:lnTo>
                    <a:pt x="14" y="0"/>
                  </a:lnTo>
                  <a:cubicBezTo>
                    <a:pt x="14" y="28"/>
                    <a:pt x="0" y="42"/>
                    <a:pt x="0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7" name="Google Shape;2097;p56"/>
            <p:cNvSpPr/>
            <p:nvPr/>
          </p:nvSpPr>
          <p:spPr>
            <a:xfrm>
              <a:off x="5223850" y="3476975"/>
              <a:ext cx="1425" cy="2475"/>
            </a:xfrm>
            <a:custGeom>
              <a:avLst/>
              <a:gdLst/>
              <a:ahLst/>
              <a:cxnLst/>
              <a:rect l="l" t="t" r="r" b="b"/>
              <a:pathLst>
                <a:path w="57" h="99" extrusionOk="0">
                  <a:moveTo>
                    <a:pt x="29" y="98"/>
                  </a:moveTo>
                  <a:cubicBezTo>
                    <a:pt x="43" y="70"/>
                    <a:pt x="43" y="29"/>
                    <a:pt x="56" y="1"/>
                  </a:cubicBezTo>
                  <a:lnTo>
                    <a:pt x="1" y="43"/>
                  </a:lnTo>
                  <a:cubicBezTo>
                    <a:pt x="1" y="43"/>
                    <a:pt x="29" y="84"/>
                    <a:pt x="29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8" name="Google Shape;2098;p56"/>
            <p:cNvSpPr/>
            <p:nvPr/>
          </p:nvSpPr>
          <p:spPr>
            <a:xfrm>
              <a:off x="5904550" y="3507325"/>
              <a:ext cx="2125" cy="3150"/>
            </a:xfrm>
            <a:custGeom>
              <a:avLst/>
              <a:gdLst/>
              <a:ahLst/>
              <a:cxnLst/>
              <a:rect l="l" t="t" r="r" b="b"/>
              <a:pathLst>
                <a:path w="85" h="126" extrusionOk="0">
                  <a:moveTo>
                    <a:pt x="14" y="56"/>
                  </a:moveTo>
                  <a:cubicBezTo>
                    <a:pt x="0" y="98"/>
                    <a:pt x="28" y="126"/>
                    <a:pt x="70" y="98"/>
                  </a:cubicBezTo>
                  <a:cubicBezTo>
                    <a:pt x="84" y="98"/>
                    <a:pt x="84" y="70"/>
                    <a:pt x="84" y="56"/>
                  </a:cubicBezTo>
                  <a:cubicBezTo>
                    <a:pt x="70" y="42"/>
                    <a:pt x="70" y="14"/>
                    <a:pt x="42" y="0"/>
                  </a:cubicBezTo>
                  <a:cubicBezTo>
                    <a:pt x="28" y="14"/>
                    <a:pt x="14" y="42"/>
                    <a:pt x="14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9" name="Google Shape;2099;p56"/>
            <p:cNvSpPr/>
            <p:nvPr/>
          </p:nvSpPr>
          <p:spPr>
            <a:xfrm>
              <a:off x="5160725" y="3516025"/>
              <a:ext cx="2825" cy="1425"/>
            </a:xfrm>
            <a:custGeom>
              <a:avLst/>
              <a:gdLst/>
              <a:ahLst/>
              <a:cxnLst/>
              <a:rect l="l" t="t" r="r" b="b"/>
              <a:pathLst>
                <a:path w="113" h="57" extrusionOk="0">
                  <a:moveTo>
                    <a:pt x="57" y="1"/>
                  </a:moveTo>
                  <a:cubicBezTo>
                    <a:pt x="43" y="1"/>
                    <a:pt x="15" y="15"/>
                    <a:pt x="1" y="15"/>
                  </a:cubicBezTo>
                  <a:cubicBezTo>
                    <a:pt x="15" y="43"/>
                    <a:pt x="43" y="57"/>
                    <a:pt x="57" y="57"/>
                  </a:cubicBezTo>
                  <a:cubicBezTo>
                    <a:pt x="71" y="57"/>
                    <a:pt x="85" y="43"/>
                    <a:pt x="113" y="43"/>
                  </a:cubicBezTo>
                  <a:cubicBezTo>
                    <a:pt x="85" y="43"/>
                    <a:pt x="71" y="15"/>
                    <a:pt x="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0" name="Google Shape;2100;p56"/>
            <p:cNvSpPr/>
            <p:nvPr/>
          </p:nvSpPr>
          <p:spPr>
            <a:xfrm>
              <a:off x="5479450" y="3549525"/>
              <a:ext cx="1775" cy="3150"/>
            </a:xfrm>
            <a:custGeom>
              <a:avLst/>
              <a:gdLst/>
              <a:ahLst/>
              <a:cxnLst/>
              <a:rect l="l" t="t" r="r" b="b"/>
              <a:pathLst>
                <a:path w="71" h="126" extrusionOk="0">
                  <a:moveTo>
                    <a:pt x="1" y="42"/>
                  </a:moveTo>
                  <a:cubicBezTo>
                    <a:pt x="1" y="98"/>
                    <a:pt x="15" y="126"/>
                    <a:pt x="57" y="112"/>
                  </a:cubicBezTo>
                  <a:cubicBezTo>
                    <a:pt x="71" y="112"/>
                    <a:pt x="71" y="70"/>
                    <a:pt x="71" y="56"/>
                  </a:cubicBezTo>
                  <a:cubicBezTo>
                    <a:pt x="57" y="42"/>
                    <a:pt x="57" y="28"/>
                    <a:pt x="29" y="0"/>
                  </a:cubicBezTo>
                  <a:cubicBezTo>
                    <a:pt x="15" y="0"/>
                    <a:pt x="1" y="28"/>
                    <a:pt x="1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1" name="Google Shape;2101;p56"/>
            <p:cNvSpPr/>
            <p:nvPr/>
          </p:nvSpPr>
          <p:spPr>
            <a:xfrm>
              <a:off x="5868625" y="3554050"/>
              <a:ext cx="1425" cy="1775"/>
            </a:xfrm>
            <a:custGeom>
              <a:avLst/>
              <a:gdLst/>
              <a:ahLst/>
              <a:cxnLst/>
              <a:rect l="l" t="t" r="r" b="b"/>
              <a:pathLst>
                <a:path w="57" h="71" extrusionOk="0">
                  <a:moveTo>
                    <a:pt x="15" y="0"/>
                  </a:moveTo>
                  <a:cubicBezTo>
                    <a:pt x="15" y="14"/>
                    <a:pt x="1" y="28"/>
                    <a:pt x="1" y="56"/>
                  </a:cubicBezTo>
                  <a:cubicBezTo>
                    <a:pt x="1" y="56"/>
                    <a:pt x="15" y="70"/>
                    <a:pt x="42" y="70"/>
                  </a:cubicBezTo>
                  <a:cubicBezTo>
                    <a:pt x="42" y="56"/>
                    <a:pt x="56" y="28"/>
                    <a:pt x="56" y="14"/>
                  </a:cubicBezTo>
                  <a:cubicBezTo>
                    <a:pt x="56" y="14"/>
                    <a:pt x="42" y="14"/>
                    <a:pt x="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2" name="Google Shape;2102;p56"/>
            <p:cNvSpPr/>
            <p:nvPr/>
          </p:nvSpPr>
          <p:spPr>
            <a:xfrm>
              <a:off x="5457500" y="3562425"/>
              <a:ext cx="1750" cy="1750"/>
            </a:xfrm>
            <a:custGeom>
              <a:avLst/>
              <a:gdLst/>
              <a:ahLst/>
              <a:cxnLst/>
              <a:rect l="l" t="t" r="r" b="b"/>
              <a:pathLst>
                <a:path w="70" h="70" extrusionOk="0">
                  <a:moveTo>
                    <a:pt x="28" y="70"/>
                  </a:moveTo>
                  <a:cubicBezTo>
                    <a:pt x="42" y="70"/>
                    <a:pt x="70" y="42"/>
                    <a:pt x="70" y="42"/>
                  </a:cubicBezTo>
                  <a:cubicBezTo>
                    <a:pt x="70" y="28"/>
                    <a:pt x="56" y="14"/>
                    <a:pt x="56" y="0"/>
                  </a:cubicBezTo>
                  <a:cubicBezTo>
                    <a:pt x="42" y="0"/>
                    <a:pt x="0" y="14"/>
                    <a:pt x="0" y="14"/>
                  </a:cubicBezTo>
                  <a:cubicBezTo>
                    <a:pt x="28" y="14"/>
                    <a:pt x="28" y="42"/>
                    <a:pt x="28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3" name="Google Shape;2103;p56"/>
            <p:cNvSpPr/>
            <p:nvPr/>
          </p:nvSpPr>
          <p:spPr>
            <a:xfrm>
              <a:off x="5502125" y="3599025"/>
              <a:ext cx="3175" cy="1775"/>
            </a:xfrm>
            <a:custGeom>
              <a:avLst/>
              <a:gdLst/>
              <a:ahLst/>
              <a:cxnLst/>
              <a:rect l="l" t="t" r="r" b="b"/>
              <a:pathLst>
                <a:path w="127" h="71" extrusionOk="0">
                  <a:moveTo>
                    <a:pt x="56" y="1"/>
                  </a:moveTo>
                  <a:cubicBezTo>
                    <a:pt x="1" y="29"/>
                    <a:pt x="15" y="70"/>
                    <a:pt x="70" y="70"/>
                  </a:cubicBezTo>
                  <a:cubicBezTo>
                    <a:pt x="84" y="70"/>
                    <a:pt x="98" y="43"/>
                    <a:pt x="126" y="43"/>
                  </a:cubicBezTo>
                  <a:cubicBezTo>
                    <a:pt x="126" y="29"/>
                    <a:pt x="126" y="15"/>
                    <a:pt x="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4" name="Google Shape;2104;p56"/>
            <p:cNvSpPr/>
            <p:nvPr/>
          </p:nvSpPr>
          <p:spPr>
            <a:xfrm>
              <a:off x="5492375" y="3634600"/>
              <a:ext cx="3500" cy="3175"/>
            </a:xfrm>
            <a:custGeom>
              <a:avLst/>
              <a:gdLst/>
              <a:ahLst/>
              <a:cxnLst/>
              <a:rect l="l" t="t" r="r" b="b"/>
              <a:pathLst>
                <a:path w="140" h="127" extrusionOk="0">
                  <a:moveTo>
                    <a:pt x="98" y="84"/>
                  </a:moveTo>
                  <a:cubicBezTo>
                    <a:pt x="112" y="70"/>
                    <a:pt x="126" y="42"/>
                    <a:pt x="140" y="0"/>
                  </a:cubicBezTo>
                  <a:lnTo>
                    <a:pt x="42" y="0"/>
                  </a:lnTo>
                  <a:cubicBezTo>
                    <a:pt x="14" y="0"/>
                    <a:pt x="0" y="42"/>
                    <a:pt x="0" y="56"/>
                  </a:cubicBezTo>
                  <a:cubicBezTo>
                    <a:pt x="0" y="112"/>
                    <a:pt x="56" y="126"/>
                    <a:pt x="98" y="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5" name="Google Shape;2105;p56"/>
            <p:cNvSpPr/>
            <p:nvPr/>
          </p:nvSpPr>
          <p:spPr>
            <a:xfrm>
              <a:off x="4330100" y="3658300"/>
              <a:ext cx="1075" cy="1775"/>
            </a:xfrm>
            <a:custGeom>
              <a:avLst/>
              <a:gdLst/>
              <a:ahLst/>
              <a:cxnLst/>
              <a:rect l="l" t="t" r="r" b="b"/>
              <a:pathLst>
                <a:path w="43" h="71" extrusionOk="0">
                  <a:moveTo>
                    <a:pt x="28" y="1"/>
                  </a:moveTo>
                  <a:cubicBezTo>
                    <a:pt x="14" y="1"/>
                    <a:pt x="0" y="1"/>
                    <a:pt x="0" y="15"/>
                  </a:cubicBezTo>
                  <a:cubicBezTo>
                    <a:pt x="0" y="29"/>
                    <a:pt x="0" y="43"/>
                    <a:pt x="14" y="71"/>
                  </a:cubicBezTo>
                  <a:cubicBezTo>
                    <a:pt x="28" y="71"/>
                    <a:pt x="28" y="43"/>
                    <a:pt x="42" y="43"/>
                  </a:cubicBezTo>
                  <a:cubicBezTo>
                    <a:pt x="28" y="29"/>
                    <a:pt x="28" y="15"/>
                    <a:pt x="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6" name="Google Shape;2106;p56"/>
            <p:cNvSpPr/>
            <p:nvPr/>
          </p:nvSpPr>
          <p:spPr>
            <a:xfrm>
              <a:off x="6156325" y="3730150"/>
              <a:ext cx="2100" cy="3150"/>
            </a:xfrm>
            <a:custGeom>
              <a:avLst/>
              <a:gdLst/>
              <a:ahLst/>
              <a:cxnLst/>
              <a:rect l="l" t="t" r="r" b="b"/>
              <a:pathLst>
                <a:path w="84" h="126" extrusionOk="0">
                  <a:moveTo>
                    <a:pt x="70" y="98"/>
                  </a:moveTo>
                  <a:cubicBezTo>
                    <a:pt x="84" y="98"/>
                    <a:pt x="84" y="70"/>
                    <a:pt x="84" y="56"/>
                  </a:cubicBezTo>
                  <a:cubicBezTo>
                    <a:pt x="70" y="28"/>
                    <a:pt x="70" y="14"/>
                    <a:pt x="56" y="0"/>
                  </a:cubicBezTo>
                  <a:cubicBezTo>
                    <a:pt x="28" y="0"/>
                    <a:pt x="14" y="14"/>
                    <a:pt x="0" y="14"/>
                  </a:cubicBezTo>
                  <a:cubicBezTo>
                    <a:pt x="0" y="84"/>
                    <a:pt x="42" y="126"/>
                    <a:pt x="70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7" name="Google Shape;2107;p56"/>
            <p:cNvSpPr/>
            <p:nvPr/>
          </p:nvSpPr>
          <p:spPr>
            <a:xfrm>
              <a:off x="6158050" y="3753175"/>
              <a:ext cx="3525" cy="2800"/>
            </a:xfrm>
            <a:custGeom>
              <a:avLst/>
              <a:gdLst/>
              <a:ahLst/>
              <a:cxnLst/>
              <a:rect l="l" t="t" r="r" b="b"/>
              <a:pathLst>
                <a:path w="141" h="112" extrusionOk="0">
                  <a:moveTo>
                    <a:pt x="43" y="112"/>
                  </a:moveTo>
                  <a:cubicBezTo>
                    <a:pt x="71" y="112"/>
                    <a:pt x="113" y="84"/>
                    <a:pt x="140" y="70"/>
                  </a:cubicBezTo>
                  <a:cubicBezTo>
                    <a:pt x="127" y="56"/>
                    <a:pt x="127" y="28"/>
                    <a:pt x="99" y="14"/>
                  </a:cubicBezTo>
                  <a:cubicBezTo>
                    <a:pt x="57" y="0"/>
                    <a:pt x="15" y="14"/>
                    <a:pt x="1" y="56"/>
                  </a:cubicBezTo>
                  <a:cubicBezTo>
                    <a:pt x="1" y="70"/>
                    <a:pt x="43" y="112"/>
                    <a:pt x="43" y="1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8" name="Google Shape;2108;p56"/>
            <p:cNvSpPr/>
            <p:nvPr/>
          </p:nvSpPr>
          <p:spPr>
            <a:xfrm>
              <a:off x="6168175" y="3773725"/>
              <a:ext cx="725" cy="1425"/>
            </a:xfrm>
            <a:custGeom>
              <a:avLst/>
              <a:gdLst/>
              <a:ahLst/>
              <a:cxnLst/>
              <a:rect l="l" t="t" r="r" b="b"/>
              <a:pathLst>
                <a:path w="29" h="57" extrusionOk="0">
                  <a:moveTo>
                    <a:pt x="28" y="15"/>
                  </a:moveTo>
                  <a:lnTo>
                    <a:pt x="0" y="1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9" name="Google Shape;2109;p56"/>
            <p:cNvSpPr/>
            <p:nvPr/>
          </p:nvSpPr>
          <p:spPr>
            <a:xfrm>
              <a:off x="6144800" y="3822900"/>
              <a:ext cx="3875" cy="3875"/>
            </a:xfrm>
            <a:custGeom>
              <a:avLst/>
              <a:gdLst/>
              <a:ahLst/>
              <a:cxnLst/>
              <a:rect l="l" t="t" r="r" b="b"/>
              <a:pathLst>
                <a:path w="155" h="155" extrusionOk="0">
                  <a:moveTo>
                    <a:pt x="85" y="1"/>
                  </a:moveTo>
                  <a:cubicBezTo>
                    <a:pt x="29" y="15"/>
                    <a:pt x="1" y="57"/>
                    <a:pt x="29" y="112"/>
                  </a:cubicBezTo>
                  <a:cubicBezTo>
                    <a:pt x="29" y="126"/>
                    <a:pt x="57" y="154"/>
                    <a:pt x="85" y="154"/>
                  </a:cubicBezTo>
                  <a:cubicBezTo>
                    <a:pt x="126" y="140"/>
                    <a:pt x="154" y="112"/>
                    <a:pt x="126" y="57"/>
                  </a:cubicBezTo>
                  <a:cubicBezTo>
                    <a:pt x="113" y="43"/>
                    <a:pt x="99" y="1"/>
                    <a:pt x="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0" name="Google Shape;2110;p56"/>
            <p:cNvSpPr/>
            <p:nvPr/>
          </p:nvSpPr>
          <p:spPr>
            <a:xfrm>
              <a:off x="5772375" y="4196375"/>
              <a:ext cx="3875" cy="3525"/>
            </a:xfrm>
            <a:custGeom>
              <a:avLst/>
              <a:gdLst/>
              <a:ahLst/>
              <a:cxnLst/>
              <a:rect l="l" t="t" r="r" b="b"/>
              <a:pathLst>
                <a:path w="155" h="141" extrusionOk="0">
                  <a:moveTo>
                    <a:pt x="57" y="29"/>
                  </a:moveTo>
                  <a:cubicBezTo>
                    <a:pt x="29" y="29"/>
                    <a:pt x="1" y="56"/>
                    <a:pt x="1" y="70"/>
                  </a:cubicBezTo>
                  <a:cubicBezTo>
                    <a:pt x="15" y="126"/>
                    <a:pt x="57" y="140"/>
                    <a:pt x="98" y="126"/>
                  </a:cubicBezTo>
                  <a:cubicBezTo>
                    <a:pt x="126" y="112"/>
                    <a:pt x="154" y="84"/>
                    <a:pt x="154" y="70"/>
                  </a:cubicBezTo>
                  <a:cubicBezTo>
                    <a:pt x="140" y="29"/>
                    <a:pt x="85" y="1"/>
                    <a:pt x="57" y="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1" name="Google Shape;2111;p56"/>
            <p:cNvSpPr/>
            <p:nvPr/>
          </p:nvSpPr>
          <p:spPr>
            <a:xfrm>
              <a:off x="3598850" y="2564400"/>
              <a:ext cx="3150" cy="1750"/>
            </a:xfrm>
            <a:custGeom>
              <a:avLst/>
              <a:gdLst/>
              <a:ahLst/>
              <a:cxnLst/>
              <a:rect l="l" t="t" r="r" b="b"/>
              <a:pathLst>
                <a:path w="126" h="70" extrusionOk="0">
                  <a:moveTo>
                    <a:pt x="98" y="0"/>
                  </a:moveTo>
                  <a:lnTo>
                    <a:pt x="42" y="0"/>
                  </a:lnTo>
                  <a:cubicBezTo>
                    <a:pt x="0" y="42"/>
                    <a:pt x="28" y="70"/>
                    <a:pt x="70" y="70"/>
                  </a:cubicBezTo>
                  <a:cubicBezTo>
                    <a:pt x="98" y="70"/>
                    <a:pt x="112" y="56"/>
                    <a:pt x="126" y="42"/>
                  </a:cubicBezTo>
                  <a:cubicBezTo>
                    <a:pt x="112" y="42"/>
                    <a:pt x="112" y="14"/>
                    <a:pt x="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2" name="Google Shape;2112;p56"/>
            <p:cNvSpPr/>
            <p:nvPr/>
          </p:nvSpPr>
          <p:spPr>
            <a:xfrm>
              <a:off x="4289300" y="2178725"/>
              <a:ext cx="4200" cy="2100"/>
            </a:xfrm>
            <a:custGeom>
              <a:avLst/>
              <a:gdLst/>
              <a:ahLst/>
              <a:cxnLst/>
              <a:rect l="l" t="t" r="r" b="b"/>
              <a:pathLst>
                <a:path w="168" h="84" extrusionOk="0">
                  <a:moveTo>
                    <a:pt x="112" y="14"/>
                  </a:moveTo>
                  <a:cubicBezTo>
                    <a:pt x="98" y="0"/>
                    <a:pt x="56" y="14"/>
                    <a:pt x="56" y="14"/>
                  </a:cubicBezTo>
                  <a:cubicBezTo>
                    <a:pt x="42" y="42"/>
                    <a:pt x="28" y="70"/>
                    <a:pt x="0" y="84"/>
                  </a:cubicBezTo>
                  <a:lnTo>
                    <a:pt x="98" y="84"/>
                  </a:lnTo>
                  <a:cubicBezTo>
                    <a:pt x="168" y="84"/>
                    <a:pt x="168" y="56"/>
                    <a:pt x="1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3" name="Google Shape;2113;p56"/>
            <p:cNvSpPr/>
            <p:nvPr/>
          </p:nvSpPr>
          <p:spPr>
            <a:xfrm>
              <a:off x="4288600" y="2181500"/>
              <a:ext cx="725" cy="375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28" y="1"/>
                  </a:moveTo>
                  <a:lnTo>
                    <a:pt x="0" y="1"/>
                  </a:lnTo>
                  <a:lnTo>
                    <a:pt x="14" y="15"/>
                  </a:lnTo>
                  <a:lnTo>
                    <a:pt x="14" y="15"/>
                  </a:lnTo>
                  <a:cubicBezTo>
                    <a:pt x="14" y="15"/>
                    <a:pt x="14" y="1"/>
                    <a:pt x="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4" name="Google Shape;2114;p56"/>
            <p:cNvSpPr/>
            <p:nvPr/>
          </p:nvSpPr>
          <p:spPr>
            <a:xfrm>
              <a:off x="3882700" y="2173475"/>
              <a:ext cx="1425" cy="2825"/>
            </a:xfrm>
            <a:custGeom>
              <a:avLst/>
              <a:gdLst/>
              <a:ahLst/>
              <a:cxnLst/>
              <a:rect l="l" t="t" r="r" b="b"/>
              <a:pathLst>
                <a:path w="57" h="113" extrusionOk="0">
                  <a:moveTo>
                    <a:pt x="0" y="57"/>
                  </a:moveTo>
                  <a:cubicBezTo>
                    <a:pt x="0" y="71"/>
                    <a:pt x="14" y="84"/>
                    <a:pt x="14" y="112"/>
                  </a:cubicBezTo>
                  <a:cubicBezTo>
                    <a:pt x="42" y="84"/>
                    <a:pt x="42" y="71"/>
                    <a:pt x="56" y="71"/>
                  </a:cubicBezTo>
                  <a:cubicBezTo>
                    <a:pt x="28" y="1"/>
                    <a:pt x="14" y="1"/>
                    <a:pt x="0" y="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5" name="Google Shape;2115;p56"/>
            <p:cNvSpPr/>
            <p:nvPr/>
          </p:nvSpPr>
          <p:spPr>
            <a:xfrm>
              <a:off x="2816675" y="4410500"/>
              <a:ext cx="2800" cy="1400"/>
            </a:xfrm>
            <a:custGeom>
              <a:avLst/>
              <a:gdLst/>
              <a:ahLst/>
              <a:cxnLst/>
              <a:rect l="l" t="t" r="r" b="b"/>
              <a:pathLst>
                <a:path w="112" h="56" extrusionOk="0">
                  <a:moveTo>
                    <a:pt x="70" y="56"/>
                  </a:moveTo>
                  <a:cubicBezTo>
                    <a:pt x="84" y="56"/>
                    <a:pt x="98" y="42"/>
                    <a:pt x="112" y="42"/>
                  </a:cubicBezTo>
                  <a:cubicBezTo>
                    <a:pt x="98" y="14"/>
                    <a:pt x="84" y="0"/>
                    <a:pt x="70" y="0"/>
                  </a:cubicBezTo>
                  <a:cubicBezTo>
                    <a:pt x="0" y="0"/>
                    <a:pt x="0" y="42"/>
                    <a:pt x="70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6" name="Google Shape;2116;p56"/>
            <p:cNvSpPr/>
            <p:nvPr/>
          </p:nvSpPr>
          <p:spPr>
            <a:xfrm>
              <a:off x="3036700" y="2073750"/>
              <a:ext cx="1425" cy="3175"/>
            </a:xfrm>
            <a:custGeom>
              <a:avLst/>
              <a:gdLst/>
              <a:ahLst/>
              <a:cxnLst/>
              <a:rect l="l" t="t" r="r" b="b"/>
              <a:pathLst>
                <a:path w="57" h="127" extrusionOk="0">
                  <a:moveTo>
                    <a:pt x="15" y="28"/>
                  </a:moveTo>
                  <a:cubicBezTo>
                    <a:pt x="1" y="70"/>
                    <a:pt x="15" y="98"/>
                    <a:pt x="57" y="126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7" name="Google Shape;2117;p56"/>
            <p:cNvSpPr/>
            <p:nvPr/>
          </p:nvSpPr>
          <p:spPr>
            <a:xfrm>
              <a:off x="2706475" y="2119775"/>
              <a:ext cx="725" cy="1075"/>
            </a:xfrm>
            <a:custGeom>
              <a:avLst/>
              <a:gdLst/>
              <a:ahLst/>
              <a:cxnLst/>
              <a:rect l="l" t="t" r="r" b="b"/>
              <a:pathLst>
                <a:path w="29" h="43" extrusionOk="0">
                  <a:moveTo>
                    <a:pt x="29" y="1"/>
                  </a:moveTo>
                  <a:lnTo>
                    <a:pt x="1" y="29"/>
                  </a:lnTo>
                  <a:lnTo>
                    <a:pt x="1" y="43"/>
                  </a:lnTo>
                  <a:lnTo>
                    <a:pt x="29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8" name="Google Shape;2118;p56"/>
            <p:cNvSpPr/>
            <p:nvPr/>
          </p:nvSpPr>
          <p:spPr>
            <a:xfrm>
              <a:off x="5738900" y="2126400"/>
              <a:ext cx="375" cy="1075"/>
            </a:xfrm>
            <a:custGeom>
              <a:avLst/>
              <a:gdLst/>
              <a:ahLst/>
              <a:cxnLst/>
              <a:rect l="l" t="t" r="r" b="b"/>
              <a:pathLst>
                <a:path w="15" h="43" extrusionOk="0">
                  <a:moveTo>
                    <a:pt x="15" y="1"/>
                  </a:moveTo>
                  <a:cubicBezTo>
                    <a:pt x="15" y="15"/>
                    <a:pt x="1" y="43"/>
                    <a:pt x="1" y="43"/>
                  </a:cubicBezTo>
                  <a:lnTo>
                    <a:pt x="15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9" name="Google Shape;2119;p56"/>
            <p:cNvSpPr/>
            <p:nvPr/>
          </p:nvSpPr>
          <p:spPr>
            <a:xfrm>
              <a:off x="5737500" y="2127450"/>
              <a:ext cx="725" cy="725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9" y="1"/>
                  </a:moveTo>
                  <a:cubicBezTo>
                    <a:pt x="15" y="1"/>
                    <a:pt x="15" y="15"/>
                    <a:pt x="1" y="15"/>
                  </a:cubicBezTo>
                  <a:lnTo>
                    <a:pt x="1" y="15"/>
                  </a:lnTo>
                  <a:cubicBezTo>
                    <a:pt x="1" y="15"/>
                    <a:pt x="15" y="15"/>
                    <a:pt x="15" y="28"/>
                  </a:cubicBezTo>
                  <a:cubicBezTo>
                    <a:pt x="29" y="15"/>
                    <a:pt x="29" y="1"/>
                    <a:pt x="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0" name="Google Shape;2120;p56"/>
            <p:cNvSpPr/>
            <p:nvPr/>
          </p:nvSpPr>
          <p:spPr>
            <a:xfrm>
              <a:off x="3917575" y="2156050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4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14" y="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1" name="Google Shape;2121;p56"/>
            <p:cNvSpPr/>
            <p:nvPr/>
          </p:nvSpPr>
          <p:spPr>
            <a:xfrm>
              <a:off x="3917575" y="2155350"/>
              <a:ext cx="1750" cy="725"/>
            </a:xfrm>
            <a:custGeom>
              <a:avLst/>
              <a:gdLst/>
              <a:ahLst/>
              <a:cxnLst/>
              <a:rect l="l" t="t" r="r" b="b"/>
              <a:pathLst>
                <a:path w="70" h="29" extrusionOk="0">
                  <a:moveTo>
                    <a:pt x="14" y="0"/>
                  </a:moveTo>
                  <a:cubicBezTo>
                    <a:pt x="14" y="14"/>
                    <a:pt x="14" y="14"/>
                    <a:pt x="0" y="28"/>
                  </a:cubicBezTo>
                  <a:cubicBezTo>
                    <a:pt x="56" y="28"/>
                    <a:pt x="70" y="14"/>
                    <a:pt x="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2" name="Google Shape;2122;p56"/>
            <p:cNvSpPr/>
            <p:nvPr/>
          </p:nvSpPr>
          <p:spPr>
            <a:xfrm>
              <a:off x="4021825" y="2826275"/>
              <a:ext cx="1075" cy="1075"/>
            </a:xfrm>
            <a:custGeom>
              <a:avLst/>
              <a:gdLst/>
              <a:ahLst/>
              <a:cxnLst/>
              <a:rect l="l" t="t" r="r" b="b"/>
              <a:pathLst>
                <a:path w="43" h="43" extrusionOk="0">
                  <a:moveTo>
                    <a:pt x="15" y="1"/>
                  </a:moveTo>
                  <a:lnTo>
                    <a:pt x="1" y="29"/>
                  </a:lnTo>
                  <a:cubicBezTo>
                    <a:pt x="15" y="29"/>
                    <a:pt x="29" y="42"/>
                    <a:pt x="43" y="42"/>
                  </a:cubicBezTo>
                  <a:cubicBezTo>
                    <a:pt x="29" y="42"/>
                    <a:pt x="15" y="29"/>
                    <a:pt x="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3" name="Google Shape;2123;p56"/>
            <p:cNvSpPr/>
            <p:nvPr/>
          </p:nvSpPr>
          <p:spPr>
            <a:xfrm>
              <a:off x="3864900" y="2907525"/>
              <a:ext cx="725" cy="1075"/>
            </a:xfrm>
            <a:custGeom>
              <a:avLst/>
              <a:gdLst/>
              <a:ahLst/>
              <a:cxnLst/>
              <a:rect l="l" t="t" r="r" b="b"/>
              <a:pathLst>
                <a:path w="29" h="43" extrusionOk="0">
                  <a:moveTo>
                    <a:pt x="1" y="42"/>
                  </a:moveTo>
                  <a:lnTo>
                    <a:pt x="29" y="42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4" name="Google Shape;2124;p56"/>
            <p:cNvSpPr/>
            <p:nvPr/>
          </p:nvSpPr>
          <p:spPr>
            <a:xfrm>
              <a:off x="2582675" y="3113625"/>
              <a:ext cx="1075" cy="1425"/>
            </a:xfrm>
            <a:custGeom>
              <a:avLst/>
              <a:gdLst/>
              <a:ahLst/>
              <a:cxnLst/>
              <a:rect l="l" t="t" r="r" b="b"/>
              <a:pathLst>
                <a:path w="43" h="57" extrusionOk="0">
                  <a:moveTo>
                    <a:pt x="1" y="42"/>
                  </a:moveTo>
                  <a:cubicBezTo>
                    <a:pt x="29" y="42"/>
                    <a:pt x="29" y="56"/>
                    <a:pt x="43" y="56"/>
                  </a:cubicBezTo>
                  <a:cubicBezTo>
                    <a:pt x="29" y="28"/>
                    <a:pt x="29" y="0"/>
                    <a:pt x="1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5" name="Google Shape;2125;p56"/>
            <p:cNvSpPr/>
            <p:nvPr/>
          </p:nvSpPr>
          <p:spPr>
            <a:xfrm>
              <a:off x="2740300" y="3188250"/>
              <a:ext cx="1425" cy="1425"/>
            </a:xfrm>
            <a:custGeom>
              <a:avLst/>
              <a:gdLst/>
              <a:ahLst/>
              <a:cxnLst/>
              <a:rect l="l" t="t" r="r" b="b"/>
              <a:pathLst>
                <a:path w="57" h="57" extrusionOk="0">
                  <a:moveTo>
                    <a:pt x="1" y="42"/>
                  </a:moveTo>
                  <a:lnTo>
                    <a:pt x="56" y="5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6" name="Google Shape;2126;p56"/>
            <p:cNvSpPr/>
            <p:nvPr/>
          </p:nvSpPr>
          <p:spPr>
            <a:xfrm>
              <a:off x="3684975" y="2853125"/>
              <a:ext cx="1075" cy="1425"/>
            </a:xfrm>
            <a:custGeom>
              <a:avLst/>
              <a:gdLst/>
              <a:ahLst/>
              <a:cxnLst/>
              <a:rect l="l" t="t" r="r" b="b"/>
              <a:pathLst>
                <a:path w="43" h="57" extrusionOk="0">
                  <a:moveTo>
                    <a:pt x="0" y="56"/>
                  </a:moveTo>
                  <a:lnTo>
                    <a:pt x="42" y="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7" name="Google Shape;2127;p56"/>
            <p:cNvSpPr/>
            <p:nvPr/>
          </p:nvSpPr>
          <p:spPr>
            <a:xfrm>
              <a:off x="3335200" y="1632275"/>
              <a:ext cx="1775" cy="1075"/>
            </a:xfrm>
            <a:custGeom>
              <a:avLst/>
              <a:gdLst/>
              <a:ahLst/>
              <a:cxnLst/>
              <a:rect l="l" t="t" r="r" b="b"/>
              <a:pathLst>
                <a:path w="71" h="43" extrusionOk="0">
                  <a:moveTo>
                    <a:pt x="15" y="1"/>
                  </a:moveTo>
                  <a:cubicBezTo>
                    <a:pt x="1" y="28"/>
                    <a:pt x="15" y="42"/>
                    <a:pt x="71" y="42"/>
                  </a:cubicBezTo>
                  <a:lnTo>
                    <a:pt x="71" y="15"/>
                  </a:lnTo>
                  <a:cubicBezTo>
                    <a:pt x="71" y="15"/>
                    <a:pt x="43" y="1"/>
                    <a:pt x="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8" name="Google Shape;2128;p56"/>
            <p:cNvSpPr/>
            <p:nvPr/>
          </p:nvSpPr>
          <p:spPr>
            <a:xfrm>
              <a:off x="5647550" y="2534750"/>
              <a:ext cx="725" cy="725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8" y="28"/>
                  </a:moveTo>
                  <a:lnTo>
                    <a:pt x="28" y="1"/>
                  </a:lnTo>
                  <a:lnTo>
                    <a:pt x="0" y="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9" name="Google Shape;2129;p56"/>
            <p:cNvSpPr/>
            <p:nvPr/>
          </p:nvSpPr>
          <p:spPr>
            <a:xfrm>
              <a:off x="5647900" y="2535450"/>
              <a:ext cx="3150" cy="2475"/>
            </a:xfrm>
            <a:custGeom>
              <a:avLst/>
              <a:gdLst/>
              <a:ahLst/>
              <a:cxnLst/>
              <a:rect l="l" t="t" r="r" b="b"/>
              <a:pathLst>
                <a:path w="126" h="99" extrusionOk="0">
                  <a:moveTo>
                    <a:pt x="126" y="98"/>
                  </a:moveTo>
                  <a:cubicBezTo>
                    <a:pt x="112" y="28"/>
                    <a:pt x="84" y="0"/>
                    <a:pt x="0" y="0"/>
                  </a:cubicBezTo>
                  <a:cubicBezTo>
                    <a:pt x="28" y="70"/>
                    <a:pt x="56" y="98"/>
                    <a:pt x="126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0" name="Google Shape;2130;p56"/>
            <p:cNvSpPr/>
            <p:nvPr/>
          </p:nvSpPr>
          <p:spPr>
            <a:xfrm>
              <a:off x="1523625" y="2340525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14"/>
                  </a:moveTo>
                  <a:lnTo>
                    <a:pt x="15" y="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1" name="Google Shape;2131;p56"/>
            <p:cNvSpPr/>
            <p:nvPr/>
          </p:nvSpPr>
          <p:spPr>
            <a:xfrm>
              <a:off x="1522250" y="2340875"/>
              <a:ext cx="1400" cy="1050"/>
            </a:xfrm>
            <a:custGeom>
              <a:avLst/>
              <a:gdLst/>
              <a:ahLst/>
              <a:cxnLst/>
              <a:rect l="l" t="t" r="r" b="b"/>
              <a:pathLst>
                <a:path w="56" h="42" extrusionOk="0">
                  <a:moveTo>
                    <a:pt x="42" y="42"/>
                  </a:moveTo>
                  <a:cubicBezTo>
                    <a:pt x="42" y="14"/>
                    <a:pt x="42" y="0"/>
                    <a:pt x="56" y="0"/>
                  </a:cubicBezTo>
                  <a:cubicBezTo>
                    <a:pt x="0" y="14"/>
                    <a:pt x="0" y="14"/>
                    <a:pt x="42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2" name="Google Shape;2132;p56"/>
            <p:cNvSpPr/>
            <p:nvPr/>
          </p:nvSpPr>
          <p:spPr>
            <a:xfrm>
              <a:off x="5651725" y="2537900"/>
              <a:ext cx="375" cy="700"/>
            </a:xfrm>
            <a:custGeom>
              <a:avLst/>
              <a:gdLst/>
              <a:ahLst/>
              <a:cxnLst/>
              <a:rect l="l" t="t" r="r" b="b"/>
              <a:pathLst>
                <a:path w="15" h="28" extrusionOk="0">
                  <a:moveTo>
                    <a:pt x="15" y="28"/>
                  </a:moveTo>
                  <a:cubicBezTo>
                    <a:pt x="15" y="14"/>
                    <a:pt x="1" y="14"/>
                    <a:pt x="15" y="0"/>
                  </a:cubicBezTo>
                  <a:lnTo>
                    <a:pt x="1" y="0"/>
                  </a:lnTo>
                  <a:lnTo>
                    <a:pt x="1" y="14"/>
                  </a:lnTo>
                  <a:cubicBezTo>
                    <a:pt x="1" y="28"/>
                    <a:pt x="1" y="28"/>
                    <a:pt x="15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3" name="Google Shape;2133;p56"/>
            <p:cNvSpPr/>
            <p:nvPr/>
          </p:nvSpPr>
          <p:spPr>
            <a:xfrm>
              <a:off x="5651725" y="2539275"/>
              <a:ext cx="2475" cy="2475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98" y="99"/>
                  </a:moveTo>
                  <a:cubicBezTo>
                    <a:pt x="84" y="57"/>
                    <a:pt x="70" y="15"/>
                    <a:pt x="1" y="1"/>
                  </a:cubicBezTo>
                  <a:cubicBezTo>
                    <a:pt x="15" y="29"/>
                    <a:pt x="42" y="85"/>
                    <a:pt x="98" y="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4" name="Google Shape;2134;p56"/>
            <p:cNvSpPr/>
            <p:nvPr/>
          </p:nvSpPr>
          <p:spPr>
            <a:xfrm>
              <a:off x="5537000" y="3415250"/>
              <a:ext cx="1425" cy="1075"/>
            </a:xfrm>
            <a:custGeom>
              <a:avLst/>
              <a:gdLst/>
              <a:ahLst/>
              <a:cxnLst/>
              <a:rect l="l" t="t" r="r" b="b"/>
              <a:pathLst>
                <a:path w="57" h="43" extrusionOk="0">
                  <a:moveTo>
                    <a:pt x="1" y="43"/>
                  </a:moveTo>
                  <a:lnTo>
                    <a:pt x="56" y="43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5" name="Google Shape;2135;p56"/>
            <p:cNvSpPr/>
            <p:nvPr/>
          </p:nvSpPr>
          <p:spPr>
            <a:xfrm>
              <a:off x="5093775" y="3426425"/>
              <a:ext cx="1075" cy="725"/>
            </a:xfrm>
            <a:custGeom>
              <a:avLst/>
              <a:gdLst/>
              <a:ahLst/>
              <a:cxnLst/>
              <a:rect l="l" t="t" r="r" b="b"/>
              <a:pathLst>
                <a:path w="43" h="29" extrusionOk="0">
                  <a:moveTo>
                    <a:pt x="1" y="28"/>
                  </a:moveTo>
                  <a:lnTo>
                    <a:pt x="43" y="28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6" name="Google Shape;2136;p56"/>
            <p:cNvSpPr/>
            <p:nvPr/>
          </p:nvSpPr>
          <p:spPr>
            <a:xfrm>
              <a:off x="5575700" y="3478725"/>
              <a:ext cx="375" cy="725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15" y="28"/>
                  </a:moveTo>
                  <a:lnTo>
                    <a:pt x="15" y="0"/>
                  </a:lnTo>
                  <a:lnTo>
                    <a:pt x="1" y="0"/>
                  </a:lnTo>
                  <a:lnTo>
                    <a:pt x="1" y="14"/>
                  </a:lnTo>
                  <a:cubicBezTo>
                    <a:pt x="1" y="28"/>
                    <a:pt x="1" y="28"/>
                    <a:pt x="15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7" name="Google Shape;2137;p56"/>
            <p:cNvSpPr/>
            <p:nvPr/>
          </p:nvSpPr>
          <p:spPr>
            <a:xfrm>
              <a:off x="5576050" y="3479775"/>
              <a:ext cx="1075" cy="1075"/>
            </a:xfrm>
            <a:custGeom>
              <a:avLst/>
              <a:gdLst/>
              <a:ahLst/>
              <a:cxnLst/>
              <a:rect l="l" t="t" r="r" b="b"/>
              <a:pathLst>
                <a:path w="43" h="43" extrusionOk="0">
                  <a:moveTo>
                    <a:pt x="43" y="28"/>
                  </a:moveTo>
                  <a:cubicBezTo>
                    <a:pt x="29" y="0"/>
                    <a:pt x="29" y="0"/>
                    <a:pt x="1" y="0"/>
                  </a:cubicBezTo>
                  <a:cubicBezTo>
                    <a:pt x="1" y="28"/>
                    <a:pt x="1" y="42"/>
                    <a:pt x="43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8" name="Google Shape;2138;p56"/>
            <p:cNvSpPr/>
            <p:nvPr/>
          </p:nvSpPr>
          <p:spPr>
            <a:xfrm>
              <a:off x="1582225" y="2303900"/>
              <a:ext cx="375" cy="725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14" y="28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9" name="Google Shape;2139;p56"/>
            <p:cNvSpPr/>
            <p:nvPr/>
          </p:nvSpPr>
          <p:spPr>
            <a:xfrm>
              <a:off x="3044375" y="1727125"/>
              <a:ext cx="1775" cy="375"/>
            </a:xfrm>
            <a:custGeom>
              <a:avLst/>
              <a:gdLst/>
              <a:ahLst/>
              <a:cxnLst/>
              <a:rect l="l" t="t" r="r" b="b"/>
              <a:pathLst>
                <a:path w="71" h="15" extrusionOk="0">
                  <a:moveTo>
                    <a:pt x="1" y="1"/>
                  </a:moveTo>
                  <a:cubicBezTo>
                    <a:pt x="29" y="1"/>
                    <a:pt x="43" y="15"/>
                    <a:pt x="57" y="15"/>
                  </a:cubicBezTo>
                  <a:lnTo>
                    <a:pt x="57" y="15"/>
                  </a:lnTo>
                  <a:lnTo>
                    <a:pt x="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0" name="Google Shape;2140;p56"/>
            <p:cNvSpPr/>
            <p:nvPr/>
          </p:nvSpPr>
          <p:spPr>
            <a:xfrm>
              <a:off x="5917450" y="3510800"/>
              <a:ext cx="1425" cy="1425"/>
            </a:xfrm>
            <a:custGeom>
              <a:avLst/>
              <a:gdLst/>
              <a:ahLst/>
              <a:cxnLst/>
              <a:rect l="l" t="t" r="r" b="b"/>
              <a:pathLst>
                <a:path w="57" h="57" extrusionOk="0">
                  <a:moveTo>
                    <a:pt x="0" y="1"/>
                  </a:moveTo>
                  <a:lnTo>
                    <a:pt x="14" y="57"/>
                  </a:lnTo>
                  <a:lnTo>
                    <a:pt x="56" y="57"/>
                  </a:lnTo>
                  <a:lnTo>
                    <a:pt x="42" y="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1" name="Google Shape;2141;p56"/>
            <p:cNvSpPr/>
            <p:nvPr/>
          </p:nvSpPr>
          <p:spPr>
            <a:xfrm>
              <a:off x="5478075" y="3255900"/>
              <a:ext cx="375" cy="375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14"/>
                  </a:moveTo>
                  <a:lnTo>
                    <a:pt x="14" y="14"/>
                  </a:lnTo>
                  <a:cubicBezTo>
                    <a:pt x="14" y="14"/>
                    <a:pt x="14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2" name="Google Shape;2142;p56"/>
            <p:cNvSpPr/>
            <p:nvPr/>
          </p:nvSpPr>
          <p:spPr>
            <a:xfrm>
              <a:off x="5475975" y="3255900"/>
              <a:ext cx="2125" cy="2100"/>
            </a:xfrm>
            <a:custGeom>
              <a:avLst/>
              <a:gdLst/>
              <a:ahLst/>
              <a:cxnLst/>
              <a:rect l="l" t="t" r="r" b="b"/>
              <a:pathLst>
                <a:path w="85" h="84" extrusionOk="0">
                  <a:moveTo>
                    <a:pt x="56" y="84"/>
                  </a:moveTo>
                  <a:cubicBezTo>
                    <a:pt x="70" y="42"/>
                    <a:pt x="70" y="28"/>
                    <a:pt x="84" y="0"/>
                  </a:cubicBezTo>
                  <a:cubicBezTo>
                    <a:pt x="56" y="0"/>
                    <a:pt x="28" y="14"/>
                    <a:pt x="1" y="14"/>
                  </a:cubicBezTo>
                  <a:cubicBezTo>
                    <a:pt x="14" y="56"/>
                    <a:pt x="28" y="70"/>
                    <a:pt x="56" y="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3" name="Google Shape;2143;p56"/>
            <p:cNvSpPr/>
            <p:nvPr/>
          </p:nvSpPr>
          <p:spPr>
            <a:xfrm>
              <a:off x="5653825" y="2541375"/>
              <a:ext cx="1775" cy="1425"/>
            </a:xfrm>
            <a:custGeom>
              <a:avLst/>
              <a:gdLst/>
              <a:ahLst/>
              <a:cxnLst/>
              <a:rect l="l" t="t" r="r" b="b"/>
              <a:pathLst>
                <a:path w="71" h="57" extrusionOk="0">
                  <a:moveTo>
                    <a:pt x="70" y="56"/>
                  </a:moveTo>
                  <a:lnTo>
                    <a:pt x="28" y="15"/>
                  </a:lnTo>
                  <a:cubicBezTo>
                    <a:pt x="14" y="15"/>
                    <a:pt x="14" y="1"/>
                    <a:pt x="0" y="1"/>
                  </a:cubicBezTo>
                  <a:cubicBezTo>
                    <a:pt x="0" y="15"/>
                    <a:pt x="14" y="15"/>
                    <a:pt x="14" y="42"/>
                  </a:cubicBezTo>
                  <a:cubicBezTo>
                    <a:pt x="56" y="42"/>
                    <a:pt x="56" y="56"/>
                    <a:pt x="70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4" name="Google Shape;2144;p56"/>
            <p:cNvSpPr/>
            <p:nvPr/>
          </p:nvSpPr>
          <p:spPr>
            <a:xfrm>
              <a:off x="5999050" y="3571125"/>
              <a:ext cx="1775" cy="1775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0" y="71"/>
                  </a:moveTo>
                  <a:lnTo>
                    <a:pt x="70" y="15"/>
                  </a:lnTo>
                  <a:cubicBezTo>
                    <a:pt x="70" y="1"/>
                    <a:pt x="14" y="1"/>
                    <a:pt x="14" y="1"/>
                  </a:cubicBezTo>
                  <a:cubicBezTo>
                    <a:pt x="0" y="43"/>
                    <a:pt x="14" y="71"/>
                    <a:pt x="70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5" name="Google Shape;2145;p56"/>
            <p:cNvSpPr/>
            <p:nvPr/>
          </p:nvSpPr>
          <p:spPr>
            <a:xfrm>
              <a:off x="4185375" y="1750850"/>
              <a:ext cx="1075" cy="1050"/>
            </a:xfrm>
            <a:custGeom>
              <a:avLst/>
              <a:gdLst/>
              <a:ahLst/>
              <a:cxnLst/>
              <a:rect l="l" t="t" r="r" b="b"/>
              <a:pathLst>
                <a:path w="43" h="42" extrusionOk="0">
                  <a:moveTo>
                    <a:pt x="1" y="0"/>
                  </a:moveTo>
                  <a:lnTo>
                    <a:pt x="29" y="42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6" name="Google Shape;2146;p56"/>
            <p:cNvSpPr/>
            <p:nvPr/>
          </p:nvSpPr>
          <p:spPr>
            <a:xfrm>
              <a:off x="6007425" y="3590650"/>
              <a:ext cx="1075" cy="725"/>
            </a:xfrm>
            <a:custGeom>
              <a:avLst/>
              <a:gdLst/>
              <a:ahLst/>
              <a:cxnLst/>
              <a:rect l="l" t="t" r="r" b="b"/>
              <a:pathLst>
                <a:path w="43" h="29" extrusionOk="0">
                  <a:moveTo>
                    <a:pt x="0" y="1"/>
                  </a:moveTo>
                  <a:lnTo>
                    <a:pt x="28" y="29"/>
                  </a:lnTo>
                  <a:lnTo>
                    <a:pt x="42" y="29"/>
                  </a:lnTo>
                  <a:lnTo>
                    <a:pt x="42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7" name="Google Shape;2147;p56"/>
            <p:cNvSpPr/>
            <p:nvPr/>
          </p:nvSpPr>
          <p:spPr>
            <a:xfrm>
              <a:off x="5495850" y="3630425"/>
              <a:ext cx="4550" cy="4200"/>
            </a:xfrm>
            <a:custGeom>
              <a:avLst/>
              <a:gdLst/>
              <a:ahLst/>
              <a:cxnLst/>
              <a:rect l="l" t="t" r="r" b="b"/>
              <a:pathLst>
                <a:path w="182" h="168" extrusionOk="0">
                  <a:moveTo>
                    <a:pt x="182" y="14"/>
                  </a:moveTo>
                  <a:lnTo>
                    <a:pt x="182" y="14"/>
                  </a:lnTo>
                  <a:cubicBezTo>
                    <a:pt x="182" y="14"/>
                    <a:pt x="182" y="0"/>
                    <a:pt x="182" y="14"/>
                  </a:cubicBezTo>
                  <a:cubicBezTo>
                    <a:pt x="112" y="42"/>
                    <a:pt x="56" y="98"/>
                    <a:pt x="1" y="154"/>
                  </a:cubicBezTo>
                  <a:lnTo>
                    <a:pt x="1" y="167"/>
                  </a:lnTo>
                  <a:lnTo>
                    <a:pt x="28" y="16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8" name="Google Shape;2148;p56"/>
            <p:cNvSpPr/>
            <p:nvPr/>
          </p:nvSpPr>
          <p:spPr>
            <a:xfrm>
              <a:off x="4378925" y="3666325"/>
              <a:ext cx="725" cy="725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0" y="1"/>
                  </a:moveTo>
                  <a:lnTo>
                    <a:pt x="14" y="29"/>
                  </a:lnTo>
                  <a:lnTo>
                    <a:pt x="28" y="29"/>
                  </a:lnTo>
                  <a:lnTo>
                    <a:pt x="28" y="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9" name="Google Shape;2149;p56"/>
            <p:cNvSpPr/>
            <p:nvPr/>
          </p:nvSpPr>
          <p:spPr>
            <a:xfrm>
              <a:off x="2633950" y="1810125"/>
              <a:ext cx="1425" cy="725"/>
            </a:xfrm>
            <a:custGeom>
              <a:avLst/>
              <a:gdLst/>
              <a:ahLst/>
              <a:cxnLst/>
              <a:rect l="l" t="t" r="r" b="b"/>
              <a:pathLst>
                <a:path w="57" h="29" extrusionOk="0">
                  <a:moveTo>
                    <a:pt x="56" y="0"/>
                  </a:moveTo>
                  <a:lnTo>
                    <a:pt x="0" y="14"/>
                  </a:lnTo>
                  <a:lnTo>
                    <a:pt x="14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0" name="Google Shape;2150;p56"/>
            <p:cNvSpPr/>
            <p:nvPr/>
          </p:nvSpPr>
          <p:spPr>
            <a:xfrm>
              <a:off x="3914075" y="1812900"/>
              <a:ext cx="1425" cy="1075"/>
            </a:xfrm>
            <a:custGeom>
              <a:avLst/>
              <a:gdLst/>
              <a:ahLst/>
              <a:cxnLst/>
              <a:rect l="l" t="t" r="r" b="b"/>
              <a:pathLst>
                <a:path w="57" h="43" extrusionOk="0">
                  <a:moveTo>
                    <a:pt x="15" y="1"/>
                  </a:moveTo>
                  <a:cubicBezTo>
                    <a:pt x="15" y="1"/>
                    <a:pt x="15" y="29"/>
                    <a:pt x="1" y="43"/>
                  </a:cubicBezTo>
                  <a:cubicBezTo>
                    <a:pt x="43" y="29"/>
                    <a:pt x="56" y="1"/>
                    <a:pt x="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1" name="Google Shape;2151;p56"/>
            <p:cNvSpPr/>
            <p:nvPr/>
          </p:nvSpPr>
          <p:spPr>
            <a:xfrm>
              <a:off x="3914075" y="1813950"/>
              <a:ext cx="375" cy="725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15" y="1"/>
                  </a:moveTo>
                  <a:cubicBezTo>
                    <a:pt x="15" y="1"/>
                    <a:pt x="1" y="1"/>
                    <a:pt x="1" y="15"/>
                  </a:cubicBezTo>
                  <a:lnTo>
                    <a:pt x="1" y="29"/>
                  </a:lnTo>
                  <a:lnTo>
                    <a:pt x="15" y="29"/>
                  </a:lnTo>
                  <a:cubicBezTo>
                    <a:pt x="1" y="15"/>
                    <a:pt x="15" y="1"/>
                    <a:pt x="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2" name="Google Shape;2152;p56"/>
            <p:cNvSpPr/>
            <p:nvPr/>
          </p:nvSpPr>
          <p:spPr>
            <a:xfrm>
              <a:off x="4651950" y="1820925"/>
              <a:ext cx="1775" cy="725"/>
            </a:xfrm>
            <a:custGeom>
              <a:avLst/>
              <a:gdLst/>
              <a:ahLst/>
              <a:cxnLst/>
              <a:rect l="l" t="t" r="r" b="b"/>
              <a:pathLst>
                <a:path w="71" h="29" extrusionOk="0">
                  <a:moveTo>
                    <a:pt x="1" y="29"/>
                  </a:moveTo>
                  <a:lnTo>
                    <a:pt x="71" y="29"/>
                  </a:lnTo>
                  <a:lnTo>
                    <a:pt x="29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3" name="Google Shape;2153;p56"/>
            <p:cNvSpPr/>
            <p:nvPr/>
          </p:nvSpPr>
          <p:spPr>
            <a:xfrm>
              <a:off x="1757975" y="2225800"/>
              <a:ext cx="725" cy="1400"/>
            </a:xfrm>
            <a:custGeom>
              <a:avLst/>
              <a:gdLst/>
              <a:ahLst/>
              <a:cxnLst/>
              <a:rect l="l" t="t" r="r" b="b"/>
              <a:pathLst>
                <a:path w="29" h="56" extrusionOk="0">
                  <a:moveTo>
                    <a:pt x="0" y="14"/>
                  </a:moveTo>
                  <a:cubicBezTo>
                    <a:pt x="0" y="42"/>
                    <a:pt x="0" y="42"/>
                    <a:pt x="28" y="56"/>
                  </a:cubicBezTo>
                  <a:lnTo>
                    <a:pt x="28" y="0"/>
                  </a:lnTo>
                  <a:cubicBezTo>
                    <a:pt x="0" y="0"/>
                    <a:pt x="0" y="0"/>
                    <a:pt x="0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4" name="Google Shape;2154;p56"/>
            <p:cNvSpPr/>
            <p:nvPr/>
          </p:nvSpPr>
          <p:spPr>
            <a:xfrm>
              <a:off x="1752050" y="2225450"/>
              <a:ext cx="15700" cy="12925"/>
            </a:xfrm>
            <a:custGeom>
              <a:avLst/>
              <a:gdLst/>
              <a:ahLst/>
              <a:cxnLst/>
              <a:rect l="l" t="t" r="r" b="b"/>
              <a:pathLst>
                <a:path w="628" h="517" extrusionOk="0">
                  <a:moveTo>
                    <a:pt x="237" y="70"/>
                  </a:moveTo>
                  <a:lnTo>
                    <a:pt x="237" y="140"/>
                  </a:lnTo>
                  <a:lnTo>
                    <a:pt x="265" y="126"/>
                  </a:lnTo>
                  <a:cubicBezTo>
                    <a:pt x="196" y="181"/>
                    <a:pt x="140" y="265"/>
                    <a:pt x="70" y="321"/>
                  </a:cubicBezTo>
                  <a:cubicBezTo>
                    <a:pt x="0" y="419"/>
                    <a:pt x="0" y="488"/>
                    <a:pt x="70" y="502"/>
                  </a:cubicBezTo>
                  <a:cubicBezTo>
                    <a:pt x="98" y="502"/>
                    <a:pt x="168" y="516"/>
                    <a:pt x="209" y="502"/>
                  </a:cubicBezTo>
                  <a:cubicBezTo>
                    <a:pt x="363" y="391"/>
                    <a:pt x="502" y="265"/>
                    <a:pt x="614" y="98"/>
                  </a:cubicBezTo>
                  <a:cubicBezTo>
                    <a:pt x="628" y="70"/>
                    <a:pt x="600" y="14"/>
                    <a:pt x="544" y="14"/>
                  </a:cubicBezTo>
                  <a:cubicBezTo>
                    <a:pt x="488" y="0"/>
                    <a:pt x="461" y="0"/>
                    <a:pt x="405" y="0"/>
                  </a:cubicBezTo>
                  <a:lnTo>
                    <a:pt x="265" y="140"/>
                  </a:lnTo>
                  <a:cubicBezTo>
                    <a:pt x="265" y="98"/>
                    <a:pt x="265" y="84"/>
                    <a:pt x="237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5" name="Google Shape;2155;p56"/>
            <p:cNvSpPr/>
            <p:nvPr/>
          </p:nvSpPr>
          <p:spPr>
            <a:xfrm>
              <a:off x="5010450" y="1847425"/>
              <a:ext cx="2100" cy="1775"/>
            </a:xfrm>
            <a:custGeom>
              <a:avLst/>
              <a:gdLst/>
              <a:ahLst/>
              <a:cxnLst/>
              <a:rect l="l" t="t" r="r" b="b"/>
              <a:pathLst>
                <a:path w="84" h="71" extrusionOk="0">
                  <a:moveTo>
                    <a:pt x="28" y="71"/>
                  </a:moveTo>
                  <a:cubicBezTo>
                    <a:pt x="56" y="71"/>
                    <a:pt x="70" y="57"/>
                    <a:pt x="84" y="43"/>
                  </a:cubicBezTo>
                  <a:lnTo>
                    <a:pt x="42" y="1"/>
                  </a:lnTo>
                  <a:cubicBezTo>
                    <a:pt x="28" y="1"/>
                    <a:pt x="14" y="15"/>
                    <a:pt x="0" y="43"/>
                  </a:cubicBezTo>
                  <a:cubicBezTo>
                    <a:pt x="14" y="57"/>
                    <a:pt x="14" y="71"/>
                    <a:pt x="28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6" name="Google Shape;2156;p56"/>
            <p:cNvSpPr/>
            <p:nvPr/>
          </p:nvSpPr>
          <p:spPr>
            <a:xfrm>
              <a:off x="1925700" y="2499525"/>
              <a:ext cx="2125" cy="2825"/>
            </a:xfrm>
            <a:custGeom>
              <a:avLst/>
              <a:gdLst/>
              <a:ahLst/>
              <a:cxnLst/>
              <a:rect l="l" t="t" r="r" b="b"/>
              <a:pathLst>
                <a:path w="85" h="113" extrusionOk="0">
                  <a:moveTo>
                    <a:pt x="1" y="70"/>
                  </a:moveTo>
                  <a:cubicBezTo>
                    <a:pt x="29" y="84"/>
                    <a:pt x="43" y="112"/>
                    <a:pt x="84" y="112"/>
                  </a:cubicBezTo>
                  <a:cubicBezTo>
                    <a:pt x="84" y="57"/>
                    <a:pt x="84" y="1"/>
                    <a:pt x="1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7" name="Google Shape;2157;p56"/>
            <p:cNvSpPr/>
            <p:nvPr/>
          </p:nvSpPr>
          <p:spPr>
            <a:xfrm>
              <a:off x="2908375" y="2214625"/>
              <a:ext cx="1425" cy="2475"/>
            </a:xfrm>
            <a:custGeom>
              <a:avLst/>
              <a:gdLst/>
              <a:ahLst/>
              <a:cxnLst/>
              <a:rect l="l" t="t" r="r" b="b"/>
              <a:pathLst>
                <a:path w="57" h="99" extrusionOk="0">
                  <a:moveTo>
                    <a:pt x="1" y="1"/>
                  </a:moveTo>
                  <a:lnTo>
                    <a:pt x="1" y="98"/>
                  </a:lnTo>
                  <a:cubicBezTo>
                    <a:pt x="57" y="70"/>
                    <a:pt x="57" y="43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8" name="Google Shape;2158;p56"/>
            <p:cNvSpPr/>
            <p:nvPr/>
          </p:nvSpPr>
          <p:spPr>
            <a:xfrm>
              <a:off x="4887000" y="1885800"/>
              <a:ext cx="1075" cy="375"/>
            </a:xfrm>
            <a:custGeom>
              <a:avLst/>
              <a:gdLst/>
              <a:ahLst/>
              <a:cxnLst/>
              <a:rect l="l" t="t" r="r" b="b"/>
              <a:pathLst>
                <a:path w="43" h="15" extrusionOk="0">
                  <a:moveTo>
                    <a:pt x="0" y="0"/>
                  </a:moveTo>
                  <a:cubicBezTo>
                    <a:pt x="0" y="14"/>
                    <a:pt x="0" y="14"/>
                    <a:pt x="14" y="14"/>
                  </a:cubicBezTo>
                  <a:lnTo>
                    <a:pt x="42" y="14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9" name="Google Shape;2159;p56"/>
            <p:cNvSpPr/>
            <p:nvPr/>
          </p:nvSpPr>
          <p:spPr>
            <a:xfrm>
              <a:off x="4886300" y="1884400"/>
              <a:ext cx="725" cy="1425"/>
            </a:xfrm>
            <a:custGeom>
              <a:avLst/>
              <a:gdLst/>
              <a:ahLst/>
              <a:cxnLst/>
              <a:rect l="l" t="t" r="r" b="b"/>
              <a:pathLst>
                <a:path w="29" h="57" extrusionOk="0">
                  <a:moveTo>
                    <a:pt x="0" y="42"/>
                  </a:moveTo>
                  <a:cubicBezTo>
                    <a:pt x="0" y="42"/>
                    <a:pt x="14" y="42"/>
                    <a:pt x="28" y="56"/>
                  </a:cubicBezTo>
                  <a:cubicBezTo>
                    <a:pt x="14" y="28"/>
                    <a:pt x="0" y="0"/>
                    <a:pt x="0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0" name="Google Shape;2160;p56"/>
            <p:cNvSpPr/>
            <p:nvPr/>
          </p:nvSpPr>
          <p:spPr>
            <a:xfrm>
              <a:off x="2832725" y="1891025"/>
              <a:ext cx="2100" cy="1775"/>
            </a:xfrm>
            <a:custGeom>
              <a:avLst/>
              <a:gdLst/>
              <a:ahLst/>
              <a:cxnLst/>
              <a:rect l="l" t="t" r="r" b="b"/>
              <a:pathLst>
                <a:path w="84" h="71" extrusionOk="0">
                  <a:moveTo>
                    <a:pt x="56" y="0"/>
                  </a:moveTo>
                  <a:cubicBezTo>
                    <a:pt x="14" y="14"/>
                    <a:pt x="0" y="42"/>
                    <a:pt x="0" y="70"/>
                  </a:cubicBezTo>
                  <a:cubicBezTo>
                    <a:pt x="28" y="56"/>
                    <a:pt x="56" y="42"/>
                    <a:pt x="84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1" name="Google Shape;2161;p56"/>
            <p:cNvSpPr/>
            <p:nvPr/>
          </p:nvSpPr>
          <p:spPr>
            <a:xfrm>
              <a:off x="2606750" y="1898000"/>
              <a:ext cx="1075" cy="1425"/>
            </a:xfrm>
            <a:custGeom>
              <a:avLst/>
              <a:gdLst/>
              <a:ahLst/>
              <a:cxnLst/>
              <a:rect l="l" t="t" r="r" b="b"/>
              <a:pathLst>
                <a:path w="43" h="57" extrusionOk="0">
                  <a:moveTo>
                    <a:pt x="42" y="56"/>
                  </a:moveTo>
                  <a:lnTo>
                    <a:pt x="28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2" name="Google Shape;2162;p56"/>
            <p:cNvSpPr/>
            <p:nvPr/>
          </p:nvSpPr>
          <p:spPr>
            <a:xfrm>
              <a:off x="4545600" y="1960075"/>
              <a:ext cx="1425" cy="725"/>
            </a:xfrm>
            <a:custGeom>
              <a:avLst/>
              <a:gdLst/>
              <a:ahLst/>
              <a:cxnLst/>
              <a:rect l="l" t="t" r="r" b="b"/>
              <a:pathLst>
                <a:path w="57" h="29" extrusionOk="0">
                  <a:moveTo>
                    <a:pt x="56" y="0"/>
                  </a:moveTo>
                  <a:lnTo>
                    <a:pt x="1" y="14"/>
                  </a:lnTo>
                  <a:lnTo>
                    <a:pt x="56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3" name="Google Shape;2163;p56"/>
            <p:cNvSpPr/>
            <p:nvPr/>
          </p:nvSpPr>
          <p:spPr>
            <a:xfrm>
              <a:off x="2709625" y="4405250"/>
              <a:ext cx="725" cy="375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0" y="15"/>
                  </a:moveTo>
                  <a:lnTo>
                    <a:pt x="28" y="15"/>
                  </a:lnTo>
                  <a:lnTo>
                    <a:pt x="28" y="1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4" name="Google Shape;2164;p56"/>
            <p:cNvSpPr/>
            <p:nvPr/>
          </p:nvSpPr>
          <p:spPr>
            <a:xfrm>
              <a:off x="2707175" y="4405600"/>
              <a:ext cx="2475" cy="1775"/>
            </a:xfrm>
            <a:custGeom>
              <a:avLst/>
              <a:gdLst/>
              <a:ahLst/>
              <a:cxnLst/>
              <a:rect l="l" t="t" r="r" b="b"/>
              <a:pathLst>
                <a:path w="99" h="71" extrusionOk="0">
                  <a:moveTo>
                    <a:pt x="98" y="1"/>
                  </a:moveTo>
                  <a:lnTo>
                    <a:pt x="1" y="1"/>
                  </a:lnTo>
                  <a:cubicBezTo>
                    <a:pt x="28" y="71"/>
                    <a:pt x="56" y="71"/>
                    <a:pt x="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5" name="Google Shape;2165;p56"/>
            <p:cNvSpPr/>
            <p:nvPr/>
          </p:nvSpPr>
          <p:spPr>
            <a:xfrm>
              <a:off x="3891750" y="2488375"/>
              <a:ext cx="12250" cy="19550"/>
            </a:xfrm>
            <a:custGeom>
              <a:avLst/>
              <a:gdLst/>
              <a:ahLst/>
              <a:cxnLst/>
              <a:rect l="l" t="t" r="r" b="b"/>
              <a:pathLst>
                <a:path w="490" h="782" extrusionOk="0">
                  <a:moveTo>
                    <a:pt x="57" y="642"/>
                  </a:moveTo>
                  <a:cubicBezTo>
                    <a:pt x="71" y="670"/>
                    <a:pt x="113" y="712"/>
                    <a:pt x="140" y="740"/>
                  </a:cubicBezTo>
                  <a:cubicBezTo>
                    <a:pt x="182" y="782"/>
                    <a:pt x="266" y="726"/>
                    <a:pt x="322" y="656"/>
                  </a:cubicBezTo>
                  <a:cubicBezTo>
                    <a:pt x="489" y="461"/>
                    <a:pt x="489" y="238"/>
                    <a:pt x="461" y="0"/>
                  </a:cubicBezTo>
                  <a:cubicBezTo>
                    <a:pt x="336" y="0"/>
                    <a:pt x="238" y="14"/>
                    <a:pt x="140" y="98"/>
                  </a:cubicBezTo>
                  <a:cubicBezTo>
                    <a:pt x="43" y="224"/>
                    <a:pt x="1" y="349"/>
                    <a:pt x="15" y="489"/>
                  </a:cubicBezTo>
                  <a:cubicBezTo>
                    <a:pt x="15" y="558"/>
                    <a:pt x="15" y="600"/>
                    <a:pt x="57" y="6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6" name="Google Shape;2166;p56"/>
            <p:cNvSpPr/>
            <p:nvPr/>
          </p:nvSpPr>
          <p:spPr>
            <a:xfrm>
              <a:off x="3906400" y="2425950"/>
              <a:ext cx="7700" cy="8750"/>
            </a:xfrm>
            <a:custGeom>
              <a:avLst/>
              <a:gdLst/>
              <a:ahLst/>
              <a:cxnLst/>
              <a:rect l="l" t="t" r="r" b="b"/>
              <a:pathLst>
                <a:path w="308" h="350" extrusionOk="0">
                  <a:moveTo>
                    <a:pt x="168" y="349"/>
                  </a:moveTo>
                  <a:cubicBezTo>
                    <a:pt x="182" y="349"/>
                    <a:pt x="224" y="349"/>
                    <a:pt x="238" y="321"/>
                  </a:cubicBezTo>
                  <a:cubicBezTo>
                    <a:pt x="294" y="280"/>
                    <a:pt x="308" y="210"/>
                    <a:pt x="280" y="140"/>
                  </a:cubicBezTo>
                  <a:cubicBezTo>
                    <a:pt x="238" y="84"/>
                    <a:pt x="182" y="42"/>
                    <a:pt x="154" y="1"/>
                  </a:cubicBezTo>
                  <a:cubicBezTo>
                    <a:pt x="112" y="15"/>
                    <a:pt x="84" y="15"/>
                    <a:pt x="71" y="28"/>
                  </a:cubicBezTo>
                  <a:cubicBezTo>
                    <a:pt x="15" y="84"/>
                    <a:pt x="1" y="154"/>
                    <a:pt x="15" y="224"/>
                  </a:cubicBezTo>
                  <a:cubicBezTo>
                    <a:pt x="29" y="294"/>
                    <a:pt x="98" y="335"/>
                    <a:pt x="168" y="3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7" name="Google Shape;2167;p56"/>
            <p:cNvSpPr/>
            <p:nvPr/>
          </p:nvSpPr>
          <p:spPr>
            <a:xfrm>
              <a:off x="3850950" y="2543475"/>
              <a:ext cx="4225" cy="4550"/>
            </a:xfrm>
            <a:custGeom>
              <a:avLst/>
              <a:gdLst/>
              <a:ahLst/>
              <a:cxnLst/>
              <a:rect l="l" t="t" r="r" b="b"/>
              <a:pathLst>
                <a:path w="169" h="182" extrusionOk="0">
                  <a:moveTo>
                    <a:pt x="127" y="182"/>
                  </a:moveTo>
                  <a:cubicBezTo>
                    <a:pt x="140" y="182"/>
                    <a:pt x="154" y="154"/>
                    <a:pt x="168" y="140"/>
                  </a:cubicBezTo>
                  <a:cubicBezTo>
                    <a:pt x="154" y="112"/>
                    <a:pt x="140" y="56"/>
                    <a:pt x="127" y="42"/>
                  </a:cubicBezTo>
                  <a:cubicBezTo>
                    <a:pt x="85" y="0"/>
                    <a:pt x="29" y="0"/>
                    <a:pt x="15" y="56"/>
                  </a:cubicBezTo>
                  <a:cubicBezTo>
                    <a:pt x="1" y="98"/>
                    <a:pt x="1" y="140"/>
                    <a:pt x="29" y="154"/>
                  </a:cubicBezTo>
                  <a:cubicBezTo>
                    <a:pt x="29" y="154"/>
                    <a:pt x="71" y="182"/>
                    <a:pt x="127" y="1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8" name="Google Shape;2168;p56"/>
            <p:cNvSpPr/>
            <p:nvPr/>
          </p:nvSpPr>
          <p:spPr>
            <a:xfrm>
              <a:off x="3945475" y="2459075"/>
              <a:ext cx="6300" cy="6650"/>
            </a:xfrm>
            <a:custGeom>
              <a:avLst/>
              <a:gdLst/>
              <a:ahLst/>
              <a:cxnLst/>
              <a:rect l="l" t="t" r="r" b="b"/>
              <a:pathLst>
                <a:path w="252" h="266" extrusionOk="0">
                  <a:moveTo>
                    <a:pt x="70" y="224"/>
                  </a:moveTo>
                  <a:cubicBezTo>
                    <a:pt x="140" y="266"/>
                    <a:pt x="195" y="210"/>
                    <a:pt x="223" y="154"/>
                  </a:cubicBezTo>
                  <a:cubicBezTo>
                    <a:pt x="223" y="140"/>
                    <a:pt x="251" y="98"/>
                    <a:pt x="251" y="84"/>
                  </a:cubicBezTo>
                  <a:cubicBezTo>
                    <a:pt x="251" y="29"/>
                    <a:pt x="140" y="1"/>
                    <a:pt x="70" y="29"/>
                  </a:cubicBezTo>
                  <a:cubicBezTo>
                    <a:pt x="28" y="57"/>
                    <a:pt x="0" y="98"/>
                    <a:pt x="0" y="126"/>
                  </a:cubicBezTo>
                  <a:cubicBezTo>
                    <a:pt x="0" y="154"/>
                    <a:pt x="42" y="210"/>
                    <a:pt x="70" y="2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9" name="Google Shape;2169;p56"/>
            <p:cNvSpPr/>
            <p:nvPr/>
          </p:nvSpPr>
          <p:spPr>
            <a:xfrm>
              <a:off x="3902575" y="2487675"/>
              <a:ext cx="1075" cy="1075"/>
            </a:xfrm>
            <a:custGeom>
              <a:avLst/>
              <a:gdLst/>
              <a:ahLst/>
              <a:cxnLst/>
              <a:rect l="l" t="t" r="r" b="b"/>
              <a:pathLst>
                <a:path w="43" h="43" extrusionOk="0">
                  <a:moveTo>
                    <a:pt x="42" y="1"/>
                  </a:moveTo>
                  <a:lnTo>
                    <a:pt x="0" y="28"/>
                  </a:lnTo>
                  <a:lnTo>
                    <a:pt x="0" y="42"/>
                  </a:lnTo>
                  <a:lnTo>
                    <a:pt x="28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0" name="Google Shape;2170;p56"/>
            <p:cNvSpPr/>
            <p:nvPr/>
          </p:nvSpPr>
          <p:spPr>
            <a:xfrm>
              <a:off x="3941975" y="2480350"/>
              <a:ext cx="1075" cy="1425"/>
            </a:xfrm>
            <a:custGeom>
              <a:avLst/>
              <a:gdLst/>
              <a:ahLst/>
              <a:cxnLst/>
              <a:rect l="l" t="t" r="r" b="b"/>
              <a:pathLst>
                <a:path w="43" h="57" extrusionOk="0">
                  <a:moveTo>
                    <a:pt x="1" y="56"/>
                  </a:moveTo>
                  <a:lnTo>
                    <a:pt x="42" y="15"/>
                  </a:lnTo>
                  <a:cubicBezTo>
                    <a:pt x="42" y="15"/>
                    <a:pt x="42" y="1"/>
                    <a:pt x="15" y="1"/>
                  </a:cubicBezTo>
                  <a:lnTo>
                    <a:pt x="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71" name="Google Shape;2171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REFRENCES</a:t>
            </a:r>
            <a:endParaRPr dirty="0"/>
          </a:p>
        </p:txBody>
      </p:sp>
      <p:sp>
        <p:nvSpPr>
          <p:cNvPr id="2173" name="Google Shape;2173;p56"/>
          <p:cNvSpPr txBox="1">
            <a:spLocks noGrp="1"/>
          </p:cNvSpPr>
          <p:nvPr>
            <p:ph type="subTitle" idx="4294967295"/>
          </p:nvPr>
        </p:nvSpPr>
        <p:spPr>
          <a:xfrm flipH="1">
            <a:off x="1246973" y="2508374"/>
            <a:ext cx="2700557" cy="7329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/>
              <a:t>Physio.net</a:t>
            </a:r>
            <a:endParaRPr sz="2000" b="1" dirty="0"/>
          </a:p>
        </p:txBody>
      </p:sp>
      <p:sp>
        <p:nvSpPr>
          <p:cNvPr id="2175" name="Google Shape;2175;p56"/>
          <p:cNvSpPr txBox="1">
            <a:spLocks noGrp="1"/>
          </p:cNvSpPr>
          <p:nvPr>
            <p:ph type="subTitle" idx="4294967295"/>
          </p:nvPr>
        </p:nvSpPr>
        <p:spPr>
          <a:xfrm flipH="1">
            <a:off x="1246975" y="3627150"/>
            <a:ext cx="2336284" cy="732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/>
              <a:t>CITI Data</a:t>
            </a:r>
            <a:endParaRPr sz="2000" b="1" dirty="0"/>
          </a:p>
        </p:txBody>
      </p:sp>
      <p:sp>
        <p:nvSpPr>
          <p:cNvPr id="2176" name="Google Shape;2176;p56"/>
          <p:cNvSpPr txBox="1">
            <a:spLocks noGrp="1"/>
          </p:cNvSpPr>
          <p:nvPr>
            <p:ph type="subTitle" idx="4294967295"/>
          </p:nvPr>
        </p:nvSpPr>
        <p:spPr>
          <a:xfrm flipH="1">
            <a:off x="1246975" y="1782650"/>
            <a:ext cx="2131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</a:t>
            </a:r>
            <a:endParaRPr sz="1400" dirty="0"/>
          </a:p>
        </p:txBody>
      </p:sp>
      <p:sp>
        <p:nvSpPr>
          <p:cNvPr id="2177" name="Google Shape;2177;p56"/>
          <p:cNvSpPr txBox="1">
            <a:spLocks noGrp="1"/>
          </p:cNvSpPr>
          <p:nvPr>
            <p:ph type="subTitle" idx="4294967295"/>
          </p:nvPr>
        </p:nvSpPr>
        <p:spPr>
          <a:xfrm flipH="1">
            <a:off x="1246973" y="1393975"/>
            <a:ext cx="2514703" cy="8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/>
              <a:t>KNIME Documentation</a:t>
            </a:r>
            <a:endParaRPr sz="2000" b="1" dirty="0"/>
          </a:p>
        </p:txBody>
      </p:sp>
      <p:grpSp>
        <p:nvGrpSpPr>
          <p:cNvPr id="2178" name="Google Shape;2178;p56"/>
          <p:cNvGrpSpPr/>
          <p:nvPr/>
        </p:nvGrpSpPr>
        <p:grpSpPr>
          <a:xfrm>
            <a:off x="4006725" y="2434252"/>
            <a:ext cx="375203" cy="556889"/>
            <a:chOff x="2042000" y="238125"/>
            <a:chExt cx="3516425" cy="5219200"/>
          </a:xfrm>
        </p:grpSpPr>
        <p:sp>
          <p:nvSpPr>
            <p:cNvPr id="2179" name="Google Shape;2179;p56"/>
            <p:cNvSpPr/>
            <p:nvPr/>
          </p:nvSpPr>
          <p:spPr>
            <a:xfrm>
              <a:off x="2424450" y="620575"/>
              <a:ext cx="2752325" cy="2752325"/>
            </a:xfrm>
            <a:custGeom>
              <a:avLst/>
              <a:gdLst/>
              <a:ahLst/>
              <a:cxnLst/>
              <a:rect l="l" t="t" r="r" b="b"/>
              <a:pathLst>
                <a:path w="110093" h="110093" extrusionOk="0">
                  <a:moveTo>
                    <a:pt x="55031" y="1"/>
                  </a:moveTo>
                  <a:cubicBezTo>
                    <a:pt x="42407" y="1"/>
                    <a:pt x="30076" y="4372"/>
                    <a:pt x="20323" y="12331"/>
                  </a:cubicBezTo>
                  <a:lnTo>
                    <a:pt x="24172" y="17061"/>
                  </a:lnTo>
                  <a:cubicBezTo>
                    <a:pt x="32849" y="10015"/>
                    <a:pt x="43809" y="6101"/>
                    <a:pt x="55031" y="6101"/>
                  </a:cubicBezTo>
                  <a:cubicBezTo>
                    <a:pt x="82007" y="6101"/>
                    <a:pt x="103960" y="28054"/>
                    <a:pt x="103960" y="55030"/>
                  </a:cubicBezTo>
                  <a:cubicBezTo>
                    <a:pt x="103960" y="82007"/>
                    <a:pt x="82007" y="103960"/>
                    <a:pt x="55031" y="103960"/>
                  </a:cubicBezTo>
                  <a:cubicBezTo>
                    <a:pt x="28054" y="103960"/>
                    <a:pt x="6101" y="82007"/>
                    <a:pt x="6101" y="55030"/>
                  </a:cubicBezTo>
                  <a:cubicBezTo>
                    <a:pt x="6101" y="42243"/>
                    <a:pt x="11026" y="30141"/>
                    <a:pt x="19932" y="20943"/>
                  </a:cubicBezTo>
                  <a:lnTo>
                    <a:pt x="15528" y="16702"/>
                  </a:lnTo>
                  <a:cubicBezTo>
                    <a:pt x="5514" y="27010"/>
                    <a:pt x="1" y="40645"/>
                    <a:pt x="1" y="55030"/>
                  </a:cubicBezTo>
                  <a:cubicBezTo>
                    <a:pt x="1" y="85400"/>
                    <a:pt x="24694" y="110093"/>
                    <a:pt x="55031" y="110093"/>
                  </a:cubicBezTo>
                  <a:cubicBezTo>
                    <a:pt x="85367" y="110093"/>
                    <a:pt x="110093" y="85400"/>
                    <a:pt x="110093" y="55030"/>
                  </a:cubicBezTo>
                  <a:cubicBezTo>
                    <a:pt x="110093" y="24694"/>
                    <a:pt x="85367" y="1"/>
                    <a:pt x="55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56"/>
            <p:cNvSpPr/>
            <p:nvPr/>
          </p:nvSpPr>
          <p:spPr>
            <a:xfrm>
              <a:off x="4680125" y="3374525"/>
              <a:ext cx="214500" cy="214500"/>
            </a:xfrm>
            <a:custGeom>
              <a:avLst/>
              <a:gdLst/>
              <a:ahLst/>
              <a:cxnLst/>
              <a:rect l="l" t="t" r="r" b="b"/>
              <a:pathLst>
                <a:path w="8580" h="8580" extrusionOk="0">
                  <a:moveTo>
                    <a:pt x="3719" y="0"/>
                  </a:moveTo>
                  <a:cubicBezTo>
                    <a:pt x="2447" y="1696"/>
                    <a:pt x="1207" y="3295"/>
                    <a:pt x="0" y="4828"/>
                  </a:cubicBezTo>
                  <a:lnTo>
                    <a:pt x="4861" y="8579"/>
                  </a:lnTo>
                  <a:cubicBezTo>
                    <a:pt x="6035" y="7013"/>
                    <a:pt x="7275" y="5415"/>
                    <a:pt x="8579" y="3719"/>
                  </a:cubicBezTo>
                  <a:lnTo>
                    <a:pt x="37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56"/>
            <p:cNvSpPr/>
            <p:nvPr/>
          </p:nvSpPr>
          <p:spPr>
            <a:xfrm>
              <a:off x="2042000" y="238125"/>
              <a:ext cx="3516425" cy="5219200"/>
            </a:xfrm>
            <a:custGeom>
              <a:avLst/>
              <a:gdLst/>
              <a:ahLst/>
              <a:cxnLst/>
              <a:rect l="l" t="t" r="r" b="b"/>
              <a:pathLst>
                <a:path w="140657" h="208768" extrusionOk="0">
                  <a:moveTo>
                    <a:pt x="86508" y="168286"/>
                  </a:moveTo>
                  <a:cubicBezTo>
                    <a:pt x="97044" y="171515"/>
                    <a:pt x="103960" y="177778"/>
                    <a:pt x="103960" y="184302"/>
                  </a:cubicBezTo>
                  <a:cubicBezTo>
                    <a:pt x="103960" y="194251"/>
                    <a:pt x="88563" y="202667"/>
                    <a:pt x="70329" y="202667"/>
                  </a:cubicBezTo>
                  <a:cubicBezTo>
                    <a:pt x="52094" y="202667"/>
                    <a:pt x="36697" y="194251"/>
                    <a:pt x="36697" y="184302"/>
                  </a:cubicBezTo>
                  <a:cubicBezTo>
                    <a:pt x="36697" y="177778"/>
                    <a:pt x="43613" y="171515"/>
                    <a:pt x="54149" y="168286"/>
                  </a:cubicBezTo>
                  <a:cubicBezTo>
                    <a:pt x="56498" y="172461"/>
                    <a:pt x="58879" y="177093"/>
                    <a:pt x="61456" y="182541"/>
                  </a:cubicBezTo>
                  <a:lnTo>
                    <a:pt x="61619" y="182867"/>
                  </a:lnTo>
                  <a:cubicBezTo>
                    <a:pt x="63087" y="186064"/>
                    <a:pt x="65142" y="190435"/>
                    <a:pt x="70329" y="190435"/>
                  </a:cubicBezTo>
                  <a:cubicBezTo>
                    <a:pt x="75515" y="190435"/>
                    <a:pt x="77570" y="186064"/>
                    <a:pt x="79071" y="182867"/>
                  </a:cubicBezTo>
                  <a:lnTo>
                    <a:pt x="79201" y="182541"/>
                  </a:lnTo>
                  <a:cubicBezTo>
                    <a:pt x="81778" y="177093"/>
                    <a:pt x="84159" y="172461"/>
                    <a:pt x="86508" y="168286"/>
                  </a:cubicBezTo>
                  <a:close/>
                  <a:moveTo>
                    <a:pt x="70329" y="0"/>
                  </a:moveTo>
                  <a:cubicBezTo>
                    <a:pt x="31544" y="0"/>
                    <a:pt x="0" y="31543"/>
                    <a:pt x="0" y="70328"/>
                  </a:cubicBezTo>
                  <a:cubicBezTo>
                    <a:pt x="0" y="85431"/>
                    <a:pt x="4697" y="99817"/>
                    <a:pt x="13603" y="111919"/>
                  </a:cubicBezTo>
                  <a:cubicBezTo>
                    <a:pt x="20942" y="121933"/>
                    <a:pt x="26748" y="129436"/>
                    <a:pt x="31870" y="136090"/>
                  </a:cubicBezTo>
                  <a:cubicBezTo>
                    <a:pt x="39764" y="146333"/>
                    <a:pt x="45472" y="153705"/>
                    <a:pt x="51018" y="162871"/>
                  </a:cubicBezTo>
                  <a:cubicBezTo>
                    <a:pt x="38459" y="167112"/>
                    <a:pt x="30565" y="175234"/>
                    <a:pt x="30565" y="184302"/>
                  </a:cubicBezTo>
                  <a:cubicBezTo>
                    <a:pt x="30565" y="198035"/>
                    <a:pt x="48049" y="208767"/>
                    <a:pt x="70329" y="208767"/>
                  </a:cubicBezTo>
                  <a:cubicBezTo>
                    <a:pt x="92608" y="208767"/>
                    <a:pt x="110092" y="198035"/>
                    <a:pt x="110092" y="184302"/>
                  </a:cubicBezTo>
                  <a:cubicBezTo>
                    <a:pt x="110092" y="175234"/>
                    <a:pt x="102198" y="167112"/>
                    <a:pt x="89640" y="162871"/>
                  </a:cubicBezTo>
                  <a:cubicBezTo>
                    <a:pt x="94728" y="154488"/>
                    <a:pt x="99882" y="147638"/>
                    <a:pt x="106634" y="138863"/>
                  </a:cubicBezTo>
                  <a:lnTo>
                    <a:pt x="101807" y="135144"/>
                  </a:lnTo>
                  <a:cubicBezTo>
                    <a:pt x="90292" y="150084"/>
                    <a:pt x="83311" y="159511"/>
                    <a:pt x="73688" y="179931"/>
                  </a:cubicBezTo>
                  <a:lnTo>
                    <a:pt x="73525" y="180290"/>
                  </a:lnTo>
                  <a:cubicBezTo>
                    <a:pt x="72090" y="183291"/>
                    <a:pt x="71438" y="184302"/>
                    <a:pt x="70329" y="184302"/>
                  </a:cubicBezTo>
                  <a:cubicBezTo>
                    <a:pt x="69219" y="184302"/>
                    <a:pt x="68567" y="183291"/>
                    <a:pt x="67132" y="180290"/>
                  </a:cubicBezTo>
                  <a:lnTo>
                    <a:pt x="66969" y="179931"/>
                  </a:lnTo>
                  <a:cubicBezTo>
                    <a:pt x="56824" y="158435"/>
                    <a:pt x="49680" y="149171"/>
                    <a:pt x="36730" y="132339"/>
                  </a:cubicBezTo>
                  <a:cubicBezTo>
                    <a:pt x="31609" y="125750"/>
                    <a:pt x="25835" y="118247"/>
                    <a:pt x="18528" y="108298"/>
                  </a:cubicBezTo>
                  <a:cubicBezTo>
                    <a:pt x="10406" y="97240"/>
                    <a:pt x="6100" y="84127"/>
                    <a:pt x="6100" y="70328"/>
                  </a:cubicBezTo>
                  <a:cubicBezTo>
                    <a:pt x="6100" y="34936"/>
                    <a:pt x="34903" y="6133"/>
                    <a:pt x="70329" y="6133"/>
                  </a:cubicBezTo>
                  <a:cubicBezTo>
                    <a:pt x="105754" y="6133"/>
                    <a:pt x="134557" y="34936"/>
                    <a:pt x="134557" y="70328"/>
                  </a:cubicBezTo>
                  <a:cubicBezTo>
                    <a:pt x="134557" y="84127"/>
                    <a:pt x="130251" y="97240"/>
                    <a:pt x="122129" y="108298"/>
                  </a:cubicBezTo>
                  <a:cubicBezTo>
                    <a:pt x="119095" y="112408"/>
                    <a:pt x="116094" y="116453"/>
                    <a:pt x="112963" y="120596"/>
                  </a:cubicBezTo>
                  <a:lnTo>
                    <a:pt x="117823" y="124282"/>
                  </a:lnTo>
                  <a:cubicBezTo>
                    <a:pt x="120987" y="120106"/>
                    <a:pt x="124021" y="116061"/>
                    <a:pt x="127055" y="111919"/>
                  </a:cubicBezTo>
                  <a:cubicBezTo>
                    <a:pt x="135960" y="99817"/>
                    <a:pt x="140657" y="85431"/>
                    <a:pt x="140657" y="70328"/>
                  </a:cubicBezTo>
                  <a:cubicBezTo>
                    <a:pt x="140657" y="31543"/>
                    <a:pt x="109114" y="0"/>
                    <a:pt x="70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56"/>
            <p:cNvSpPr/>
            <p:nvPr/>
          </p:nvSpPr>
          <p:spPr>
            <a:xfrm>
              <a:off x="4259325" y="11555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56"/>
            <p:cNvSpPr/>
            <p:nvPr/>
          </p:nvSpPr>
          <p:spPr>
            <a:xfrm>
              <a:off x="3953525" y="10030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4" name="Google Shape;2184;p56"/>
          <p:cNvSpPr txBox="1"/>
          <p:nvPr/>
        </p:nvSpPr>
        <p:spPr>
          <a:xfrm>
            <a:off x="4006675" y="2430650"/>
            <a:ext cx="4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sz="12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185" name="Google Shape;2185;p56"/>
          <p:cNvGrpSpPr/>
          <p:nvPr/>
        </p:nvGrpSpPr>
        <p:grpSpPr>
          <a:xfrm>
            <a:off x="7115100" y="1983527"/>
            <a:ext cx="375203" cy="556889"/>
            <a:chOff x="2042000" y="238125"/>
            <a:chExt cx="3516425" cy="5219200"/>
          </a:xfrm>
        </p:grpSpPr>
        <p:sp>
          <p:nvSpPr>
            <p:cNvPr id="2186" name="Google Shape;2186;p56"/>
            <p:cNvSpPr/>
            <p:nvPr/>
          </p:nvSpPr>
          <p:spPr>
            <a:xfrm>
              <a:off x="2424450" y="620575"/>
              <a:ext cx="2752325" cy="2752325"/>
            </a:xfrm>
            <a:custGeom>
              <a:avLst/>
              <a:gdLst/>
              <a:ahLst/>
              <a:cxnLst/>
              <a:rect l="l" t="t" r="r" b="b"/>
              <a:pathLst>
                <a:path w="110093" h="110093" extrusionOk="0">
                  <a:moveTo>
                    <a:pt x="55031" y="1"/>
                  </a:moveTo>
                  <a:cubicBezTo>
                    <a:pt x="42407" y="1"/>
                    <a:pt x="30076" y="4372"/>
                    <a:pt x="20323" y="12331"/>
                  </a:cubicBezTo>
                  <a:lnTo>
                    <a:pt x="24172" y="17061"/>
                  </a:lnTo>
                  <a:cubicBezTo>
                    <a:pt x="32849" y="10015"/>
                    <a:pt x="43809" y="6101"/>
                    <a:pt x="55031" y="6101"/>
                  </a:cubicBezTo>
                  <a:cubicBezTo>
                    <a:pt x="82007" y="6101"/>
                    <a:pt x="103960" y="28054"/>
                    <a:pt x="103960" y="55030"/>
                  </a:cubicBezTo>
                  <a:cubicBezTo>
                    <a:pt x="103960" y="82007"/>
                    <a:pt x="82007" y="103960"/>
                    <a:pt x="55031" y="103960"/>
                  </a:cubicBezTo>
                  <a:cubicBezTo>
                    <a:pt x="28054" y="103960"/>
                    <a:pt x="6101" y="82007"/>
                    <a:pt x="6101" y="55030"/>
                  </a:cubicBezTo>
                  <a:cubicBezTo>
                    <a:pt x="6101" y="42243"/>
                    <a:pt x="11026" y="30141"/>
                    <a:pt x="19932" y="20943"/>
                  </a:cubicBezTo>
                  <a:lnTo>
                    <a:pt x="15528" y="16702"/>
                  </a:lnTo>
                  <a:cubicBezTo>
                    <a:pt x="5514" y="27010"/>
                    <a:pt x="1" y="40645"/>
                    <a:pt x="1" y="55030"/>
                  </a:cubicBezTo>
                  <a:cubicBezTo>
                    <a:pt x="1" y="85400"/>
                    <a:pt x="24694" y="110093"/>
                    <a:pt x="55031" y="110093"/>
                  </a:cubicBezTo>
                  <a:cubicBezTo>
                    <a:pt x="85367" y="110093"/>
                    <a:pt x="110093" y="85400"/>
                    <a:pt x="110093" y="55030"/>
                  </a:cubicBezTo>
                  <a:cubicBezTo>
                    <a:pt x="110093" y="24694"/>
                    <a:pt x="85367" y="1"/>
                    <a:pt x="55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56"/>
            <p:cNvSpPr/>
            <p:nvPr/>
          </p:nvSpPr>
          <p:spPr>
            <a:xfrm>
              <a:off x="4680125" y="3374525"/>
              <a:ext cx="214500" cy="214500"/>
            </a:xfrm>
            <a:custGeom>
              <a:avLst/>
              <a:gdLst/>
              <a:ahLst/>
              <a:cxnLst/>
              <a:rect l="l" t="t" r="r" b="b"/>
              <a:pathLst>
                <a:path w="8580" h="8580" extrusionOk="0">
                  <a:moveTo>
                    <a:pt x="3719" y="0"/>
                  </a:moveTo>
                  <a:cubicBezTo>
                    <a:pt x="2447" y="1696"/>
                    <a:pt x="1207" y="3295"/>
                    <a:pt x="0" y="4828"/>
                  </a:cubicBezTo>
                  <a:lnTo>
                    <a:pt x="4861" y="8579"/>
                  </a:lnTo>
                  <a:cubicBezTo>
                    <a:pt x="6035" y="7013"/>
                    <a:pt x="7275" y="5415"/>
                    <a:pt x="8579" y="3719"/>
                  </a:cubicBezTo>
                  <a:lnTo>
                    <a:pt x="37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56"/>
            <p:cNvSpPr/>
            <p:nvPr/>
          </p:nvSpPr>
          <p:spPr>
            <a:xfrm>
              <a:off x="2042000" y="238125"/>
              <a:ext cx="3516425" cy="5219200"/>
            </a:xfrm>
            <a:custGeom>
              <a:avLst/>
              <a:gdLst/>
              <a:ahLst/>
              <a:cxnLst/>
              <a:rect l="l" t="t" r="r" b="b"/>
              <a:pathLst>
                <a:path w="140657" h="208768" extrusionOk="0">
                  <a:moveTo>
                    <a:pt x="86508" y="168286"/>
                  </a:moveTo>
                  <a:cubicBezTo>
                    <a:pt x="97044" y="171515"/>
                    <a:pt x="103960" y="177778"/>
                    <a:pt x="103960" y="184302"/>
                  </a:cubicBezTo>
                  <a:cubicBezTo>
                    <a:pt x="103960" y="194251"/>
                    <a:pt x="88563" y="202667"/>
                    <a:pt x="70329" y="202667"/>
                  </a:cubicBezTo>
                  <a:cubicBezTo>
                    <a:pt x="52094" y="202667"/>
                    <a:pt x="36697" y="194251"/>
                    <a:pt x="36697" y="184302"/>
                  </a:cubicBezTo>
                  <a:cubicBezTo>
                    <a:pt x="36697" y="177778"/>
                    <a:pt x="43613" y="171515"/>
                    <a:pt x="54149" y="168286"/>
                  </a:cubicBezTo>
                  <a:cubicBezTo>
                    <a:pt x="56498" y="172461"/>
                    <a:pt x="58879" y="177093"/>
                    <a:pt x="61456" y="182541"/>
                  </a:cubicBezTo>
                  <a:lnTo>
                    <a:pt x="61619" y="182867"/>
                  </a:lnTo>
                  <a:cubicBezTo>
                    <a:pt x="63087" y="186064"/>
                    <a:pt x="65142" y="190435"/>
                    <a:pt x="70329" y="190435"/>
                  </a:cubicBezTo>
                  <a:cubicBezTo>
                    <a:pt x="75515" y="190435"/>
                    <a:pt x="77570" y="186064"/>
                    <a:pt x="79071" y="182867"/>
                  </a:cubicBezTo>
                  <a:lnTo>
                    <a:pt x="79201" y="182541"/>
                  </a:lnTo>
                  <a:cubicBezTo>
                    <a:pt x="81778" y="177093"/>
                    <a:pt x="84159" y="172461"/>
                    <a:pt x="86508" y="168286"/>
                  </a:cubicBezTo>
                  <a:close/>
                  <a:moveTo>
                    <a:pt x="70329" y="0"/>
                  </a:moveTo>
                  <a:cubicBezTo>
                    <a:pt x="31544" y="0"/>
                    <a:pt x="0" y="31543"/>
                    <a:pt x="0" y="70328"/>
                  </a:cubicBezTo>
                  <a:cubicBezTo>
                    <a:pt x="0" y="85431"/>
                    <a:pt x="4697" y="99817"/>
                    <a:pt x="13603" y="111919"/>
                  </a:cubicBezTo>
                  <a:cubicBezTo>
                    <a:pt x="20942" y="121933"/>
                    <a:pt x="26748" y="129436"/>
                    <a:pt x="31870" y="136090"/>
                  </a:cubicBezTo>
                  <a:cubicBezTo>
                    <a:pt x="39764" y="146333"/>
                    <a:pt x="45472" y="153705"/>
                    <a:pt x="51018" y="162871"/>
                  </a:cubicBezTo>
                  <a:cubicBezTo>
                    <a:pt x="38459" y="167112"/>
                    <a:pt x="30565" y="175234"/>
                    <a:pt x="30565" y="184302"/>
                  </a:cubicBezTo>
                  <a:cubicBezTo>
                    <a:pt x="30565" y="198035"/>
                    <a:pt x="48049" y="208767"/>
                    <a:pt x="70329" y="208767"/>
                  </a:cubicBezTo>
                  <a:cubicBezTo>
                    <a:pt x="92608" y="208767"/>
                    <a:pt x="110092" y="198035"/>
                    <a:pt x="110092" y="184302"/>
                  </a:cubicBezTo>
                  <a:cubicBezTo>
                    <a:pt x="110092" y="175234"/>
                    <a:pt x="102198" y="167112"/>
                    <a:pt x="89640" y="162871"/>
                  </a:cubicBezTo>
                  <a:cubicBezTo>
                    <a:pt x="94728" y="154488"/>
                    <a:pt x="99882" y="147638"/>
                    <a:pt x="106634" y="138863"/>
                  </a:cubicBezTo>
                  <a:lnTo>
                    <a:pt x="101807" y="135144"/>
                  </a:lnTo>
                  <a:cubicBezTo>
                    <a:pt x="90292" y="150084"/>
                    <a:pt x="83311" y="159511"/>
                    <a:pt x="73688" y="179931"/>
                  </a:cubicBezTo>
                  <a:lnTo>
                    <a:pt x="73525" y="180290"/>
                  </a:lnTo>
                  <a:cubicBezTo>
                    <a:pt x="72090" y="183291"/>
                    <a:pt x="71438" y="184302"/>
                    <a:pt x="70329" y="184302"/>
                  </a:cubicBezTo>
                  <a:cubicBezTo>
                    <a:pt x="69219" y="184302"/>
                    <a:pt x="68567" y="183291"/>
                    <a:pt x="67132" y="180290"/>
                  </a:cubicBezTo>
                  <a:lnTo>
                    <a:pt x="66969" y="179931"/>
                  </a:lnTo>
                  <a:cubicBezTo>
                    <a:pt x="56824" y="158435"/>
                    <a:pt x="49680" y="149171"/>
                    <a:pt x="36730" y="132339"/>
                  </a:cubicBezTo>
                  <a:cubicBezTo>
                    <a:pt x="31609" y="125750"/>
                    <a:pt x="25835" y="118247"/>
                    <a:pt x="18528" y="108298"/>
                  </a:cubicBezTo>
                  <a:cubicBezTo>
                    <a:pt x="10406" y="97240"/>
                    <a:pt x="6100" y="84127"/>
                    <a:pt x="6100" y="70328"/>
                  </a:cubicBezTo>
                  <a:cubicBezTo>
                    <a:pt x="6100" y="34936"/>
                    <a:pt x="34903" y="6133"/>
                    <a:pt x="70329" y="6133"/>
                  </a:cubicBezTo>
                  <a:cubicBezTo>
                    <a:pt x="105754" y="6133"/>
                    <a:pt x="134557" y="34936"/>
                    <a:pt x="134557" y="70328"/>
                  </a:cubicBezTo>
                  <a:cubicBezTo>
                    <a:pt x="134557" y="84127"/>
                    <a:pt x="130251" y="97240"/>
                    <a:pt x="122129" y="108298"/>
                  </a:cubicBezTo>
                  <a:cubicBezTo>
                    <a:pt x="119095" y="112408"/>
                    <a:pt x="116094" y="116453"/>
                    <a:pt x="112963" y="120596"/>
                  </a:cubicBezTo>
                  <a:lnTo>
                    <a:pt x="117823" y="124282"/>
                  </a:lnTo>
                  <a:cubicBezTo>
                    <a:pt x="120987" y="120106"/>
                    <a:pt x="124021" y="116061"/>
                    <a:pt x="127055" y="111919"/>
                  </a:cubicBezTo>
                  <a:cubicBezTo>
                    <a:pt x="135960" y="99817"/>
                    <a:pt x="140657" y="85431"/>
                    <a:pt x="140657" y="70328"/>
                  </a:cubicBezTo>
                  <a:cubicBezTo>
                    <a:pt x="140657" y="31543"/>
                    <a:pt x="109114" y="0"/>
                    <a:pt x="70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56"/>
            <p:cNvSpPr/>
            <p:nvPr/>
          </p:nvSpPr>
          <p:spPr>
            <a:xfrm>
              <a:off x="4259325" y="11555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56"/>
            <p:cNvSpPr/>
            <p:nvPr/>
          </p:nvSpPr>
          <p:spPr>
            <a:xfrm>
              <a:off x="3953525" y="10030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1" name="Google Shape;2191;p56"/>
          <p:cNvSpPr txBox="1"/>
          <p:nvPr/>
        </p:nvSpPr>
        <p:spPr>
          <a:xfrm>
            <a:off x="7115050" y="1979925"/>
            <a:ext cx="4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sz="12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192" name="Google Shape;2192;p56"/>
          <p:cNvGrpSpPr/>
          <p:nvPr/>
        </p:nvGrpSpPr>
        <p:grpSpPr>
          <a:xfrm>
            <a:off x="5940600" y="3067727"/>
            <a:ext cx="375203" cy="556889"/>
            <a:chOff x="2042000" y="238125"/>
            <a:chExt cx="3516425" cy="5219200"/>
          </a:xfrm>
        </p:grpSpPr>
        <p:sp>
          <p:nvSpPr>
            <p:cNvPr id="2193" name="Google Shape;2193;p56"/>
            <p:cNvSpPr/>
            <p:nvPr/>
          </p:nvSpPr>
          <p:spPr>
            <a:xfrm>
              <a:off x="2424450" y="620575"/>
              <a:ext cx="2752325" cy="2752325"/>
            </a:xfrm>
            <a:custGeom>
              <a:avLst/>
              <a:gdLst/>
              <a:ahLst/>
              <a:cxnLst/>
              <a:rect l="l" t="t" r="r" b="b"/>
              <a:pathLst>
                <a:path w="110093" h="110093" extrusionOk="0">
                  <a:moveTo>
                    <a:pt x="55031" y="1"/>
                  </a:moveTo>
                  <a:cubicBezTo>
                    <a:pt x="42407" y="1"/>
                    <a:pt x="30076" y="4372"/>
                    <a:pt x="20323" y="12331"/>
                  </a:cubicBezTo>
                  <a:lnTo>
                    <a:pt x="24172" y="17061"/>
                  </a:lnTo>
                  <a:cubicBezTo>
                    <a:pt x="32849" y="10015"/>
                    <a:pt x="43809" y="6101"/>
                    <a:pt x="55031" y="6101"/>
                  </a:cubicBezTo>
                  <a:cubicBezTo>
                    <a:pt x="82007" y="6101"/>
                    <a:pt x="103960" y="28054"/>
                    <a:pt x="103960" y="55030"/>
                  </a:cubicBezTo>
                  <a:cubicBezTo>
                    <a:pt x="103960" y="82007"/>
                    <a:pt x="82007" y="103960"/>
                    <a:pt x="55031" y="103960"/>
                  </a:cubicBezTo>
                  <a:cubicBezTo>
                    <a:pt x="28054" y="103960"/>
                    <a:pt x="6101" y="82007"/>
                    <a:pt x="6101" y="55030"/>
                  </a:cubicBezTo>
                  <a:cubicBezTo>
                    <a:pt x="6101" y="42243"/>
                    <a:pt x="11026" y="30141"/>
                    <a:pt x="19932" y="20943"/>
                  </a:cubicBezTo>
                  <a:lnTo>
                    <a:pt x="15528" y="16702"/>
                  </a:lnTo>
                  <a:cubicBezTo>
                    <a:pt x="5514" y="27010"/>
                    <a:pt x="1" y="40645"/>
                    <a:pt x="1" y="55030"/>
                  </a:cubicBezTo>
                  <a:cubicBezTo>
                    <a:pt x="1" y="85400"/>
                    <a:pt x="24694" y="110093"/>
                    <a:pt x="55031" y="110093"/>
                  </a:cubicBezTo>
                  <a:cubicBezTo>
                    <a:pt x="85367" y="110093"/>
                    <a:pt x="110093" y="85400"/>
                    <a:pt x="110093" y="55030"/>
                  </a:cubicBezTo>
                  <a:cubicBezTo>
                    <a:pt x="110093" y="24694"/>
                    <a:pt x="85367" y="1"/>
                    <a:pt x="55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56"/>
            <p:cNvSpPr/>
            <p:nvPr/>
          </p:nvSpPr>
          <p:spPr>
            <a:xfrm>
              <a:off x="4680125" y="3374525"/>
              <a:ext cx="214500" cy="214500"/>
            </a:xfrm>
            <a:custGeom>
              <a:avLst/>
              <a:gdLst/>
              <a:ahLst/>
              <a:cxnLst/>
              <a:rect l="l" t="t" r="r" b="b"/>
              <a:pathLst>
                <a:path w="8580" h="8580" extrusionOk="0">
                  <a:moveTo>
                    <a:pt x="3719" y="0"/>
                  </a:moveTo>
                  <a:cubicBezTo>
                    <a:pt x="2447" y="1696"/>
                    <a:pt x="1207" y="3295"/>
                    <a:pt x="0" y="4828"/>
                  </a:cubicBezTo>
                  <a:lnTo>
                    <a:pt x="4861" y="8579"/>
                  </a:lnTo>
                  <a:cubicBezTo>
                    <a:pt x="6035" y="7013"/>
                    <a:pt x="7275" y="5415"/>
                    <a:pt x="8579" y="3719"/>
                  </a:cubicBezTo>
                  <a:lnTo>
                    <a:pt x="37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56"/>
            <p:cNvSpPr/>
            <p:nvPr/>
          </p:nvSpPr>
          <p:spPr>
            <a:xfrm>
              <a:off x="2042000" y="238125"/>
              <a:ext cx="3516425" cy="5219200"/>
            </a:xfrm>
            <a:custGeom>
              <a:avLst/>
              <a:gdLst/>
              <a:ahLst/>
              <a:cxnLst/>
              <a:rect l="l" t="t" r="r" b="b"/>
              <a:pathLst>
                <a:path w="140657" h="208768" extrusionOk="0">
                  <a:moveTo>
                    <a:pt x="86508" y="168286"/>
                  </a:moveTo>
                  <a:cubicBezTo>
                    <a:pt x="97044" y="171515"/>
                    <a:pt x="103960" y="177778"/>
                    <a:pt x="103960" y="184302"/>
                  </a:cubicBezTo>
                  <a:cubicBezTo>
                    <a:pt x="103960" y="194251"/>
                    <a:pt x="88563" y="202667"/>
                    <a:pt x="70329" y="202667"/>
                  </a:cubicBezTo>
                  <a:cubicBezTo>
                    <a:pt x="52094" y="202667"/>
                    <a:pt x="36697" y="194251"/>
                    <a:pt x="36697" y="184302"/>
                  </a:cubicBezTo>
                  <a:cubicBezTo>
                    <a:pt x="36697" y="177778"/>
                    <a:pt x="43613" y="171515"/>
                    <a:pt x="54149" y="168286"/>
                  </a:cubicBezTo>
                  <a:cubicBezTo>
                    <a:pt x="56498" y="172461"/>
                    <a:pt x="58879" y="177093"/>
                    <a:pt x="61456" y="182541"/>
                  </a:cubicBezTo>
                  <a:lnTo>
                    <a:pt x="61619" y="182867"/>
                  </a:lnTo>
                  <a:cubicBezTo>
                    <a:pt x="63087" y="186064"/>
                    <a:pt x="65142" y="190435"/>
                    <a:pt x="70329" y="190435"/>
                  </a:cubicBezTo>
                  <a:cubicBezTo>
                    <a:pt x="75515" y="190435"/>
                    <a:pt x="77570" y="186064"/>
                    <a:pt x="79071" y="182867"/>
                  </a:cubicBezTo>
                  <a:lnTo>
                    <a:pt x="79201" y="182541"/>
                  </a:lnTo>
                  <a:cubicBezTo>
                    <a:pt x="81778" y="177093"/>
                    <a:pt x="84159" y="172461"/>
                    <a:pt x="86508" y="168286"/>
                  </a:cubicBezTo>
                  <a:close/>
                  <a:moveTo>
                    <a:pt x="70329" y="0"/>
                  </a:moveTo>
                  <a:cubicBezTo>
                    <a:pt x="31544" y="0"/>
                    <a:pt x="0" y="31543"/>
                    <a:pt x="0" y="70328"/>
                  </a:cubicBezTo>
                  <a:cubicBezTo>
                    <a:pt x="0" y="85431"/>
                    <a:pt x="4697" y="99817"/>
                    <a:pt x="13603" y="111919"/>
                  </a:cubicBezTo>
                  <a:cubicBezTo>
                    <a:pt x="20942" y="121933"/>
                    <a:pt x="26748" y="129436"/>
                    <a:pt x="31870" y="136090"/>
                  </a:cubicBezTo>
                  <a:cubicBezTo>
                    <a:pt x="39764" y="146333"/>
                    <a:pt x="45472" y="153705"/>
                    <a:pt x="51018" y="162871"/>
                  </a:cubicBezTo>
                  <a:cubicBezTo>
                    <a:pt x="38459" y="167112"/>
                    <a:pt x="30565" y="175234"/>
                    <a:pt x="30565" y="184302"/>
                  </a:cubicBezTo>
                  <a:cubicBezTo>
                    <a:pt x="30565" y="198035"/>
                    <a:pt x="48049" y="208767"/>
                    <a:pt x="70329" y="208767"/>
                  </a:cubicBezTo>
                  <a:cubicBezTo>
                    <a:pt x="92608" y="208767"/>
                    <a:pt x="110092" y="198035"/>
                    <a:pt x="110092" y="184302"/>
                  </a:cubicBezTo>
                  <a:cubicBezTo>
                    <a:pt x="110092" y="175234"/>
                    <a:pt x="102198" y="167112"/>
                    <a:pt x="89640" y="162871"/>
                  </a:cubicBezTo>
                  <a:cubicBezTo>
                    <a:pt x="94728" y="154488"/>
                    <a:pt x="99882" y="147638"/>
                    <a:pt x="106634" y="138863"/>
                  </a:cubicBezTo>
                  <a:lnTo>
                    <a:pt x="101807" y="135144"/>
                  </a:lnTo>
                  <a:cubicBezTo>
                    <a:pt x="90292" y="150084"/>
                    <a:pt x="83311" y="159511"/>
                    <a:pt x="73688" y="179931"/>
                  </a:cubicBezTo>
                  <a:lnTo>
                    <a:pt x="73525" y="180290"/>
                  </a:lnTo>
                  <a:cubicBezTo>
                    <a:pt x="72090" y="183291"/>
                    <a:pt x="71438" y="184302"/>
                    <a:pt x="70329" y="184302"/>
                  </a:cubicBezTo>
                  <a:cubicBezTo>
                    <a:pt x="69219" y="184302"/>
                    <a:pt x="68567" y="183291"/>
                    <a:pt x="67132" y="180290"/>
                  </a:cubicBezTo>
                  <a:lnTo>
                    <a:pt x="66969" y="179931"/>
                  </a:lnTo>
                  <a:cubicBezTo>
                    <a:pt x="56824" y="158435"/>
                    <a:pt x="49680" y="149171"/>
                    <a:pt x="36730" y="132339"/>
                  </a:cubicBezTo>
                  <a:cubicBezTo>
                    <a:pt x="31609" y="125750"/>
                    <a:pt x="25835" y="118247"/>
                    <a:pt x="18528" y="108298"/>
                  </a:cubicBezTo>
                  <a:cubicBezTo>
                    <a:pt x="10406" y="97240"/>
                    <a:pt x="6100" y="84127"/>
                    <a:pt x="6100" y="70328"/>
                  </a:cubicBezTo>
                  <a:cubicBezTo>
                    <a:pt x="6100" y="34936"/>
                    <a:pt x="34903" y="6133"/>
                    <a:pt x="70329" y="6133"/>
                  </a:cubicBezTo>
                  <a:cubicBezTo>
                    <a:pt x="105754" y="6133"/>
                    <a:pt x="134557" y="34936"/>
                    <a:pt x="134557" y="70328"/>
                  </a:cubicBezTo>
                  <a:cubicBezTo>
                    <a:pt x="134557" y="84127"/>
                    <a:pt x="130251" y="97240"/>
                    <a:pt x="122129" y="108298"/>
                  </a:cubicBezTo>
                  <a:cubicBezTo>
                    <a:pt x="119095" y="112408"/>
                    <a:pt x="116094" y="116453"/>
                    <a:pt x="112963" y="120596"/>
                  </a:cubicBezTo>
                  <a:lnTo>
                    <a:pt x="117823" y="124282"/>
                  </a:lnTo>
                  <a:cubicBezTo>
                    <a:pt x="120987" y="120106"/>
                    <a:pt x="124021" y="116061"/>
                    <a:pt x="127055" y="111919"/>
                  </a:cubicBezTo>
                  <a:cubicBezTo>
                    <a:pt x="135960" y="99817"/>
                    <a:pt x="140657" y="85431"/>
                    <a:pt x="140657" y="70328"/>
                  </a:cubicBezTo>
                  <a:cubicBezTo>
                    <a:pt x="140657" y="31543"/>
                    <a:pt x="109114" y="0"/>
                    <a:pt x="70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56"/>
            <p:cNvSpPr/>
            <p:nvPr/>
          </p:nvSpPr>
          <p:spPr>
            <a:xfrm>
              <a:off x="4259325" y="11555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56"/>
            <p:cNvSpPr/>
            <p:nvPr/>
          </p:nvSpPr>
          <p:spPr>
            <a:xfrm>
              <a:off x="3953525" y="10030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8" name="Google Shape;2198;p56"/>
          <p:cNvSpPr txBox="1"/>
          <p:nvPr/>
        </p:nvSpPr>
        <p:spPr>
          <a:xfrm>
            <a:off x="5940550" y="3064125"/>
            <a:ext cx="4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12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199" name="Google Shape;2199;p56"/>
          <p:cNvGrpSpPr/>
          <p:nvPr/>
        </p:nvGrpSpPr>
        <p:grpSpPr>
          <a:xfrm>
            <a:off x="810050" y="1360777"/>
            <a:ext cx="375203" cy="556889"/>
            <a:chOff x="2042000" y="238125"/>
            <a:chExt cx="3516425" cy="5219200"/>
          </a:xfrm>
        </p:grpSpPr>
        <p:sp>
          <p:nvSpPr>
            <p:cNvPr id="2200" name="Google Shape;2200;p56"/>
            <p:cNvSpPr/>
            <p:nvPr/>
          </p:nvSpPr>
          <p:spPr>
            <a:xfrm>
              <a:off x="2424450" y="620575"/>
              <a:ext cx="2752325" cy="2752325"/>
            </a:xfrm>
            <a:custGeom>
              <a:avLst/>
              <a:gdLst/>
              <a:ahLst/>
              <a:cxnLst/>
              <a:rect l="l" t="t" r="r" b="b"/>
              <a:pathLst>
                <a:path w="110093" h="110093" extrusionOk="0">
                  <a:moveTo>
                    <a:pt x="55031" y="1"/>
                  </a:moveTo>
                  <a:cubicBezTo>
                    <a:pt x="42407" y="1"/>
                    <a:pt x="30076" y="4372"/>
                    <a:pt x="20323" y="12331"/>
                  </a:cubicBezTo>
                  <a:lnTo>
                    <a:pt x="24172" y="17061"/>
                  </a:lnTo>
                  <a:cubicBezTo>
                    <a:pt x="32849" y="10015"/>
                    <a:pt x="43809" y="6101"/>
                    <a:pt x="55031" y="6101"/>
                  </a:cubicBezTo>
                  <a:cubicBezTo>
                    <a:pt x="82007" y="6101"/>
                    <a:pt x="103960" y="28054"/>
                    <a:pt x="103960" y="55030"/>
                  </a:cubicBezTo>
                  <a:cubicBezTo>
                    <a:pt x="103960" y="82007"/>
                    <a:pt x="82007" y="103960"/>
                    <a:pt x="55031" y="103960"/>
                  </a:cubicBezTo>
                  <a:cubicBezTo>
                    <a:pt x="28054" y="103960"/>
                    <a:pt x="6101" y="82007"/>
                    <a:pt x="6101" y="55030"/>
                  </a:cubicBezTo>
                  <a:cubicBezTo>
                    <a:pt x="6101" y="42243"/>
                    <a:pt x="11026" y="30141"/>
                    <a:pt x="19932" y="20943"/>
                  </a:cubicBezTo>
                  <a:lnTo>
                    <a:pt x="15528" y="16702"/>
                  </a:lnTo>
                  <a:cubicBezTo>
                    <a:pt x="5514" y="27010"/>
                    <a:pt x="1" y="40645"/>
                    <a:pt x="1" y="55030"/>
                  </a:cubicBezTo>
                  <a:cubicBezTo>
                    <a:pt x="1" y="85400"/>
                    <a:pt x="24694" y="110093"/>
                    <a:pt x="55031" y="110093"/>
                  </a:cubicBezTo>
                  <a:cubicBezTo>
                    <a:pt x="85367" y="110093"/>
                    <a:pt x="110093" y="85400"/>
                    <a:pt x="110093" y="55030"/>
                  </a:cubicBezTo>
                  <a:cubicBezTo>
                    <a:pt x="110093" y="24694"/>
                    <a:pt x="85367" y="1"/>
                    <a:pt x="55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56"/>
            <p:cNvSpPr/>
            <p:nvPr/>
          </p:nvSpPr>
          <p:spPr>
            <a:xfrm>
              <a:off x="4680125" y="3374525"/>
              <a:ext cx="214500" cy="214500"/>
            </a:xfrm>
            <a:custGeom>
              <a:avLst/>
              <a:gdLst/>
              <a:ahLst/>
              <a:cxnLst/>
              <a:rect l="l" t="t" r="r" b="b"/>
              <a:pathLst>
                <a:path w="8580" h="8580" extrusionOk="0">
                  <a:moveTo>
                    <a:pt x="3719" y="0"/>
                  </a:moveTo>
                  <a:cubicBezTo>
                    <a:pt x="2447" y="1696"/>
                    <a:pt x="1207" y="3295"/>
                    <a:pt x="0" y="4828"/>
                  </a:cubicBezTo>
                  <a:lnTo>
                    <a:pt x="4861" y="8579"/>
                  </a:lnTo>
                  <a:cubicBezTo>
                    <a:pt x="6035" y="7013"/>
                    <a:pt x="7275" y="5415"/>
                    <a:pt x="8579" y="3719"/>
                  </a:cubicBezTo>
                  <a:lnTo>
                    <a:pt x="37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56"/>
            <p:cNvSpPr/>
            <p:nvPr/>
          </p:nvSpPr>
          <p:spPr>
            <a:xfrm>
              <a:off x="2042000" y="238125"/>
              <a:ext cx="3516425" cy="5219200"/>
            </a:xfrm>
            <a:custGeom>
              <a:avLst/>
              <a:gdLst/>
              <a:ahLst/>
              <a:cxnLst/>
              <a:rect l="l" t="t" r="r" b="b"/>
              <a:pathLst>
                <a:path w="140657" h="208768" extrusionOk="0">
                  <a:moveTo>
                    <a:pt x="86508" y="168286"/>
                  </a:moveTo>
                  <a:cubicBezTo>
                    <a:pt x="97044" y="171515"/>
                    <a:pt x="103960" y="177778"/>
                    <a:pt x="103960" y="184302"/>
                  </a:cubicBezTo>
                  <a:cubicBezTo>
                    <a:pt x="103960" y="194251"/>
                    <a:pt x="88563" y="202667"/>
                    <a:pt x="70329" y="202667"/>
                  </a:cubicBezTo>
                  <a:cubicBezTo>
                    <a:pt x="52094" y="202667"/>
                    <a:pt x="36697" y="194251"/>
                    <a:pt x="36697" y="184302"/>
                  </a:cubicBezTo>
                  <a:cubicBezTo>
                    <a:pt x="36697" y="177778"/>
                    <a:pt x="43613" y="171515"/>
                    <a:pt x="54149" y="168286"/>
                  </a:cubicBezTo>
                  <a:cubicBezTo>
                    <a:pt x="56498" y="172461"/>
                    <a:pt x="58879" y="177093"/>
                    <a:pt x="61456" y="182541"/>
                  </a:cubicBezTo>
                  <a:lnTo>
                    <a:pt x="61619" y="182867"/>
                  </a:lnTo>
                  <a:cubicBezTo>
                    <a:pt x="63087" y="186064"/>
                    <a:pt x="65142" y="190435"/>
                    <a:pt x="70329" y="190435"/>
                  </a:cubicBezTo>
                  <a:cubicBezTo>
                    <a:pt x="75515" y="190435"/>
                    <a:pt x="77570" y="186064"/>
                    <a:pt x="79071" y="182867"/>
                  </a:cubicBezTo>
                  <a:lnTo>
                    <a:pt x="79201" y="182541"/>
                  </a:lnTo>
                  <a:cubicBezTo>
                    <a:pt x="81778" y="177093"/>
                    <a:pt x="84159" y="172461"/>
                    <a:pt x="86508" y="168286"/>
                  </a:cubicBezTo>
                  <a:close/>
                  <a:moveTo>
                    <a:pt x="70329" y="0"/>
                  </a:moveTo>
                  <a:cubicBezTo>
                    <a:pt x="31544" y="0"/>
                    <a:pt x="0" y="31543"/>
                    <a:pt x="0" y="70328"/>
                  </a:cubicBezTo>
                  <a:cubicBezTo>
                    <a:pt x="0" y="85431"/>
                    <a:pt x="4697" y="99817"/>
                    <a:pt x="13603" y="111919"/>
                  </a:cubicBezTo>
                  <a:cubicBezTo>
                    <a:pt x="20942" y="121933"/>
                    <a:pt x="26748" y="129436"/>
                    <a:pt x="31870" y="136090"/>
                  </a:cubicBezTo>
                  <a:cubicBezTo>
                    <a:pt x="39764" y="146333"/>
                    <a:pt x="45472" y="153705"/>
                    <a:pt x="51018" y="162871"/>
                  </a:cubicBezTo>
                  <a:cubicBezTo>
                    <a:pt x="38459" y="167112"/>
                    <a:pt x="30565" y="175234"/>
                    <a:pt x="30565" y="184302"/>
                  </a:cubicBezTo>
                  <a:cubicBezTo>
                    <a:pt x="30565" y="198035"/>
                    <a:pt x="48049" y="208767"/>
                    <a:pt x="70329" y="208767"/>
                  </a:cubicBezTo>
                  <a:cubicBezTo>
                    <a:pt x="92608" y="208767"/>
                    <a:pt x="110092" y="198035"/>
                    <a:pt x="110092" y="184302"/>
                  </a:cubicBezTo>
                  <a:cubicBezTo>
                    <a:pt x="110092" y="175234"/>
                    <a:pt x="102198" y="167112"/>
                    <a:pt x="89640" y="162871"/>
                  </a:cubicBezTo>
                  <a:cubicBezTo>
                    <a:pt x="94728" y="154488"/>
                    <a:pt x="99882" y="147638"/>
                    <a:pt x="106634" y="138863"/>
                  </a:cubicBezTo>
                  <a:lnTo>
                    <a:pt x="101807" y="135144"/>
                  </a:lnTo>
                  <a:cubicBezTo>
                    <a:pt x="90292" y="150084"/>
                    <a:pt x="83311" y="159511"/>
                    <a:pt x="73688" y="179931"/>
                  </a:cubicBezTo>
                  <a:lnTo>
                    <a:pt x="73525" y="180290"/>
                  </a:lnTo>
                  <a:cubicBezTo>
                    <a:pt x="72090" y="183291"/>
                    <a:pt x="71438" y="184302"/>
                    <a:pt x="70329" y="184302"/>
                  </a:cubicBezTo>
                  <a:cubicBezTo>
                    <a:pt x="69219" y="184302"/>
                    <a:pt x="68567" y="183291"/>
                    <a:pt x="67132" y="180290"/>
                  </a:cubicBezTo>
                  <a:lnTo>
                    <a:pt x="66969" y="179931"/>
                  </a:lnTo>
                  <a:cubicBezTo>
                    <a:pt x="56824" y="158435"/>
                    <a:pt x="49680" y="149171"/>
                    <a:pt x="36730" y="132339"/>
                  </a:cubicBezTo>
                  <a:cubicBezTo>
                    <a:pt x="31609" y="125750"/>
                    <a:pt x="25835" y="118247"/>
                    <a:pt x="18528" y="108298"/>
                  </a:cubicBezTo>
                  <a:cubicBezTo>
                    <a:pt x="10406" y="97240"/>
                    <a:pt x="6100" y="84127"/>
                    <a:pt x="6100" y="70328"/>
                  </a:cubicBezTo>
                  <a:cubicBezTo>
                    <a:pt x="6100" y="34936"/>
                    <a:pt x="34903" y="6133"/>
                    <a:pt x="70329" y="6133"/>
                  </a:cubicBezTo>
                  <a:cubicBezTo>
                    <a:pt x="105754" y="6133"/>
                    <a:pt x="134557" y="34936"/>
                    <a:pt x="134557" y="70328"/>
                  </a:cubicBezTo>
                  <a:cubicBezTo>
                    <a:pt x="134557" y="84127"/>
                    <a:pt x="130251" y="97240"/>
                    <a:pt x="122129" y="108298"/>
                  </a:cubicBezTo>
                  <a:cubicBezTo>
                    <a:pt x="119095" y="112408"/>
                    <a:pt x="116094" y="116453"/>
                    <a:pt x="112963" y="120596"/>
                  </a:cubicBezTo>
                  <a:lnTo>
                    <a:pt x="117823" y="124282"/>
                  </a:lnTo>
                  <a:cubicBezTo>
                    <a:pt x="120987" y="120106"/>
                    <a:pt x="124021" y="116061"/>
                    <a:pt x="127055" y="111919"/>
                  </a:cubicBezTo>
                  <a:cubicBezTo>
                    <a:pt x="135960" y="99817"/>
                    <a:pt x="140657" y="85431"/>
                    <a:pt x="140657" y="70328"/>
                  </a:cubicBezTo>
                  <a:cubicBezTo>
                    <a:pt x="140657" y="31543"/>
                    <a:pt x="109114" y="0"/>
                    <a:pt x="70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56"/>
            <p:cNvSpPr/>
            <p:nvPr/>
          </p:nvSpPr>
          <p:spPr>
            <a:xfrm>
              <a:off x="4259325" y="11555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56"/>
            <p:cNvSpPr/>
            <p:nvPr/>
          </p:nvSpPr>
          <p:spPr>
            <a:xfrm>
              <a:off x="3953525" y="10030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5" name="Google Shape;2205;p56"/>
          <p:cNvSpPr txBox="1"/>
          <p:nvPr/>
        </p:nvSpPr>
        <p:spPr>
          <a:xfrm>
            <a:off x="810000" y="1357175"/>
            <a:ext cx="4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sz="12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206" name="Google Shape;2206;p56"/>
          <p:cNvGrpSpPr/>
          <p:nvPr/>
        </p:nvGrpSpPr>
        <p:grpSpPr>
          <a:xfrm>
            <a:off x="810050" y="2475177"/>
            <a:ext cx="375203" cy="556889"/>
            <a:chOff x="2042000" y="238125"/>
            <a:chExt cx="3516425" cy="5219200"/>
          </a:xfrm>
        </p:grpSpPr>
        <p:sp>
          <p:nvSpPr>
            <p:cNvPr id="2207" name="Google Shape;2207;p56"/>
            <p:cNvSpPr/>
            <p:nvPr/>
          </p:nvSpPr>
          <p:spPr>
            <a:xfrm>
              <a:off x="2424450" y="620575"/>
              <a:ext cx="2752325" cy="2752325"/>
            </a:xfrm>
            <a:custGeom>
              <a:avLst/>
              <a:gdLst/>
              <a:ahLst/>
              <a:cxnLst/>
              <a:rect l="l" t="t" r="r" b="b"/>
              <a:pathLst>
                <a:path w="110093" h="110093" extrusionOk="0">
                  <a:moveTo>
                    <a:pt x="55031" y="1"/>
                  </a:moveTo>
                  <a:cubicBezTo>
                    <a:pt x="42407" y="1"/>
                    <a:pt x="30076" y="4372"/>
                    <a:pt x="20323" y="12331"/>
                  </a:cubicBezTo>
                  <a:lnTo>
                    <a:pt x="24172" y="17061"/>
                  </a:lnTo>
                  <a:cubicBezTo>
                    <a:pt x="32849" y="10015"/>
                    <a:pt x="43809" y="6101"/>
                    <a:pt x="55031" y="6101"/>
                  </a:cubicBezTo>
                  <a:cubicBezTo>
                    <a:pt x="82007" y="6101"/>
                    <a:pt x="103960" y="28054"/>
                    <a:pt x="103960" y="55030"/>
                  </a:cubicBezTo>
                  <a:cubicBezTo>
                    <a:pt x="103960" y="82007"/>
                    <a:pt x="82007" y="103960"/>
                    <a:pt x="55031" y="103960"/>
                  </a:cubicBezTo>
                  <a:cubicBezTo>
                    <a:pt x="28054" y="103960"/>
                    <a:pt x="6101" y="82007"/>
                    <a:pt x="6101" y="55030"/>
                  </a:cubicBezTo>
                  <a:cubicBezTo>
                    <a:pt x="6101" y="42243"/>
                    <a:pt x="11026" y="30141"/>
                    <a:pt x="19932" y="20943"/>
                  </a:cubicBezTo>
                  <a:lnTo>
                    <a:pt x="15528" y="16702"/>
                  </a:lnTo>
                  <a:cubicBezTo>
                    <a:pt x="5514" y="27010"/>
                    <a:pt x="1" y="40645"/>
                    <a:pt x="1" y="55030"/>
                  </a:cubicBezTo>
                  <a:cubicBezTo>
                    <a:pt x="1" y="85400"/>
                    <a:pt x="24694" y="110093"/>
                    <a:pt x="55031" y="110093"/>
                  </a:cubicBezTo>
                  <a:cubicBezTo>
                    <a:pt x="85367" y="110093"/>
                    <a:pt x="110093" y="85400"/>
                    <a:pt x="110093" y="55030"/>
                  </a:cubicBezTo>
                  <a:cubicBezTo>
                    <a:pt x="110093" y="24694"/>
                    <a:pt x="85367" y="1"/>
                    <a:pt x="55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56"/>
            <p:cNvSpPr/>
            <p:nvPr/>
          </p:nvSpPr>
          <p:spPr>
            <a:xfrm>
              <a:off x="4680125" y="3374525"/>
              <a:ext cx="214500" cy="214500"/>
            </a:xfrm>
            <a:custGeom>
              <a:avLst/>
              <a:gdLst/>
              <a:ahLst/>
              <a:cxnLst/>
              <a:rect l="l" t="t" r="r" b="b"/>
              <a:pathLst>
                <a:path w="8580" h="8580" extrusionOk="0">
                  <a:moveTo>
                    <a:pt x="3719" y="0"/>
                  </a:moveTo>
                  <a:cubicBezTo>
                    <a:pt x="2447" y="1696"/>
                    <a:pt x="1207" y="3295"/>
                    <a:pt x="0" y="4828"/>
                  </a:cubicBezTo>
                  <a:lnTo>
                    <a:pt x="4861" y="8579"/>
                  </a:lnTo>
                  <a:cubicBezTo>
                    <a:pt x="6035" y="7013"/>
                    <a:pt x="7275" y="5415"/>
                    <a:pt x="8579" y="3719"/>
                  </a:cubicBezTo>
                  <a:lnTo>
                    <a:pt x="37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56"/>
            <p:cNvSpPr/>
            <p:nvPr/>
          </p:nvSpPr>
          <p:spPr>
            <a:xfrm>
              <a:off x="2042000" y="238125"/>
              <a:ext cx="3516425" cy="5219200"/>
            </a:xfrm>
            <a:custGeom>
              <a:avLst/>
              <a:gdLst/>
              <a:ahLst/>
              <a:cxnLst/>
              <a:rect l="l" t="t" r="r" b="b"/>
              <a:pathLst>
                <a:path w="140657" h="208768" extrusionOk="0">
                  <a:moveTo>
                    <a:pt x="86508" y="168286"/>
                  </a:moveTo>
                  <a:cubicBezTo>
                    <a:pt x="97044" y="171515"/>
                    <a:pt x="103960" y="177778"/>
                    <a:pt x="103960" y="184302"/>
                  </a:cubicBezTo>
                  <a:cubicBezTo>
                    <a:pt x="103960" y="194251"/>
                    <a:pt x="88563" y="202667"/>
                    <a:pt x="70329" y="202667"/>
                  </a:cubicBezTo>
                  <a:cubicBezTo>
                    <a:pt x="52094" y="202667"/>
                    <a:pt x="36697" y="194251"/>
                    <a:pt x="36697" y="184302"/>
                  </a:cubicBezTo>
                  <a:cubicBezTo>
                    <a:pt x="36697" y="177778"/>
                    <a:pt x="43613" y="171515"/>
                    <a:pt x="54149" y="168286"/>
                  </a:cubicBezTo>
                  <a:cubicBezTo>
                    <a:pt x="56498" y="172461"/>
                    <a:pt x="58879" y="177093"/>
                    <a:pt x="61456" y="182541"/>
                  </a:cubicBezTo>
                  <a:lnTo>
                    <a:pt x="61619" y="182867"/>
                  </a:lnTo>
                  <a:cubicBezTo>
                    <a:pt x="63087" y="186064"/>
                    <a:pt x="65142" y="190435"/>
                    <a:pt x="70329" y="190435"/>
                  </a:cubicBezTo>
                  <a:cubicBezTo>
                    <a:pt x="75515" y="190435"/>
                    <a:pt x="77570" y="186064"/>
                    <a:pt x="79071" y="182867"/>
                  </a:cubicBezTo>
                  <a:lnTo>
                    <a:pt x="79201" y="182541"/>
                  </a:lnTo>
                  <a:cubicBezTo>
                    <a:pt x="81778" y="177093"/>
                    <a:pt x="84159" y="172461"/>
                    <a:pt x="86508" y="168286"/>
                  </a:cubicBezTo>
                  <a:close/>
                  <a:moveTo>
                    <a:pt x="70329" y="0"/>
                  </a:moveTo>
                  <a:cubicBezTo>
                    <a:pt x="31544" y="0"/>
                    <a:pt x="0" y="31543"/>
                    <a:pt x="0" y="70328"/>
                  </a:cubicBezTo>
                  <a:cubicBezTo>
                    <a:pt x="0" y="85431"/>
                    <a:pt x="4697" y="99817"/>
                    <a:pt x="13603" y="111919"/>
                  </a:cubicBezTo>
                  <a:cubicBezTo>
                    <a:pt x="20942" y="121933"/>
                    <a:pt x="26748" y="129436"/>
                    <a:pt x="31870" y="136090"/>
                  </a:cubicBezTo>
                  <a:cubicBezTo>
                    <a:pt x="39764" y="146333"/>
                    <a:pt x="45472" y="153705"/>
                    <a:pt x="51018" y="162871"/>
                  </a:cubicBezTo>
                  <a:cubicBezTo>
                    <a:pt x="38459" y="167112"/>
                    <a:pt x="30565" y="175234"/>
                    <a:pt x="30565" y="184302"/>
                  </a:cubicBezTo>
                  <a:cubicBezTo>
                    <a:pt x="30565" y="198035"/>
                    <a:pt x="48049" y="208767"/>
                    <a:pt x="70329" y="208767"/>
                  </a:cubicBezTo>
                  <a:cubicBezTo>
                    <a:pt x="92608" y="208767"/>
                    <a:pt x="110092" y="198035"/>
                    <a:pt x="110092" y="184302"/>
                  </a:cubicBezTo>
                  <a:cubicBezTo>
                    <a:pt x="110092" y="175234"/>
                    <a:pt x="102198" y="167112"/>
                    <a:pt x="89640" y="162871"/>
                  </a:cubicBezTo>
                  <a:cubicBezTo>
                    <a:pt x="94728" y="154488"/>
                    <a:pt x="99882" y="147638"/>
                    <a:pt x="106634" y="138863"/>
                  </a:cubicBezTo>
                  <a:lnTo>
                    <a:pt x="101807" y="135144"/>
                  </a:lnTo>
                  <a:cubicBezTo>
                    <a:pt x="90292" y="150084"/>
                    <a:pt x="83311" y="159511"/>
                    <a:pt x="73688" y="179931"/>
                  </a:cubicBezTo>
                  <a:lnTo>
                    <a:pt x="73525" y="180290"/>
                  </a:lnTo>
                  <a:cubicBezTo>
                    <a:pt x="72090" y="183291"/>
                    <a:pt x="71438" y="184302"/>
                    <a:pt x="70329" y="184302"/>
                  </a:cubicBezTo>
                  <a:cubicBezTo>
                    <a:pt x="69219" y="184302"/>
                    <a:pt x="68567" y="183291"/>
                    <a:pt x="67132" y="180290"/>
                  </a:cubicBezTo>
                  <a:lnTo>
                    <a:pt x="66969" y="179931"/>
                  </a:lnTo>
                  <a:cubicBezTo>
                    <a:pt x="56824" y="158435"/>
                    <a:pt x="49680" y="149171"/>
                    <a:pt x="36730" y="132339"/>
                  </a:cubicBezTo>
                  <a:cubicBezTo>
                    <a:pt x="31609" y="125750"/>
                    <a:pt x="25835" y="118247"/>
                    <a:pt x="18528" y="108298"/>
                  </a:cubicBezTo>
                  <a:cubicBezTo>
                    <a:pt x="10406" y="97240"/>
                    <a:pt x="6100" y="84127"/>
                    <a:pt x="6100" y="70328"/>
                  </a:cubicBezTo>
                  <a:cubicBezTo>
                    <a:pt x="6100" y="34936"/>
                    <a:pt x="34903" y="6133"/>
                    <a:pt x="70329" y="6133"/>
                  </a:cubicBezTo>
                  <a:cubicBezTo>
                    <a:pt x="105754" y="6133"/>
                    <a:pt x="134557" y="34936"/>
                    <a:pt x="134557" y="70328"/>
                  </a:cubicBezTo>
                  <a:cubicBezTo>
                    <a:pt x="134557" y="84127"/>
                    <a:pt x="130251" y="97240"/>
                    <a:pt x="122129" y="108298"/>
                  </a:cubicBezTo>
                  <a:cubicBezTo>
                    <a:pt x="119095" y="112408"/>
                    <a:pt x="116094" y="116453"/>
                    <a:pt x="112963" y="120596"/>
                  </a:cubicBezTo>
                  <a:lnTo>
                    <a:pt x="117823" y="124282"/>
                  </a:lnTo>
                  <a:cubicBezTo>
                    <a:pt x="120987" y="120106"/>
                    <a:pt x="124021" y="116061"/>
                    <a:pt x="127055" y="111919"/>
                  </a:cubicBezTo>
                  <a:cubicBezTo>
                    <a:pt x="135960" y="99817"/>
                    <a:pt x="140657" y="85431"/>
                    <a:pt x="140657" y="70328"/>
                  </a:cubicBezTo>
                  <a:cubicBezTo>
                    <a:pt x="140657" y="31543"/>
                    <a:pt x="109114" y="0"/>
                    <a:pt x="70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56"/>
            <p:cNvSpPr/>
            <p:nvPr/>
          </p:nvSpPr>
          <p:spPr>
            <a:xfrm>
              <a:off x="4259325" y="11555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56"/>
            <p:cNvSpPr/>
            <p:nvPr/>
          </p:nvSpPr>
          <p:spPr>
            <a:xfrm>
              <a:off x="3953525" y="10030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2" name="Google Shape;2212;p56"/>
          <p:cNvSpPr txBox="1"/>
          <p:nvPr/>
        </p:nvSpPr>
        <p:spPr>
          <a:xfrm>
            <a:off x="810000" y="2471575"/>
            <a:ext cx="4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sz="12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213" name="Google Shape;2213;p56"/>
          <p:cNvGrpSpPr/>
          <p:nvPr/>
        </p:nvGrpSpPr>
        <p:grpSpPr>
          <a:xfrm>
            <a:off x="810050" y="3589577"/>
            <a:ext cx="375203" cy="556889"/>
            <a:chOff x="2042000" y="238125"/>
            <a:chExt cx="3516425" cy="5219200"/>
          </a:xfrm>
        </p:grpSpPr>
        <p:sp>
          <p:nvSpPr>
            <p:cNvPr id="2214" name="Google Shape;2214;p56"/>
            <p:cNvSpPr/>
            <p:nvPr/>
          </p:nvSpPr>
          <p:spPr>
            <a:xfrm>
              <a:off x="2424450" y="620575"/>
              <a:ext cx="2752325" cy="2752325"/>
            </a:xfrm>
            <a:custGeom>
              <a:avLst/>
              <a:gdLst/>
              <a:ahLst/>
              <a:cxnLst/>
              <a:rect l="l" t="t" r="r" b="b"/>
              <a:pathLst>
                <a:path w="110093" h="110093" extrusionOk="0">
                  <a:moveTo>
                    <a:pt x="55031" y="1"/>
                  </a:moveTo>
                  <a:cubicBezTo>
                    <a:pt x="42407" y="1"/>
                    <a:pt x="30076" y="4372"/>
                    <a:pt x="20323" y="12331"/>
                  </a:cubicBezTo>
                  <a:lnTo>
                    <a:pt x="24172" y="17061"/>
                  </a:lnTo>
                  <a:cubicBezTo>
                    <a:pt x="32849" y="10015"/>
                    <a:pt x="43809" y="6101"/>
                    <a:pt x="55031" y="6101"/>
                  </a:cubicBezTo>
                  <a:cubicBezTo>
                    <a:pt x="82007" y="6101"/>
                    <a:pt x="103960" y="28054"/>
                    <a:pt x="103960" y="55030"/>
                  </a:cubicBezTo>
                  <a:cubicBezTo>
                    <a:pt x="103960" y="82007"/>
                    <a:pt x="82007" y="103960"/>
                    <a:pt x="55031" y="103960"/>
                  </a:cubicBezTo>
                  <a:cubicBezTo>
                    <a:pt x="28054" y="103960"/>
                    <a:pt x="6101" y="82007"/>
                    <a:pt x="6101" y="55030"/>
                  </a:cubicBezTo>
                  <a:cubicBezTo>
                    <a:pt x="6101" y="42243"/>
                    <a:pt x="11026" y="30141"/>
                    <a:pt x="19932" y="20943"/>
                  </a:cubicBezTo>
                  <a:lnTo>
                    <a:pt x="15528" y="16702"/>
                  </a:lnTo>
                  <a:cubicBezTo>
                    <a:pt x="5514" y="27010"/>
                    <a:pt x="1" y="40645"/>
                    <a:pt x="1" y="55030"/>
                  </a:cubicBezTo>
                  <a:cubicBezTo>
                    <a:pt x="1" y="85400"/>
                    <a:pt x="24694" y="110093"/>
                    <a:pt x="55031" y="110093"/>
                  </a:cubicBezTo>
                  <a:cubicBezTo>
                    <a:pt x="85367" y="110093"/>
                    <a:pt x="110093" y="85400"/>
                    <a:pt x="110093" y="55030"/>
                  </a:cubicBezTo>
                  <a:cubicBezTo>
                    <a:pt x="110093" y="24694"/>
                    <a:pt x="85367" y="1"/>
                    <a:pt x="55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56"/>
            <p:cNvSpPr/>
            <p:nvPr/>
          </p:nvSpPr>
          <p:spPr>
            <a:xfrm>
              <a:off x="4680125" y="3374525"/>
              <a:ext cx="214500" cy="214500"/>
            </a:xfrm>
            <a:custGeom>
              <a:avLst/>
              <a:gdLst/>
              <a:ahLst/>
              <a:cxnLst/>
              <a:rect l="l" t="t" r="r" b="b"/>
              <a:pathLst>
                <a:path w="8580" h="8580" extrusionOk="0">
                  <a:moveTo>
                    <a:pt x="3719" y="0"/>
                  </a:moveTo>
                  <a:cubicBezTo>
                    <a:pt x="2447" y="1696"/>
                    <a:pt x="1207" y="3295"/>
                    <a:pt x="0" y="4828"/>
                  </a:cubicBezTo>
                  <a:lnTo>
                    <a:pt x="4861" y="8579"/>
                  </a:lnTo>
                  <a:cubicBezTo>
                    <a:pt x="6035" y="7013"/>
                    <a:pt x="7275" y="5415"/>
                    <a:pt x="8579" y="3719"/>
                  </a:cubicBezTo>
                  <a:lnTo>
                    <a:pt x="37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56"/>
            <p:cNvSpPr/>
            <p:nvPr/>
          </p:nvSpPr>
          <p:spPr>
            <a:xfrm>
              <a:off x="2042000" y="238125"/>
              <a:ext cx="3516425" cy="5219200"/>
            </a:xfrm>
            <a:custGeom>
              <a:avLst/>
              <a:gdLst/>
              <a:ahLst/>
              <a:cxnLst/>
              <a:rect l="l" t="t" r="r" b="b"/>
              <a:pathLst>
                <a:path w="140657" h="208768" extrusionOk="0">
                  <a:moveTo>
                    <a:pt x="86508" y="168286"/>
                  </a:moveTo>
                  <a:cubicBezTo>
                    <a:pt x="97044" y="171515"/>
                    <a:pt x="103960" y="177778"/>
                    <a:pt x="103960" y="184302"/>
                  </a:cubicBezTo>
                  <a:cubicBezTo>
                    <a:pt x="103960" y="194251"/>
                    <a:pt x="88563" y="202667"/>
                    <a:pt x="70329" y="202667"/>
                  </a:cubicBezTo>
                  <a:cubicBezTo>
                    <a:pt x="52094" y="202667"/>
                    <a:pt x="36697" y="194251"/>
                    <a:pt x="36697" y="184302"/>
                  </a:cubicBezTo>
                  <a:cubicBezTo>
                    <a:pt x="36697" y="177778"/>
                    <a:pt x="43613" y="171515"/>
                    <a:pt x="54149" y="168286"/>
                  </a:cubicBezTo>
                  <a:cubicBezTo>
                    <a:pt x="56498" y="172461"/>
                    <a:pt x="58879" y="177093"/>
                    <a:pt x="61456" y="182541"/>
                  </a:cubicBezTo>
                  <a:lnTo>
                    <a:pt x="61619" y="182867"/>
                  </a:lnTo>
                  <a:cubicBezTo>
                    <a:pt x="63087" y="186064"/>
                    <a:pt x="65142" y="190435"/>
                    <a:pt x="70329" y="190435"/>
                  </a:cubicBezTo>
                  <a:cubicBezTo>
                    <a:pt x="75515" y="190435"/>
                    <a:pt x="77570" y="186064"/>
                    <a:pt x="79071" y="182867"/>
                  </a:cubicBezTo>
                  <a:lnTo>
                    <a:pt x="79201" y="182541"/>
                  </a:lnTo>
                  <a:cubicBezTo>
                    <a:pt x="81778" y="177093"/>
                    <a:pt x="84159" y="172461"/>
                    <a:pt x="86508" y="168286"/>
                  </a:cubicBezTo>
                  <a:close/>
                  <a:moveTo>
                    <a:pt x="70329" y="0"/>
                  </a:moveTo>
                  <a:cubicBezTo>
                    <a:pt x="31544" y="0"/>
                    <a:pt x="0" y="31543"/>
                    <a:pt x="0" y="70328"/>
                  </a:cubicBezTo>
                  <a:cubicBezTo>
                    <a:pt x="0" y="85431"/>
                    <a:pt x="4697" y="99817"/>
                    <a:pt x="13603" y="111919"/>
                  </a:cubicBezTo>
                  <a:cubicBezTo>
                    <a:pt x="20942" y="121933"/>
                    <a:pt x="26748" y="129436"/>
                    <a:pt x="31870" y="136090"/>
                  </a:cubicBezTo>
                  <a:cubicBezTo>
                    <a:pt x="39764" y="146333"/>
                    <a:pt x="45472" y="153705"/>
                    <a:pt x="51018" y="162871"/>
                  </a:cubicBezTo>
                  <a:cubicBezTo>
                    <a:pt x="38459" y="167112"/>
                    <a:pt x="30565" y="175234"/>
                    <a:pt x="30565" y="184302"/>
                  </a:cubicBezTo>
                  <a:cubicBezTo>
                    <a:pt x="30565" y="198035"/>
                    <a:pt x="48049" y="208767"/>
                    <a:pt x="70329" y="208767"/>
                  </a:cubicBezTo>
                  <a:cubicBezTo>
                    <a:pt x="92608" y="208767"/>
                    <a:pt x="110092" y="198035"/>
                    <a:pt x="110092" y="184302"/>
                  </a:cubicBezTo>
                  <a:cubicBezTo>
                    <a:pt x="110092" y="175234"/>
                    <a:pt x="102198" y="167112"/>
                    <a:pt x="89640" y="162871"/>
                  </a:cubicBezTo>
                  <a:cubicBezTo>
                    <a:pt x="94728" y="154488"/>
                    <a:pt x="99882" y="147638"/>
                    <a:pt x="106634" y="138863"/>
                  </a:cubicBezTo>
                  <a:lnTo>
                    <a:pt x="101807" y="135144"/>
                  </a:lnTo>
                  <a:cubicBezTo>
                    <a:pt x="90292" y="150084"/>
                    <a:pt x="83311" y="159511"/>
                    <a:pt x="73688" y="179931"/>
                  </a:cubicBezTo>
                  <a:lnTo>
                    <a:pt x="73525" y="180290"/>
                  </a:lnTo>
                  <a:cubicBezTo>
                    <a:pt x="72090" y="183291"/>
                    <a:pt x="71438" y="184302"/>
                    <a:pt x="70329" y="184302"/>
                  </a:cubicBezTo>
                  <a:cubicBezTo>
                    <a:pt x="69219" y="184302"/>
                    <a:pt x="68567" y="183291"/>
                    <a:pt x="67132" y="180290"/>
                  </a:cubicBezTo>
                  <a:lnTo>
                    <a:pt x="66969" y="179931"/>
                  </a:lnTo>
                  <a:cubicBezTo>
                    <a:pt x="56824" y="158435"/>
                    <a:pt x="49680" y="149171"/>
                    <a:pt x="36730" y="132339"/>
                  </a:cubicBezTo>
                  <a:cubicBezTo>
                    <a:pt x="31609" y="125750"/>
                    <a:pt x="25835" y="118247"/>
                    <a:pt x="18528" y="108298"/>
                  </a:cubicBezTo>
                  <a:cubicBezTo>
                    <a:pt x="10406" y="97240"/>
                    <a:pt x="6100" y="84127"/>
                    <a:pt x="6100" y="70328"/>
                  </a:cubicBezTo>
                  <a:cubicBezTo>
                    <a:pt x="6100" y="34936"/>
                    <a:pt x="34903" y="6133"/>
                    <a:pt x="70329" y="6133"/>
                  </a:cubicBezTo>
                  <a:cubicBezTo>
                    <a:pt x="105754" y="6133"/>
                    <a:pt x="134557" y="34936"/>
                    <a:pt x="134557" y="70328"/>
                  </a:cubicBezTo>
                  <a:cubicBezTo>
                    <a:pt x="134557" y="84127"/>
                    <a:pt x="130251" y="97240"/>
                    <a:pt x="122129" y="108298"/>
                  </a:cubicBezTo>
                  <a:cubicBezTo>
                    <a:pt x="119095" y="112408"/>
                    <a:pt x="116094" y="116453"/>
                    <a:pt x="112963" y="120596"/>
                  </a:cubicBezTo>
                  <a:lnTo>
                    <a:pt x="117823" y="124282"/>
                  </a:lnTo>
                  <a:cubicBezTo>
                    <a:pt x="120987" y="120106"/>
                    <a:pt x="124021" y="116061"/>
                    <a:pt x="127055" y="111919"/>
                  </a:cubicBezTo>
                  <a:cubicBezTo>
                    <a:pt x="135960" y="99817"/>
                    <a:pt x="140657" y="85431"/>
                    <a:pt x="140657" y="70328"/>
                  </a:cubicBezTo>
                  <a:cubicBezTo>
                    <a:pt x="140657" y="31543"/>
                    <a:pt x="109114" y="0"/>
                    <a:pt x="70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56"/>
            <p:cNvSpPr/>
            <p:nvPr/>
          </p:nvSpPr>
          <p:spPr>
            <a:xfrm>
              <a:off x="4259325" y="11555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1" y="0"/>
                  </a:moveTo>
                  <a:lnTo>
                    <a:pt x="1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56"/>
            <p:cNvSpPr/>
            <p:nvPr/>
          </p:nvSpPr>
          <p:spPr>
            <a:xfrm>
              <a:off x="3953525" y="10030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0" y="0"/>
                  </a:moveTo>
                  <a:lnTo>
                    <a:pt x="0" y="6100"/>
                  </a:lnTo>
                  <a:lnTo>
                    <a:pt x="6100" y="6100"/>
                  </a:lnTo>
                  <a:lnTo>
                    <a:pt x="6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56"/>
          <p:cNvSpPr txBox="1"/>
          <p:nvPr/>
        </p:nvSpPr>
        <p:spPr>
          <a:xfrm>
            <a:off x="810000" y="3585975"/>
            <a:ext cx="4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1200" dirty="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49"/>
          <p:cNvSpPr/>
          <p:nvPr/>
        </p:nvSpPr>
        <p:spPr>
          <a:xfrm>
            <a:off x="589125" y="3435300"/>
            <a:ext cx="5200200" cy="11682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49"/>
          <p:cNvSpPr txBox="1">
            <a:spLocks noGrp="1"/>
          </p:cNvSpPr>
          <p:nvPr>
            <p:ph type="ctrTitle"/>
          </p:nvPr>
        </p:nvSpPr>
        <p:spPr>
          <a:xfrm>
            <a:off x="720000" y="3544875"/>
            <a:ext cx="5069400" cy="12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PICTURE IS WORTH A THOUSAND WORDS</a:t>
            </a:r>
            <a:endParaRPr dirty="0"/>
          </a:p>
        </p:txBody>
      </p:sp>
      <p:sp>
        <p:nvSpPr>
          <p:cNvPr id="2" name="Google Shape;2306;p63">
            <a:extLst>
              <a:ext uri="{FF2B5EF4-FFF2-40B4-BE49-F238E27FC236}">
                <a16:creationId xmlns:a16="http://schemas.microsoft.com/office/drawing/2014/main" id="{60FD1503-1426-FA2B-884D-D4775C7FB640}"/>
              </a:ext>
            </a:extLst>
          </p:cNvPr>
          <p:cNvSpPr txBox="1">
            <a:spLocks/>
          </p:cNvSpPr>
          <p:nvPr/>
        </p:nvSpPr>
        <p:spPr>
          <a:xfrm flipH="1">
            <a:off x="1557037" y="751765"/>
            <a:ext cx="3822600" cy="10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dirty="0"/>
              <a:t>THANKS!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D Radiography to Find Diseases by Slidesgo">
  <a:themeElements>
    <a:clrScheme name="Simple Light">
      <a:dk1>
        <a:srgbClr val="FFFFFF"/>
      </a:dk1>
      <a:lt1>
        <a:srgbClr val="C9C9C9"/>
      </a:lt1>
      <a:dk2>
        <a:srgbClr val="A6A6A6"/>
      </a:dk2>
      <a:lt2>
        <a:srgbClr val="595959"/>
      </a:lt2>
      <a:accent1>
        <a:srgbClr val="FFFFFF"/>
      </a:accent1>
      <a:accent2>
        <a:srgbClr val="212121"/>
      </a:accent2>
      <a:accent3>
        <a:srgbClr val="A6A6A6"/>
      </a:accent3>
      <a:accent4>
        <a:srgbClr val="CCCCCC"/>
      </a:accent4>
      <a:accent5>
        <a:srgbClr val="D9D9D9"/>
      </a:accent5>
      <a:accent6>
        <a:srgbClr val="F3F3F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DC06FE2B88A749AA9A12AC06675761" ma:contentTypeVersion="4" ma:contentTypeDescription="Create a new document." ma:contentTypeScope="" ma:versionID="3cfdcee9edc4b9ce687024084ea65aee">
  <xsd:schema xmlns:xsd="http://www.w3.org/2001/XMLSchema" xmlns:xs="http://www.w3.org/2001/XMLSchema" xmlns:p="http://schemas.microsoft.com/office/2006/metadata/properties" xmlns:ns2="dfbb669c-35cd-4f3f-997f-57813d3f38b2" targetNamespace="http://schemas.microsoft.com/office/2006/metadata/properties" ma:root="true" ma:fieldsID="07718502d3f0950b92448c694a84383c" ns2:_="">
    <xsd:import namespace="dfbb669c-35cd-4f3f-997f-57813d3f38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b669c-35cd-4f3f-997f-57813d3f38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024368-8914-40F8-A870-56E8172C05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bb669c-35cd-4f3f-997f-57813d3f38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461BD0-94A0-413D-B88A-BE6E7FAB57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195439-F753-4BB4-9762-B47C18DFD0C8}">
  <ds:schemaRefs>
    <ds:schemaRef ds:uri="http://schemas.microsoft.com/office/infopath/2007/PartnerControls"/>
    <ds:schemaRef ds:uri="dfbb669c-35cd-4f3f-997f-57813d3f38b2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408</Words>
  <Application>Microsoft Office PowerPoint</Application>
  <PresentationFormat>On-screen Show (16:9)</PresentationFormat>
  <Paragraphs>110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Fira Sans Extra Condensed Medium</vt:lpstr>
      <vt:lpstr>Gaegu</vt:lpstr>
      <vt:lpstr>Montserrat</vt:lpstr>
      <vt:lpstr>Montserrat ExtraBold</vt:lpstr>
      <vt:lpstr>Poppins</vt:lpstr>
      <vt:lpstr>Questrial</vt:lpstr>
      <vt:lpstr>Work Sans ExtraBold</vt:lpstr>
      <vt:lpstr>3D Radiography to Find Diseases by Slidesgo</vt:lpstr>
      <vt:lpstr>PowerPoint Presentation</vt:lpstr>
      <vt:lpstr>03</vt:lpstr>
      <vt:lpstr>Why AI in Radiology Reports? </vt:lpstr>
      <vt:lpstr>Problem Statement</vt:lpstr>
      <vt:lpstr>3</vt:lpstr>
      <vt:lpstr>Database</vt:lpstr>
      <vt:lpstr>Methodology</vt:lpstr>
      <vt:lpstr>A Diagram of our KNIME Workflow</vt:lpstr>
      <vt:lpstr>DASHBOARD</vt:lpstr>
      <vt:lpstr>DASHBOARD</vt:lpstr>
      <vt:lpstr>KEY NUMBERS</vt:lpstr>
      <vt:lpstr>ROC CURVE – RANDOM FOREST</vt:lpstr>
      <vt:lpstr>PowerPoint Presentation</vt:lpstr>
      <vt:lpstr>Contribution to Radiologists</vt:lpstr>
      <vt:lpstr>Challenges Faced</vt:lpstr>
      <vt:lpstr>CONCLUSIONS</vt:lpstr>
      <vt:lpstr>REFRENCES</vt:lpstr>
      <vt:lpstr>A PICTURE IS WORTH A THOUSAND WORDS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Joash Nahum Kawal</dc:creator>
  <cp:lastModifiedBy>Kubra Banu, Kubra Banu</cp:lastModifiedBy>
  <cp:revision>6</cp:revision>
  <dcterms:modified xsi:type="dcterms:W3CDTF">2025-04-11T21:05:10Z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0x0101003EDC06FE2B88A749AA9A12AC06675761</vt:lpwstr>
  </property>
  <property fmtid="{D5CDD505-2E9C-101B-9397-08002B2CF9AE}" pid="3" name="_MarkAsFinal">
    <vt:bool>true</vt:bool>
  </property>
</Properties>
</file>